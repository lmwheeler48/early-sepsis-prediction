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5" r:id="rId4"/>
    <p:sldMasterId id="2147483676"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Lst>
  <p:sldSz cy="5143500" cx="9144000"/>
  <p:notesSz cx="6858000" cy="9144000"/>
  <p:embeddedFontLst>
    <p:embeddedFont>
      <p:font typeface="Raleway"/>
      <p:regular r:id="rId56"/>
      <p:bold r:id="rId57"/>
      <p:italic r:id="rId58"/>
      <p:boldItalic r:id="rId59"/>
    </p:embeddedFont>
    <p:embeddedFont>
      <p:font typeface="Proxima Nova"/>
      <p:regular r:id="rId60"/>
      <p:bold r:id="rId61"/>
      <p:italic r:id="rId62"/>
      <p:boldItalic r:id="rId63"/>
    </p:embeddedFont>
    <p:embeddedFont>
      <p:font typeface="Roboto Medium"/>
      <p:regular r:id="rId64"/>
      <p:bold r:id="rId65"/>
      <p:italic r:id="rId66"/>
      <p:boldItalic r:id="rId67"/>
    </p:embeddedFont>
    <p:embeddedFont>
      <p:font typeface="Anaheim"/>
      <p:regular r:id="rId68"/>
      <p:bold r:id="rId69"/>
    </p:embeddedFont>
    <p:embeddedFont>
      <p:font typeface="Gothic A1 SemiBold"/>
      <p:regular r:id="rId70"/>
      <p:bold r:id="rId71"/>
    </p:embeddedFont>
    <p:embeddedFont>
      <p:font typeface="Gothic A1"/>
      <p:regular r:id="rId72"/>
      <p:bold r:id="rId73"/>
    </p:embeddedFont>
    <p:embeddedFont>
      <p:font typeface="Proxima Nova Semibold"/>
      <p:regular r:id="rId74"/>
      <p:bold r:id="rId75"/>
      <p:boldItalic r:id="rId76"/>
    </p:embeddedFont>
    <p:embeddedFont>
      <p:font typeface="Gothic A1 Medium"/>
      <p:regular r:id="rId77"/>
      <p:bold r:id="rId78"/>
    </p:embeddedFont>
    <p:embeddedFont>
      <p:font typeface="Krub Light"/>
      <p:regular r:id="rId79"/>
      <p:bold r:id="rId80"/>
      <p:italic r:id="rId81"/>
      <p:boldItalic r:id="rId82"/>
    </p:embeddedFont>
    <p:embeddedFont>
      <p:font typeface="Amatic SC"/>
      <p:regular r:id="rId83"/>
      <p:bold r:id="rId84"/>
    </p:embeddedFont>
    <p:embeddedFont>
      <p:font typeface="Krub"/>
      <p:regular r:id="rId85"/>
      <p:bold r:id="rId86"/>
      <p:italic r:id="rId87"/>
      <p:boldItalic r:id="rId88"/>
    </p:embeddedFont>
    <p:embeddedFont>
      <p:font typeface="Krub Medium"/>
      <p:regular r:id="rId89"/>
      <p:bold r:id="rId90"/>
      <p:italic r:id="rId91"/>
      <p:boldItalic r:id="rId92"/>
    </p:embeddedFont>
    <p:embeddedFont>
      <p:font typeface="Open Sans"/>
      <p:regular r:id="rId93"/>
      <p:bold r:id="rId94"/>
      <p:italic r:id="rId95"/>
      <p:boldItalic r:id="rId96"/>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A778B25A-DC79-4F5C-BA24-965FDAE32124}">
  <a:tblStyle styleId="{A778B25A-DC79-4F5C-BA24-965FDAE32124}"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84" Type="http://schemas.openxmlformats.org/officeDocument/2006/relationships/font" Target="fonts/AmaticSC-bold.fntdata"/><Relationship Id="rId83" Type="http://schemas.openxmlformats.org/officeDocument/2006/relationships/font" Target="fonts/AmaticSC-regular.fntdata"/><Relationship Id="rId42" Type="http://schemas.openxmlformats.org/officeDocument/2006/relationships/slide" Target="slides/slide36.xml"/><Relationship Id="rId86" Type="http://schemas.openxmlformats.org/officeDocument/2006/relationships/font" Target="fonts/Krub-bold.fntdata"/><Relationship Id="rId41" Type="http://schemas.openxmlformats.org/officeDocument/2006/relationships/slide" Target="slides/slide35.xml"/><Relationship Id="rId85" Type="http://schemas.openxmlformats.org/officeDocument/2006/relationships/font" Target="fonts/Krub-regular.fntdata"/><Relationship Id="rId44" Type="http://schemas.openxmlformats.org/officeDocument/2006/relationships/slide" Target="slides/slide38.xml"/><Relationship Id="rId88" Type="http://schemas.openxmlformats.org/officeDocument/2006/relationships/font" Target="fonts/Krub-boldItalic.fntdata"/><Relationship Id="rId43" Type="http://schemas.openxmlformats.org/officeDocument/2006/relationships/slide" Target="slides/slide37.xml"/><Relationship Id="rId87" Type="http://schemas.openxmlformats.org/officeDocument/2006/relationships/font" Target="fonts/Krub-italic.fntdata"/><Relationship Id="rId46" Type="http://schemas.openxmlformats.org/officeDocument/2006/relationships/slide" Target="slides/slide40.xml"/><Relationship Id="rId45" Type="http://schemas.openxmlformats.org/officeDocument/2006/relationships/slide" Target="slides/slide39.xml"/><Relationship Id="rId89" Type="http://schemas.openxmlformats.org/officeDocument/2006/relationships/font" Target="fonts/KrubMedium-regular.fntdata"/><Relationship Id="rId80" Type="http://schemas.openxmlformats.org/officeDocument/2006/relationships/font" Target="fonts/KrubLight-bold.fntdata"/><Relationship Id="rId82" Type="http://schemas.openxmlformats.org/officeDocument/2006/relationships/font" Target="fonts/KrubLight-boldItalic.fntdata"/><Relationship Id="rId81" Type="http://schemas.openxmlformats.org/officeDocument/2006/relationships/font" Target="fonts/KrubLight-italic.fntdata"/><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GothicA1-bold.fntdata"/><Relationship Id="rId72" Type="http://schemas.openxmlformats.org/officeDocument/2006/relationships/font" Target="fonts/GothicA1-regular.fntdata"/><Relationship Id="rId31" Type="http://schemas.openxmlformats.org/officeDocument/2006/relationships/slide" Target="slides/slide25.xml"/><Relationship Id="rId75" Type="http://schemas.openxmlformats.org/officeDocument/2006/relationships/font" Target="fonts/ProximaNovaSemibold-bold.fntdata"/><Relationship Id="rId30" Type="http://schemas.openxmlformats.org/officeDocument/2006/relationships/slide" Target="slides/slide24.xml"/><Relationship Id="rId74" Type="http://schemas.openxmlformats.org/officeDocument/2006/relationships/font" Target="fonts/ProximaNovaSemibold-regular.fntdata"/><Relationship Id="rId33" Type="http://schemas.openxmlformats.org/officeDocument/2006/relationships/slide" Target="slides/slide27.xml"/><Relationship Id="rId77" Type="http://schemas.openxmlformats.org/officeDocument/2006/relationships/font" Target="fonts/GothicA1Medium-regular.fntdata"/><Relationship Id="rId32" Type="http://schemas.openxmlformats.org/officeDocument/2006/relationships/slide" Target="slides/slide26.xml"/><Relationship Id="rId76" Type="http://schemas.openxmlformats.org/officeDocument/2006/relationships/font" Target="fonts/ProximaNovaSemibold-boldItalic.fntdata"/><Relationship Id="rId35" Type="http://schemas.openxmlformats.org/officeDocument/2006/relationships/slide" Target="slides/slide29.xml"/><Relationship Id="rId79" Type="http://schemas.openxmlformats.org/officeDocument/2006/relationships/font" Target="fonts/KrubLight-regular.fntdata"/><Relationship Id="rId34" Type="http://schemas.openxmlformats.org/officeDocument/2006/relationships/slide" Target="slides/slide28.xml"/><Relationship Id="rId78" Type="http://schemas.openxmlformats.org/officeDocument/2006/relationships/font" Target="fonts/GothicA1Medium-bold.fntdata"/><Relationship Id="rId71" Type="http://schemas.openxmlformats.org/officeDocument/2006/relationships/font" Target="fonts/GothicA1SemiBold-bold.fntdata"/><Relationship Id="rId70" Type="http://schemas.openxmlformats.org/officeDocument/2006/relationships/font" Target="fonts/GothicA1SemiBold-regular.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ProximaNova-italic.fntdata"/><Relationship Id="rId61" Type="http://schemas.openxmlformats.org/officeDocument/2006/relationships/font" Target="fonts/ProximaNova-bold.fntdata"/><Relationship Id="rId20" Type="http://schemas.openxmlformats.org/officeDocument/2006/relationships/slide" Target="slides/slide14.xml"/><Relationship Id="rId64" Type="http://schemas.openxmlformats.org/officeDocument/2006/relationships/font" Target="fonts/RobotoMedium-regular.fntdata"/><Relationship Id="rId63" Type="http://schemas.openxmlformats.org/officeDocument/2006/relationships/font" Target="fonts/ProximaNova-boldItalic.fntdata"/><Relationship Id="rId22" Type="http://schemas.openxmlformats.org/officeDocument/2006/relationships/slide" Target="slides/slide16.xml"/><Relationship Id="rId66" Type="http://schemas.openxmlformats.org/officeDocument/2006/relationships/font" Target="fonts/RobotoMedium-italic.fntdata"/><Relationship Id="rId21" Type="http://schemas.openxmlformats.org/officeDocument/2006/relationships/slide" Target="slides/slide15.xml"/><Relationship Id="rId65" Type="http://schemas.openxmlformats.org/officeDocument/2006/relationships/font" Target="fonts/RobotoMedium-bold.fntdata"/><Relationship Id="rId24" Type="http://schemas.openxmlformats.org/officeDocument/2006/relationships/slide" Target="slides/slide18.xml"/><Relationship Id="rId68" Type="http://schemas.openxmlformats.org/officeDocument/2006/relationships/font" Target="fonts/Anaheim-regular.fntdata"/><Relationship Id="rId23" Type="http://schemas.openxmlformats.org/officeDocument/2006/relationships/slide" Target="slides/slide17.xml"/><Relationship Id="rId67" Type="http://schemas.openxmlformats.org/officeDocument/2006/relationships/font" Target="fonts/RobotoMedium-boldItalic.fntdata"/><Relationship Id="rId60" Type="http://schemas.openxmlformats.org/officeDocument/2006/relationships/font" Target="fonts/ProximaNova-regular.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Anaheim-bold.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95" Type="http://schemas.openxmlformats.org/officeDocument/2006/relationships/font" Target="fonts/OpenSans-italic.fntdata"/><Relationship Id="rId50" Type="http://schemas.openxmlformats.org/officeDocument/2006/relationships/slide" Target="slides/slide44.xml"/><Relationship Id="rId94" Type="http://schemas.openxmlformats.org/officeDocument/2006/relationships/font" Target="fonts/OpenSans-bold.fntdata"/><Relationship Id="rId53" Type="http://schemas.openxmlformats.org/officeDocument/2006/relationships/slide" Target="slides/slide47.xml"/><Relationship Id="rId52" Type="http://schemas.openxmlformats.org/officeDocument/2006/relationships/slide" Target="slides/slide46.xml"/><Relationship Id="rId96" Type="http://schemas.openxmlformats.org/officeDocument/2006/relationships/font" Target="fonts/OpenSans-boldItalic.fntdata"/><Relationship Id="rId11" Type="http://schemas.openxmlformats.org/officeDocument/2006/relationships/slide" Target="slides/slide5.xml"/><Relationship Id="rId55" Type="http://schemas.openxmlformats.org/officeDocument/2006/relationships/slide" Target="slides/slide49.xml"/><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font" Target="fonts/Raleway-bold.fntdata"/><Relationship Id="rId12" Type="http://schemas.openxmlformats.org/officeDocument/2006/relationships/slide" Target="slides/slide6.xml"/><Relationship Id="rId56" Type="http://schemas.openxmlformats.org/officeDocument/2006/relationships/font" Target="fonts/Raleway-regular.fntdata"/><Relationship Id="rId91" Type="http://schemas.openxmlformats.org/officeDocument/2006/relationships/font" Target="fonts/KrubMedium-italic.fntdata"/><Relationship Id="rId90" Type="http://schemas.openxmlformats.org/officeDocument/2006/relationships/font" Target="fonts/KrubMedium-bold.fntdata"/><Relationship Id="rId93" Type="http://schemas.openxmlformats.org/officeDocument/2006/relationships/font" Target="fonts/OpenSans-regular.fntdata"/><Relationship Id="rId92" Type="http://schemas.openxmlformats.org/officeDocument/2006/relationships/font" Target="fonts/KrubMedium-boldItalic.fntdata"/><Relationship Id="rId15" Type="http://schemas.openxmlformats.org/officeDocument/2006/relationships/slide" Target="slides/slide9.xml"/><Relationship Id="rId59" Type="http://schemas.openxmlformats.org/officeDocument/2006/relationships/font" Target="fonts/Raleway-boldItalic.fntdata"/><Relationship Id="rId14" Type="http://schemas.openxmlformats.org/officeDocument/2006/relationships/slide" Target="slides/slide8.xml"/><Relationship Id="rId58" Type="http://schemas.openxmlformats.org/officeDocument/2006/relationships/font" Target="fonts/Raleway-italic.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5" name="Shape 345"/>
        <p:cNvGrpSpPr/>
        <p:nvPr/>
      </p:nvGrpSpPr>
      <p:grpSpPr>
        <a:xfrm>
          <a:off x="0" y="0"/>
          <a:ext cx="0" cy="0"/>
          <a:chOff x="0" y="0"/>
          <a:chExt cx="0" cy="0"/>
        </a:xfrm>
      </p:grpSpPr>
      <p:sp>
        <p:nvSpPr>
          <p:cNvPr id="346" name="Google Shape;346;g27ec44fb897_0_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7" name="Google Shape;347;g27ec44fb897_0_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6" name="Shape 366"/>
        <p:cNvGrpSpPr/>
        <p:nvPr/>
      </p:nvGrpSpPr>
      <p:grpSpPr>
        <a:xfrm>
          <a:off x="0" y="0"/>
          <a:ext cx="0" cy="0"/>
          <a:chOff x="0" y="0"/>
          <a:chExt cx="0" cy="0"/>
        </a:xfrm>
      </p:grpSpPr>
      <p:sp>
        <p:nvSpPr>
          <p:cNvPr id="367" name="Google Shape;367;g10f9e629ec3_0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8" name="Google Shape;368;g10f9e629ec3_0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5" name="Shape 385"/>
        <p:cNvGrpSpPr/>
        <p:nvPr/>
      </p:nvGrpSpPr>
      <p:grpSpPr>
        <a:xfrm>
          <a:off x="0" y="0"/>
          <a:ext cx="0" cy="0"/>
          <a:chOff x="0" y="0"/>
          <a:chExt cx="0" cy="0"/>
        </a:xfrm>
      </p:grpSpPr>
      <p:sp>
        <p:nvSpPr>
          <p:cNvPr id="386" name="Google Shape;386;g3a0b4037d79_1_1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7" name="Google Shape;387;g3a0b4037d79_1_1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3" name="Shape 393"/>
        <p:cNvGrpSpPr/>
        <p:nvPr/>
      </p:nvGrpSpPr>
      <p:grpSpPr>
        <a:xfrm>
          <a:off x="0" y="0"/>
          <a:ext cx="0" cy="0"/>
          <a:chOff x="0" y="0"/>
          <a:chExt cx="0" cy="0"/>
        </a:xfrm>
      </p:grpSpPr>
      <p:sp>
        <p:nvSpPr>
          <p:cNvPr id="394" name="Google Shape;394;g3a0b4037d79_1_1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5" name="Google Shape;395;g3a0b4037d79_1_1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0" name="Shape 400"/>
        <p:cNvGrpSpPr/>
        <p:nvPr/>
      </p:nvGrpSpPr>
      <p:grpSpPr>
        <a:xfrm>
          <a:off x="0" y="0"/>
          <a:ext cx="0" cy="0"/>
          <a:chOff x="0" y="0"/>
          <a:chExt cx="0" cy="0"/>
        </a:xfrm>
      </p:grpSpPr>
      <p:sp>
        <p:nvSpPr>
          <p:cNvPr id="401" name="Google Shape;401;g3a11452ff53_1_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2" name="Google Shape;402;g3a11452ff53_1_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8" name="Shape 408"/>
        <p:cNvGrpSpPr/>
        <p:nvPr/>
      </p:nvGrpSpPr>
      <p:grpSpPr>
        <a:xfrm>
          <a:off x="0" y="0"/>
          <a:ext cx="0" cy="0"/>
          <a:chOff x="0" y="0"/>
          <a:chExt cx="0" cy="0"/>
        </a:xfrm>
      </p:grpSpPr>
      <p:sp>
        <p:nvSpPr>
          <p:cNvPr id="409" name="Google Shape;409;g3a11452ff53_1_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0" name="Google Shape;410;g3a11452ff53_1_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4" name="Shape 414"/>
        <p:cNvGrpSpPr/>
        <p:nvPr/>
      </p:nvGrpSpPr>
      <p:grpSpPr>
        <a:xfrm>
          <a:off x="0" y="0"/>
          <a:ext cx="0" cy="0"/>
          <a:chOff x="0" y="0"/>
          <a:chExt cx="0" cy="0"/>
        </a:xfrm>
      </p:grpSpPr>
      <p:sp>
        <p:nvSpPr>
          <p:cNvPr id="415" name="Google Shape;415;g3a0b4037d79_1_1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6" name="Google Shape;416;g3a0b4037d79_1_1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1" name="Shape 421"/>
        <p:cNvGrpSpPr/>
        <p:nvPr/>
      </p:nvGrpSpPr>
      <p:grpSpPr>
        <a:xfrm>
          <a:off x="0" y="0"/>
          <a:ext cx="0" cy="0"/>
          <a:chOff x="0" y="0"/>
          <a:chExt cx="0" cy="0"/>
        </a:xfrm>
      </p:grpSpPr>
      <p:sp>
        <p:nvSpPr>
          <p:cNvPr id="422" name="Google Shape;422;g21258269c9b_0_1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3" name="Google Shape;423;g21258269c9b_0_1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We decided to test out 3 separate deep learning models. We will choose the best model based on performance metrics AUPRC and AUROC</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6" name="Shape 426"/>
        <p:cNvGrpSpPr/>
        <p:nvPr/>
      </p:nvGrpSpPr>
      <p:grpSpPr>
        <a:xfrm>
          <a:off x="0" y="0"/>
          <a:ext cx="0" cy="0"/>
          <a:chOff x="0" y="0"/>
          <a:chExt cx="0" cy="0"/>
        </a:xfrm>
      </p:grpSpPr>
      <p:sp>
        <p:nvSpPr>
          <p:cNvPr id="427" name="Google Shape;427;g3a0c1c94e16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8" name="Google Shape;428;g3a0c1c94e16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Yang: </a:t>
            </a:r>
            <a:r>
              <a:rPr lang="en">
                <a:solidFill>
                  <a:schemeClr val="dk1"/>
                </a:solidFill>
              </a:rPr>
              <a:t>TCN stands for temporal convolution neural network. As the name suggests, it is modified one dimensional convolution neural network that preserves casual relation to avoid future leakage. On the validation data, we achieved 70% AUROC but only 15.1% AUPRC, which means there are so many false positives that it is just slightly better than pure guessing.</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4" name="Shape 434"/>
        <p:cNvGrpSpPr/>
        <p:nvPr/>
      </p:nvGrpSpPr>
      <p:grpSpPr>
        <a:xfrm>
          <a:off x="0" y="0"/>
          <a:ext cx="0" cy="0"/>
          <a:chOff x="0" y="0"/>
          <a:chExt cx="0" cy="0"/>
        </a:xfrm>
      </p:grpSpPr>
      <p:sp>
        <p:nvSpPr>
          <p:cNvPr id="435" name="Google Shape;435;g245717c42a0_0_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6" name="Google Shape;436;g245717c42a0_0_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3" name="Shape 443"/>
        <p:cNvGrpSpPr/>
        <p:nvPr/>
      </p:nvGrpSpPr>
      <p:grpSpPr>
        <a:xfrm>
          <a:off x="0" y="0"/>
          <a:ext cx="0" cy="0"/>
          <a:chOff x="0" y="0"/>
          <a:chExt cx="0" cy="0"/>
        </a:xfrm>
      </p:grpSpPr>
      <p:sp>
        <p:nvSpPr>
          <p:cNvPr id="444" name="Google Shape;444;g3a11452ff53_1_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5" name="Google Shape;445;g3a11452ff53_1_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8" name="Shape 448"/>
        <p:cNvGrpSpPr/>
        <p:nvPr/>
      </p:nvGrpSpPr>
      <p:grpSpPr>
        <a:xfrm>
          <a:off x="0" y="0"/>
          <a:ext cx="0" cy="0"/>
          <a:chOff x="0" y="0"/>
          <a:chExt cx="0" cy="0"/>
        </a:xfrm>
      </p:grpSpPr>
      <p:sp>
        <p:nvSpPr>
          <p:cNvPr id="449" name="Google Shape;449;g24412a0a529_2_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0" name="Google Shape;450;g24412a0a529_2_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4" name="Shape 454"/>
        <p:cNvGrpSpPr/>
        <p:nvPr/>
      </p:nvGrpSpPr>
      <p:grpSpPr>
        <a:xfrm>
          <a:off x="0" y="0"/>
          <a:ext cx="0" cy="0"/>
          <a:chOff x="0" y="0"/>
          <a:chExt cx="0" cy="0"/>
        </a:xfrm>
      </p:grpSpPr>
      <p:sp>
        <p:nvSpPr>
          <p:cNvPr id="455" name="Google Shape;455;g11e375b9f55_0_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6" name="Google Shape;456;g11e375b9f55_0_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6" name="Shape 466"/>
        <p:cNvGrpSpPr/>
        <p:nvPr/>
      </p:nvGrpSpPr>
      <p:grpSpPr>
        <a:xfrm>
          <a:off x="0" y="0"/>
          <a:ext cx="0" cy="0"/>
          <a:chOff x="0" y="0"/>
          <a:chExt cx="0" cy="0"/>
        </a:xfrm>
      </p:grpSpPr>
      <p:sp>
        <p:nvSpPr>
          <p:cNvPr id="467" name="Google Shape;467;g111e7c571f2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8" name="Google Shape;468;g111e7c571f2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5" name="Shape 475"/>
        <p:cNvGrpSpPr/>
        <p:nvPr/>
      </p:nvGrpSpPr>
      <p:grpSpPr>
        <a:xfrm>
          <a:off x="0" y="0"/>
          <a:ext cx="0" cy="0"/>
          <a:chOff x="0" y="0"/>
          <a:chExt cx="0" cy="0"/>
        </a:xfrm>
      </p:grpSpPr>
      <p:sp>
        <p:nvSpPr>
          <p:cNvPr id="476" name="Google Shape;476;g3a0fe8103ae_4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7" name="Google Shape;477;g3a0fe8103ae_4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7" name="Shape 487"/>
        <p:cNvGrpSpPr/>
        <p:nvPr/>
      </p:nvGrpSpPr>
      <p:grpSpPr>
        <a:xfrm>
          <a:off x="0" y="0"/>
          <a:ext cx="0" cy="0"/>
          <a:chOff x="0" y="0"/>
          <a:chExt cx="0" cy="0"/>
        </a:xfrm>
      </p:grpSpPr>
      <p:sp>
        <p:nvSpPr>
          <p:cNvPr id="488" name="Google Shape;488;g245717c42a0_0_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9" name="Google Shape;489;g245717c42a0_0_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9" name="Shape 539"/>
        <p:cNvGrpSpPr/>
        <p:nvPr/>
      </p:nvGrpSpPr>
      <p:grpSpPr>
        <a:xfrm>
          <a:off x="0" y="0"/>
          <a:ext cx="0" cy="0"/>
          <a:chOff x="0" y="0"/>
          <a:chExt cx="0" cy="0"/>
        </a:xfrm>
      </p:grpSpPr>
      <p:sp>
        <p:nvSpPr>
          <p:cNvPr id="540" name="Google Shape;540;g10f9e629ec3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1" name="Google Shape;541;g10f9e629ec3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8" name="Shape 548"/>
        <p:cNvGrpSpPr/>
        <p:nvPr/>
      </p:nvGrpSpPr>
      <p:grpSpPr>
        <a:xfrm>
          <a:off x="0" y="0"/>
          <a:ext cx="0" cy="0"/>
          <a:chOff x="0" y="0"/>
          <a:chExt cx="0" cy="0"/>
        </a:xfrm>
      </p:grpSpPr>
      <p:sp>
        <p:nvSpPr>
          <p:cNvPr id="549" name="Google Shape;549;g245717c42a0_0_1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0" name="Google Shape;550;g245717c42a0_0_1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9" name="Shape 559"/>
        <p:cNvGrpSpPr/>
        <p:nvPr/>
      </p:nvGrpSpPr>
      <p:grpSpPr>
        <a:xfrm>
          <a:off x="0" y="0"/>
          <a:ext cx="0" cy="0"/>
          <a:chOff x="0" y="0"/>
          <a:chExt cx="0" cy="0"/>
        </a:xfrm>
      </p:grpSpPr>
      <p:sp>
        <p:nvSpPr>
          <p:cNvPr id="560" name="Google Shape;560;g21258269c9b_0_3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1" name="Google Shape;561;g21258269c9b_0_3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1" name="Shape 571"/>
        <p:cNvGrpSpPr/>
        <p:nvPr/>
      </p:nvGrpSpPr>
      <p:grpSpPr>
        <a:xfrm>
          <a:off x="0" y="0"/>
          <a:ext cx="0" cy="0"/>
          <a:chOff x="0" y="0"/>
          <a:chExt cx="0" cy="0"/>
        </a:xfrm>
      </p:grpSpPr>
      <p:sp>
        <p:nvSpPr>
          <p:cNvPr id="572" name="Google Shape;572;g10f9e629ec3_0_1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3" name="Google Shape;573;g10f9e629ec3_0_1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0" name="Shape 580"/>
        <p:cNvGrpSpPr/>
        <p:nvPr/>
      </p:nvGrpSpPr>
      <p:grpSpPr>
        <a:xfrm>
          <a:off x="0" y="0"/>
          <a:ext cx="0" cy="0"/>
          <a:chOff x="0" y="0"/>
          <a:chExt cx="0" cy="0"/>
        </a:xfrm>
      </p:grpSpPr>
      <p:sp>
        <p:nvSpPr>
          <p:cNvPr id="581" name="Google Shape;581;g2506647d75a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2" name="Google Shape;582;g2506647d75a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5" name="Shape 615"/>
        <p:cNvGrpSpPr/>
        <p:nvPr/>
      </p:nvGrpSpPr>
      <p:grpSpPr>
        <a:xfrm>
          <a:off x="0" y="0"/>
          <a:ext cx="0" cy="0"/>
          <a:chOff x="0" y="0"/>
          <a:chExt cx="0" cy="0"/>
        </a:xfrm>
      </p:grpSpPr>
      <p:sp>
        <p:nvSpPr>
          <p:cNvPr id="616" name="Google Shape;616;g11360713c04_0_3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7" name="Google Shape;617;g11360713c04_0_3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5" name="Shape 645"/>
        <p:cNvGrpSpPr/>
        <p:nvPr/>
      </p:nvGrpSpPr>
      <p:grpSpPr>
        <a:xfrm>
          <a:off x="0" y="0"/>
          <a:ext cx="0" cy="0"/>
          <a:chOff x="0" y="0"/>
          <a:chExt cx="0" cy="0"/>
        </a:xfrm>
      </p:grpSpPr>
      <p:sp>
        <p:nvSpPr>
          <p:cNvPr id="646" name="Google Shape;646;g11e375b9f55_0_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7" name="Google Shape;647;g11e375b9f55_0_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9" name="Shape 659"/>
        <p:cNvGrpSpPr/>
        <p:nvPr/>
      </p:nvGrpSpPr>
      <p:grpSpPr>
        <a:xfrm>
          <a:off x="0" y="0"/>
          <a:ext cx="0" cy="0"/>
          <a:chOff x="0" y="0"/>
          <a:chExt cx="0" cy="0"/>
        </a:xfrm>
      </p:grpSpPr>
      <p:sp>
        <p:nvSpPr>
          <p:cNvPr id="660" name="Google Shape;660;g2506647d75a_0_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1" name="Google Shape;661;g2506647d75a_0_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2" name="Shape 682"/>
        <p:cNvGrpSpPr/>
        <p:nvPr/>
      </p:nvGrpSpPr>
      <p:grpSpPr>
        <a:xfrm>
          <a:off x="0" y="0"/>
          <a:ext cx="0" cy="0"/>
          <a:chOff x="0" y="0"/>
          <a:chExt cx="0" cy="0"/>
        </a:xfrm>
      </p:grpSpPr>
      <p:sp>
        <p:nvSpPr>
          <p:cNvPr id="683" name="Google Shape;683;g245717c42a0_0_2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4" name="Google Shape;684;g245717c42a0_0_2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6" name="Shape 696"/>
        <p:cNvGrpSpPr/>
        <p:nvPr/>
      </p:nvGrpSpPr>
      <p:grpSpPr>
        <a:xfrm>
          <a:off x="0" y="0"/>
          <a:ext cx="0" cy="0"/>
          <a:chOff x="0" y="0"/>
          <a:chExt cx="0" cy="0"/>
        </a:xfrm>
      </p:grpSpPr>
      <p:sp>
        <p:nvSpPr>
          <p:cNvPr id="697" name="Google Shape;697;g11360713c04_0_3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8" name="Google Shape;698;g11360713c04_0_3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2" name="Shape 762"/>
        <p:cNvGrpSpPr/>
        <p:nvPr/>
      </p:nvGrpSpPr>
      <p:grpSpPr>
        <a:xfrm>
          <a:off x="0" y="0"/>
          <a:ext cx="0" cy="0"/>
          <a:chOff x="0" y="0"/>
          <a:chExt cx="0" cy="0"/>
        </a:xfrm>
      </p:grpSpPr>
      <p:sp>
        <p:nvSpPr>
          <p:cNvPr id="763" name="Google Shape;763;g1105afc42a3_1_7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4" name="Google Shape;764;g1105afc42a3_1_7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2" name="Shape 782"/>
        <p:cNvGrpSpPr/>
        <p:nvPr/>
      </p:nvGrpSpPr>
      <p:grpSpPr>
        <a:xfrm>
          <a:off x="0" y="0"/>
          <a:ext cx="0" cy="0"/>
          <a:chOff x="0" y="0"/>
          <a:chExt cx="0" cy="0"/>
        </a:xfrm>
      </p:grpSpPr>
      <p:sp>
        <p:nvSpPr>
          <p:cNvPr id="783" name="Google Shape;783;g245717c42a0_0_6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4" name="Google Shape;784;g245717c42a0_0_6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3" name="Shape 1073"/>
        <p:cNvGrpSpPr/>
        <p:nvPr/>
      </p:nvGrpSpPr>
      <p:grpSpPr>
        <a:xfrm>
          <a:off x="0" y="0"/>
          <a:ext cx="0" cy="0"/>
          <a:chOff x="0" y="0"/>
          <a:chExt cx="0" cy="0"/>
        </a:xfrm>
      </p:grpSpPr>
      <p:sp>
        <p:nvSpPr>
          <p:cNvPr id="1074" name="Google Shape;1074;g1105afc42a3_1_8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5" name="Google Shape;1075;g1105afc42a3_1_8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5" name="Shape 1105"/>
        <p:cNvGrpSpPr/>
        <p:nvPr/>
      </p:nvGrpSpPr>
      <p:grpSpPr>
        <a:xfrm>
          <a:off x="0" y="0"/>
          <a:ext cx="0" cy="0"/>
          <a:chOff x="0" y="0"/>
          <a:chExt cx="0" cy="0"/>
        </a:xfrm>
      </p:grpSpPr>
      <p:sp>
        <p:nvSpPr>
          <p:cNvPr id="1106" name="Google Shape;1106;g1105afc42a3_1_8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7" name="Google Shape;1107;g1105afc42a3_1_8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2" name="Shape 1112"/>
        <p:cNvGrpSpPr/>
        <p:nvPr/>
      </p:nvGrpSpPr>
      <p:grpSpPr>
        <a:xfrm>
          <a:off x="0" y="0"/>
          <a:ext cx="0" cy="0"/>
          <a:chOff x="0" y="0"/>
          <a:chExt cx="0" cy="0"/>
        </a:xfrm>
      </p:grpSpPr>
      <p:sp>
        <p:nvSpPr>
          <p:cNvPr id="1113" name="Google Shape;1113;g245717c42a0_0_11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4" name="Google Shape;1114;g245717c42a0_0_11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1" name="Shape 1121"/>
        <p:cNvGrpSpPr/>
        <p:nvPr/>
      </p:nvGrpSpPr>
      <p:grpSpPr>
        <a:xfrm>
          <a:off x="0" y="0"/>
          <a:ext cx="0" cy="0"/>
          <a:chOff x="0" y="0"/>
          <a:chExt cx="0" cy="0"/>
        </a:xfrm>
      </p:grpSpPr>
      <p:sp>
        <p:nvSpPr>
          <p:cNvPr id="1122" name="Google Shape;1122;g245717c42a0_0_99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3" name="Google Shape;1123;g245717c42a0_0_99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7" name="Shape 1127"/>
        <p:cNvGrpSpPr/>
        <p:nvPr/>
      </p:nvGrpSpPr>
      <p:grpSpPr>
        <a:xfrm>
          <a:off x="0" y="0"/>
          <a:ext cx="0" cy="0"/>
          <a:chOff x="0" y="0"/>
          <a:chExt cx="0" cy="0"/>
        </a:xfrm>
      </p:grpSpPr>
      <p:sp>
        <p:nvSpPr>
          <p:cNvPr id="1128" name="Google Shape;1128;g245717c42a0_0_99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9" name="Google Shape;1129;g245717c42a0_0_99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3" name="Shape 1133"/>
        <p:cNvGrpSpPr/>
        <p:nvPr/>
      </p:nvGrpSpPr>
      <p:grpSpPr>
        <a:xfrm>
          <a:off x="0" y="0"/>
          <a:ext cx="0" cy="0"/>
          <a:chOff x="0" y="0"/>
          <a:chExt cx="0" cy="0"/>
        </a:xfrm>
      </p:grpSpPr>
      <p:sp>
        <p:nvSpPr>
          <p:cNvPr id="1134" name="Google Shape;1134;g245717c42a0_0_99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5" name="Google Shape;1135;g245717c42a0_0_99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9" name="Shape 1159"/>
        <p:cNvGrpSpPr/>
        <p:nvPr/>
      </p:nvGrpSpPr>
      <p:grpSpPr>
        <a:xfrm>
          <a:off x="0" y="0"/>
          <a:ext cx="0" cy="0"/>
          <a:chOff x="0" y="0"/>
          <a:chExt cx="0" cy="0"/>
        </a:xfrm>
      </p:grpSpPr>
      <p:sp>
        <p:nvSpPr>
          <p:cNvPr id="1160" name="Google Shape;1160;g245717c42a0_0_100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61" name="Google Shape;1161;g245717c42a0_0_100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5" name="Shape 1175"/>
        <p:cNvGrpSpPr/>
        <p:nvPr/>
      </p:nvGrpSpPr>
      <p:grpSpPr>
        <a:xfrm>
          <a:off x="0" y="0"/>
          <a:ext cx="0" cy="0"/>
          <a:chOff x="0" y="0"/>
          <a:chExt cx="0" cy="0"/>
        </a:xfrm>
      </p:grpSpPr>
      <p:sp>
        <p:nvSpPr>
          <p:cNvPr id="1176" name="Google Shape;1176;g245717c42a0_0_100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7" name="Google Shape;1177;g245717c42a0_0_100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14" name="Shape 1514"/>
        <p:cNvGrpSpPr/>
        <p:nvPr/>
      </p:nvGrpSpPr>
      <p:grpSpPr>
        <a:xfrm>
          <a:off x="0" y="0"/>
          <a:ext cx="0" cy="0"/>
          <a:chOff x="0" y="0"/>
          <a:chExt cx="0" cy="0"/>
        </a:xfrm>
      </p:grpSpPr>
      <p:sp>
        <p:nvSpPr>
          <p:cNvPr id="1515" name="Google Shape;1515;g245717c42a0_0_103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16" name="Google Shape;1516;g245717c42a0_0_103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15" name="Shape 3715"/>
        <p:cNvGrpSpPr/>
        <p:nvPr/>
      </p:nvGrpSpPr>
      <p:grpSpPr>
        <a:xfrm>
          <a:off x="0" y="0"/>
          <a:ext cx="0" cy="0"/>
          <a:chOff x="0" y="0"/>
          <a:chExt cx="0" cy="0"/>
        </a:xfrm>
      </p:grpSpPr>
      <p:sp>
        <p:nvSpPr>
          <p:cNvPr id="3716" name="Google Shape;3716;g245717c42a0_0_125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17" name="Google Shape;3717;g245717c42a0_0_125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34" name="Shape 4134"/>
        <p:cNvGrpSpPr/>
        <p:nvPr/>
      </p:nvGrpSpPr>
      <p:grpSpPr>
        <a:xfrm>
          <a:off x="0" y="0"/>
          <a:ext cx="0" cy="0"/>
          <a:chOff x="0" y="0"/>
          <a:chExt cx="0" cy="0"/>
        </a:xfrm>
      </p:grpSpPr>
      <p:sp>
        <p:nvSpPr>
          <p:cNvPr id="4135" name="Google Shape;4135;g245717c42a0_0_129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36" name="Google Shape;4136;g245717c42a0_0_129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04" name="Shape 4304"/>
        <p:cNvGrpSpPr/>
        <p:nvPr/>
      </p:nvGrpSpPr>
      <p:grpSpPr>
        <a:xfrm>
          <a:off x="0" y="0"/>
          <a:ext cx="0" cy="0"/>
          <a:chOff x="0" y="0"/>
          <a:chExt cx="0" cy="0"/>
        </a:xfrm>
      </p:grpSpPr>
      <p:sp>
        <p:nvSpPr>
          <p:cNvPr id="4305" name="Google Shape;4305;g245717c42a0_0_131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06" name="Google Shape;4306;g245717c42a0_0_131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09" name="Shape 4709"/>
        <p:cNvGrpSpPr/>
        <p:nvPr/>
      </p:nvGrpSpPr>
      <p:grpSpPr>
        <a:xfrm>
          <a:off x="0" y="0"/>
          <a:ext cx="0" cy="0"/>
          <a:chOff x="0" y="0"/>
          <a:chExt cx="0" cy="0"/>
        </a:xfrm>
      </p:grpSpPr>
      <p:sp>
        <p:nvSpPr>
          <p:cNvPr id="4710" name="Google Shape;4710;g245717c42a0_0_135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11" name="Google Shape;4711;g245717c42a0_0_135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89" name="Shape 5089"/>
        <p:cNvGrpSpPr/>
        <p:nvPr/>
      </p:nvGrpSpPr>
      <p:grpSpPr>
        <a:xfrm>
          <a:off x="0" y="0"/>
          <a:ext cx="0" cy="0"/>
          <a:chOff x="0" y="0"/>
          <a:chExt cx="0" cy="0"/>
        </a:xfrm>
      </p:grpSpPr>
      <p:sp>
        <p:nvSpPr>
          <p:cNvPr id="5090" name="Google Shape;5090;g245717c42a0_0_139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91" name="Google Shape;5091;g245717c42a0_0_139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15" name="Shape 5515"/>
        <p:cNvGrpSpPr/>
        <p:nvPr/>
      </p:nvGrpSpPr>
      <p:grpSpPr>
        <a:xfrm>
          <a:off x="0" y="0"/>
          <a:ext cx="0" cy="0"/>
          <a:chOff x="0" y="0"/>
          <a:chExt cx="0" cy="0"/>
        </a:xfrm>
      </p:grpSpPr>
      <p:sp>
        <p:nvSpPr>
          <p:cNvPr id="5516" name="Google Shape;5516;g245717c42a0_0_143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17" name="Google Shape;5517;g245717c42a0_0_143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76" name="Shape 5876"/>
        <p:cNvGrpSpPr/>
        <p:nvPr/>
      </p:nvGrpSpPr>
      <p:grpSpPr>
        <a:xfrm>
          <a:off x="0" y="0"/>
          <a:ext cx="0" cy="0"/>
          <a:chOff x="0" y="0"/>
          <a:chExt cx="0" cy="0"/>
        </a:xfrm>
      </p:grpSpPr>
      <p:sp>
        <p:nvSpPr>
          <p:cNvPr id="5877" name="Google Shape;5877;g245717c42a0_0_147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78" name="Google Shape;5878;g245717c42a0_0_147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86" name="Shape 6386"/>
        <p:cNvGrpSpPr/>
        <p:nvPr/>
      </p:nvGrpSpPr>
      <p:grpSpPr>
        <a:xfrm>
          <a:off x="0" y="0"/>
          <a:ext cx="0" cy="0"/>
          <a:chOff x="0" y="0"/>
          <a:chExt cx="0" cy="0"/>
        </a:xfrm>
      </p:grpSpPr>
      <p:sp>
        <p:nvSpPr>
          <p:cNvPr id="6387" name="Google Shape;6387;g245717c42a0_0_152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88" name="Google Shape;6388;g245717c42a0_0_152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06" name="Shape 7006"/>
        <p:cNvGrpSpPr/>
        <p:nvPr/>
      </p:nvGrpSpPr>
      <p:grpSpPr>
        <a:xfrm>
          <a:off x="0" y="0"/>
          <a:ext cx="0" cy="0"/>
          <a:chOff x="0" y="0"/>
          <a:chExt cx="0" cy="0"/>
        </a:xfrm>
      </p:grpSpPr>
      <p:sp>
        <p:nvSpPr>
          <p:cNvPr id="7007" name="Google Shape;7007;g245717c42a0_0_158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08" name="Google Shape;7008;g245717c42a0_0_158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00" name="Shape 7600"/>
        <p:cNvGrpSpPr/>
        <p:nvPr/>
      </p:nvGrpSpPr>
      <p:grpSpPr>
        <a:xfrm>
          <a:off x="0" y="0"/>
          <a:ext cx="0" cy="0"/>
          <a:chOff x="0" y="0"/>
          <a:chExt cx="0" cy="0"/>
        </a:xfrm>
      </p:grpSpPr>
      <p:sp>
        <p:nvSpPr>
          <p:cNvPr id="7601" name="Google Shape;7601;g245717c42a0_0_164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02" name="Google Shape;7602;g245717c42a0_0_164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21" name="Shape 7921"/>
        <p:cNvGrpSpPr/>
        <p:nvPr/>
      </p:nvGrpSpPr>
      <p:grpSpPr>
        <a:xfrm>
          <a:off x="0" y="0"/>
          <a:ext cx="0" cy="0"/>
          <a:chOff x="0" y="0"/>
          <a:chExt cx="0" cy="0"/>
        </a:xfrm>
      </p:grpSpPr>
      <p:sp>
        <p:nvSpPr>
          <p:cNvPr id="7922" name="Google Shape;7922;g245717c42a0_0_167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23" name="Google Shape;7923;g245717c42a0_0_167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29" name="Shape 8229"/>
        <p:cNvGrpSpPr/>
        <p:nvPr/>
      </p:nvGrpSpPr>
      <p:grpSpPr>
        <a:xfrm>
          <a:off x="0" y="0"/>
          <a:ext cx="0" cy="0"/>
          <a:chOff x="0" y="0"/>
          <a:chExt cx="0" cy="0"/>
        </a:xfrm>
      </p:grpSpPr>
      <p:sp>
        <p:nvSpPr>
          <p:cNvPr id="8230" name="Google Shape;8230;g245717c42a0_0_187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31" name="Google Shape;8231;g245717c42a0_0_187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hyperlink" Target="https://bit.ly/3A1uf1Q"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pic>
        <p:nvPicPr>
          <p:cNvPr id="9" name="Google Shape;9;p2"/>
          <p:cNvPicPr preferRelativeResize="0"/>
          <p:nvPr/>
        </p:nvPicPr>
        <p:blipFill>
          <a:blip r:embed="rId2">
            <a:alphaModFix amt="80000"/>
          </a:blip>
          <a:stretch>
            <a:fillRect/>
          </a:stretch>
        </p:blipFill>
        <p:spPr>
          <a:xfrm>
            <a:off x="0" y="8199"/>
            <a:ext cx="9144001" cy="5127121"/>
          </a:xfrm>
          <a:prstGeom prst="rect">
            <a:avLst/>
          </a:prstGeom>
          <a:noFill/>
          <a:ln>
            <a:noFill/>
          </a:ln>
        </p:spPr>
      </p:pic>
      <p:sp>
        <p:nvSpPr>
          <p:cNvPr id="10" name="Google Shape;10;p2"/>
          <p:cNvSpPr txBox="1"/>
          <p:nvPr>
            <p:ph type="ctrTitle"/>
          </p:nvPr>
        </p:nvSpPr>
        <p:spPr>
          <a:xfrm>
            <a:off x="1392288" y="1468063"/>
            <a:ext cx="6359400" cy="1667400"/>
          </a:xfrm>
          <a:prstGeom prst="rect">
            <a:avLst/>
          </a:prstGeom>
        </p:spPr>
        <p:txBody>
          <a:bodyPr anchorCtr="0" anchor="t" bIns="91425" lIns="91425" spcFirstLastPara="1" rIns="91425" wrap="square" tIns="91425">
            <a:noAutofit/>
          </a:bodyPr>
          <a:lstStyle>
            <a:lvl1pPr lvl="0" algn="ctr">
              <a:spcBef>
                <a:spcPts val="0"/>
              </a:spcBef>
              <a:spcAft>
                <a:spcPts val="0"/>
              </a:spcAft>
              <a:buClr>
                <a:srgbClr val="191919"/>
              </a:buClr>
              <a:buSzPts val="5200"/>
              <a:buNone/>
              <a:defRPr b="1" sz="4800">
                <a:latin typeface="Krub"/>
                <a:ea typeface="Krub"/>
                <a:cs typeface="Krub"/>
                <a:sym typeface="Krub"/>
              </a:defRPr>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1" name="Google Shape;11;p2"/>
          <p:cNvSpPr txBox="1"/>
          <p:nvPr>
            <p:ph idx="1" type="subTitle"/>
          </p:nvPr>
        </p:nvSpPr>
        <p:spPr>
          <a:xfrm>
            <a:off x="2392488" y="3237475"/>
            <a:ext cx="4359000" cy="409500"/>
          </a:xfrm>
          <a:prstGeom prst="rect">
            <a:avLst/>
          </a:prstGeom>
          <a:solidFill>
            <a:schemeClr val="accent1"/>
          </a:solidFill>
        </p:spPr>
        <p:txBody>
          <a:bodyPr anchorCtr="0" anchor="ctr" bIns="91425" lIns="91425" spcFirstLastPara="1" rIns="91425" wrap="square" tIns="91425">
            <a:noAutofit/>
          </a:bodyPr>
          <a:lstStyle>
            <a:lvl1pPr lvl="0" algn="ctr">
              <a:lnSpc>
                <a:spcPct val="100000"/>
              </a:lnSpc>
              <a:spcBef>
                <a:spcPts val="0"/>
              </a:spcBef>
              <a:spcAft>
                <a:spcPts val="0"/>
              </a:spcAft>
              <a:buSzPts val="1200"/>
              <a:buNone/>
              <a:defRPr sz="1600">
                <a:solidFill>
                  <a:srgbClr val="0F343D"/>
                </a:solidFill>
                <a:latin typeface="Gothic A1"/>
                <a:ea typeface="Gothic A1"/>
                <a:cs typeface="Gothic A1"/>
                <a:sym typeface="Gothic A1"/>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2" name="Shape 12"/>
        <p:cNvGrpSpPr/>
        <p:nvPr/>
      </p:nvGrpSpPr>
      <p:grpSpPr>
        <a:xfrm>
          <a:off x="0" y="0"/>
          <a:ext cx="0" cy="0"/>
          <a:chOff x="0" y="0"/>
          <a:chExt cx="0" cy="0"/>
        </a:xfrm>
      </p:grpSpPr>
      <p:pic>
        <p:nvPicPr>
          <p:cNvPr id="13" name="Google Shape;13;p3"/>
          <p:cNvPicPr preferRelativeResize="0"/>
          <p:nvPr/>
        </p:nvPicPr>
        <p:blipFill>
          <a:blip r:embed="rId2">
            <a:alphaModFix amt="80000"/>
          </a:blip>
          <a:stretch>
            <a:fillRect/>
          </a:stretch>
        </p:blipFill>
        <p:spPr>
          <a:xfrm>
            <a:off x="0" y="8199"/>
            <a:ext cx="9144001" cy="5127121"/>
          </a:xfrm>
          <a:prstGeom prst="rect">
            <a:avLst/>
          </a:prstGeom>
          <a:noFill/>
          <a:ln>
            <a:noFill/>
          </a:ln>
        </p:spPr>
      </p:pic>
      <p:sp>
        <p:nvSpPr>
          <p:cNvPr id="14" name="Google Shape;14;p3"/>
          <p:cNvSpPr txBox="1"/>
          <p:nvPr>
            <p:ph type="title"/>
          </p:nvPr>
        </p:nvSpPr>
        <p:spPr>
          <a:xfrm>
            <a:off x="715100" y="2652300"/>
            <a:ext cx="3943500" cy="1673100"/>
          </a:xfrm>
          <a:prstGeom prst="rect">
            <a:avLst/>
          </a:prstGeom>
        </p:spPr>
        <p:txBody>
          <a:bodyPr anchorCtr="0" anchor="t" bIns="91425" lIns="91425" spcFirstLastPara="1" rIns="91425" wrap="square" tIns="91425">
            <a:noAutofit/>
          </a:bodyPr>
          <a:lstStyle>
            <a:lvl1pPr lvl="0" rtl="0" algn="r">
              <a:spcBef>
                <a:spcPts val="0"/>
              </a:spcBef>
              <a:spcAft>
                <a:spcPts val="0"/>
              </a:spcAft>
              <a:buSzPts val="3600"/>
              <a:buNone/>
              <a:defRPr sz="5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5" name="Google Shape;15;p3"/>
          <p:cNvSpPr txBox="1"/>
          <p:nvPr>
            <p:ph hasCustomPrompt="1" idx="2" type="title"/>
          </p:nvPr>
        </p:nvSpPr>
        <p:spPr>
          <a:xfrm>
            <a:off x="4271250" y="1050475"/>
            <a:ext cx="1117500" cy="742500"/>
          </a:xfrm>
          <a:prstGeom prst="rect">
            <a:avLst/>
          </a:prstGeom>
          <a:solidFill>
            <a:schemeClr val="accent1"/>
          </a:solidFill>
        </p:spPr>
        <p:txBody>
          <a:bodyPr anchorCtr="0" anchor="ctr" bIns="91425" lIns="91425" spcFirstLastPara="1" rIns="91425" wrap="square" tIns="91425">
            <a:noAutofit/>
          </a:bodyPr>
          <a:lstStyle>
            <a:lvl1pPr lvl="0" rtl="0">
              <a:spcBef>
                <a:spcPts val="0"/>
              </a:spcBef>
              <a:spcAft>
                <a:spcPts val="0"/>
              </a:spcAft>
              <a:buClr>
                <a:schemeClr val="lt1"/>
              </a:buClr>
              <a:buSzPts val="6000"/>
              <a:buNone/>
              <a:defRPr sz="3700">
                <a:solidFill>
                  <a:schemeClr val="dk2"/>
                </a:solidFill>
                <a:latin typeface="Krub Light"/>
                <a:ea typeface="Krub Light"/>
                <a:cs typeface="Krub Light"/>
                <a:sym typeface="Krub Light"/>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6" name="Google Shape;16;p3"/>
          <p:cNvSpPr/>
          <p:nvPr>
            <p:ph idx="3" type="pic"/>
          </p:nvPr>
        </p:nvSpPr>
        <p:spPr>
          <a:xfrm>
            <a:off x="5076250" y="682050"/>
            <a:ext cx="3137700" cy="3779400"/>
          </a:xfrm>
          <a:prstGeom prst="snip2DiagRect">
            <a:avLst>
              <a:gd fmla="val 0" name="adj1"/>
              <a:gd fmla="val 8572" name="adj2"/>
            </a:avLst>
          </a:prstGeom>
          <a:noFill/>
          <a:ln>
            <a:noFill/>
          </a:ln>
        </p:spPr>
      </p:sp>
      <p:grpSp>
        <p:nvGrpSpPr>
          <p:cNvPr id="17" name="Google Shape;17;p3"/>
          <p:cNvGrpSpPr/>
          <p:nvPr/>
        </p:nvGrpSpPr>
        <p:grpSpPr>
          <a:xfrm>
            <a:off x="-175472" y="481123"/>
            <a:ext cx="3242999" cy="839814"/>
            <a:chOff x="763375" y="-2867575"/>
            <a:chExt cx="2546125" cy="659350"/>
          </a:xfrm>
        </p:grpSpPr>
        <p:sp>
          <p:nvSpPr>
            <p:cNvPr id="18" name="Google Shape;18;p3"/>
            <p:cNvSpPr/>
            <p:nvPr/>
          </p:nvSpPr>
          <p:spPr>
            <a:xfrm>
              <a:off x="763375" y="-2829550"/>
              <a:ext cx="2546125" cy="295900"/>
            </a:xfrm>
            <a:custGeom>
              <a:rect b="b" l="l" r="r" t="t"/>
              <a:pathLst>
                <a:path extrusionOk="0" h="11836" w="101845">
                  <a:moveTo>
                    <a:pt x="100436" y="1"/>
                  </a:moveTo>
                  <a:cubicBezTo>
                    <a:pt x="99730" y="1"/>
                    <a:pt x="99149" y="511"/>
                    <a:pt x="99036" y="1185"/>
                  </a:cubicBezTo>
                  <a:lnTo>
                    <a:pt x="81872" y="1185"/>
                  </a:lnTo>
                  <a:lnTo>
                    <a:pt x="77941" y="11262"/>
                  </a:lnTo>
                  <a:lnTo>
                    <a:pt x="40659" y="11262"/>
                  </a:lnTo>
                  <a:lnTo>
                    <a:pt x="34758" y="5483"/>
                  </a:lnTo>
                  <a:lnTo>
                    <a:pt x="0" y="5483"/>
                  </a:lnTo>
                  <a:lnTo>
                    <a:pt x="0" y="6054"/>
                  </a:lnTo>
                  <a:lnTo>
                    <a:pt x="34523" y="6054"/>
                  </a:lnTo>
                  <a:lnTo>
                    <a:pt x="40424" y="11835"/>
                  </a:lnTo>
                  <a:lnTo>
                    <a:pt x="78328" y="11835"/>
                  </a:lnTo>
                  <a:lnTo>
                    <a:pt x="82259" y="1756"/>
                  </a:lnTo>
                  <a:lnTo>
                    <a:pt x="99068" y="1756"/>
                  </a:lnTo>
                  <a:cubicBezTo>
                    <a:pt x="99220" y="2368"/>
                    <a:pt x="99772" y="2819"/>
                    <a:pt x="100436" y="2819"/>
                  </a:cubicBezTo>
                  <a:cubicBezTo>
                    <a:pt x="101213" y="2819"/>
                    <a:pt x="101845" y="2184"/>
                    <a:pt x="101845" y="1410"/>
                  </a:cubicBezTo>
                  <a:cubicBezTo>
                    <a:pt x="101845" y="633"/>
                    <a:pt x="101213" y="1"/>
                    <a:pt x="1004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3"/>
            <p:cNvSpPr/>
            <p:nvPr/>
          </p:nvSpPr>
          <p:spPr>
            <a:xfrm>
              <a:off x="855500" y="-2867575"/>
              <a:ext cx="1809675" cy="512075"/>
            </a:xfrm>
            <a:custGeom>
              <a:rect b="b" l="l" r="r" t="t"/>
              <a:pathLst>
                <a:path extrusionOk="0" h="20483" w="72387">
                  <a:moveTo>
                    <a:pt x="1" y="0"/>
                  </a:moveTo>
                  <a:lnTo>
                    <a:pt x="1" y="571"/>
                  </a:lnTo>
                  <a:lnTo>
                    <a:pt x="40498" y="571"/>
                  </a:lnTo>
                  <a:lnTo>
                    <a:pt x="40498" y="20483"/>
                  </a:lnTo>
                  <a:lnTo>
                    <a:pt x="71538" y="20483"/>
                  </a:lnTo>
                  <a:lnTo>
                    <a:pt x="71538" y="2502"/>
                  </a:lnTo>
                  <a:cubicBezTo>
                    <a:pt x="72028" y="2358"/>
                    <a:pt x="72386" y="1899"/>
                    <a:pt x="72386" y="1367"/>
                  </a:cubicBezTo>
                  <a:cubicBezTo>
                    <a:pt x="72386" y="703"/>
                    <a:pt x="71857" y="162"/>
                    <a:pt x="71193" y="162"/>
                  </a:cubicBezTo>
                  <a:cubicBezTo>
                    <a:pt x="70529" y="162"/>
                    <a:pt x="69997" y="703"/>
                    <a:pt x="69997" y="1367"/>
                  </a:cubicBezTo>
                  <a:cubicBezTo>
                    <a:pt x="69997" y="1951"/>
                    <a:pt x="70416" y="2429"/>
                    <a:pt x="70967" y="2541"/>
                  </a:cubicBezTo>
                  <a:lnTo>
                    <a:pt x="70967" y="19902"/>
                  </a:lnTo>
                  <a:lnTo>
                    <a:pt x="41069" y="19902"/>
                  </a:lnTo>
                  <a:lnTo>
                    <a:pt x="41069" y="0"/>
                  </a:lnTo>
                  <a:close/>
                </a:path>
              </a:pathLst>
            </a:custGeom>
            <a:solidFill>
              <a:srgbClr val="A0D4FC">
                <a:alpha val="5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3"/>
            <p:cNvSpPr/>
            <p:nvPr/>
          </p:nvSpPr>
          <p:spPr>
            <a:xfrm>
              <a:off x="790925" y="-2429775"/>
              <a:ext cx="2345025" cy="221550"/>
            </a:xfrm>
            <a:custGeom>
              <a:rect b="b" l="l" r="r" t="t"/>
              <a:pathLst>
                <a:path extrusionOk="0" h="8862" w="93801">
                  <a:moveTo>
                    <a:pt x="54077" y="0"/>
                  </a:moveTo>
                  <a:lnTo>
                    <a:pt x="54077" y="8291"/>
                  </a:lnTo>
                  <a:lnTo>
                    <a:pt x="1" y="8291"/>
                  </a:lnTo>
                  <a:lnTo>
                    <a:pt x="1" y="8862"/>
                  </a:lnTo>
                  <a:lnTo>
                    <a:pt x="54651" y="8862"/>
                  </a:lnTo>
                  <a:lnTo>
                    <a:pt x="54651" y="571"/>
                  </a:lnTo>
                  <a:lnTo>
                    <a:pt x="80780" y="571"/>
                  </a:lnTo>
                  <a:lnTo>
                    <a:pt x="84466" y="4257"/>
                  </a:lnTo>
                  <a:lnTo>
                    <a:pt x="91001" y="4257"/>
                  </a:lnTo>
                  <a:cubicBezTo>
                    <a:pt x="91114" y="4931"/>
                    <a:pt x="91685" y="5441"/>
                    <a:pt x="92391" y="5441"/>
                  </a:cubicBezTo>
                  <a:cubicBezTo>
                    <a:pt x="93165" y="5441"/>
                    <a:pt x="93800" y="4809"/>
                    <a:pt x="93800" y="4032"/>
                  </a:cubicBezTo>
                  <a:cubicBezTo>
                    <a:pt x="93800" y="3247"/>
                    <a:pt x="93165" y="2613"/>
                    <a:pt x="92391" y="2613"/>
                  </a:cubicBezTo>
                  <a:cubicBezTo>
                    <a:pt x="91727" y="2613"/>
                    <a:pt x="91185" y="3073"/>
                    <a:pt x="91021" y="3686"/>
                  </a:cubicBezTo>
                  <a:lnTo>
                    <a:pt x="84711" y="3686"/>
                  </a:lnTo>
                  <a:lnTo>
                    <a:pt x="8102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 name="Google Shape;21;p3"/>
          <p:cNvGrpSpPr/>
          <p:nvPr/>
        </p:nvGrpSpPr>
        <p:grpSpPr>
          <a:xfrm>
            <a:off x="8295876" y="4"/>
            <a:ext cx="853983" cy="698287"/>
            <a:chOff x="7697562" y="4083492"/>
            <a:chExt cx="643738" cy="526334"/>
          </a:xfrm>
        </p:grpSpPr>
        <p:sp>
          <p:nvSpPr>
            <p:cNvPr id="22" name="Google Shape;22;p3"/>
            <p:cNvSpPr/>
            <p:nvPr/>
          </p:nvSpPr>
          <p:spPr>
            <a:xfrm>
              <a:off x="7697562" y="4220126"/>
              <a:ext cx="389700" cy="3897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3" name="Google Shape;23;p3"/>
            <p:cNvSpPr/>
            <p:nvPr/>
          </p:nvSpPr>
          <p:spPr>
            <a:xfrm>
              <a:off x="8087200" y="4083492"/>
              <a:ext cx="254100" cy="254100"/>
            </a:xfrm>
            <a:prstGeom prst="plus">
              <a:avLst>
                <a:gd fmla="val 32768" name="adj"/>
              </a:avLst>
            </a:prstGeom>
            <a:solidFill>
              <a:srgbClr val="96E5D2">
                <a:alpha val="557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24" name="Google Shape;24;p3"/>
          <p:cNvSpPr/>
          <p:nvPr/>
        </p:nvSpPr>
        <p:spPr>
          <a:xfrm>
            <a:off x="3686122" y="4608500"/>
            <a:ext cx="516900" cy="516600"/>
          </a:xfrm>
          <a:prstGeom prst="plus">
            <a:avLst>
              <a:gd fmla="val 32768" name="adj"/>
            </a:avLst>
          </a:prstGeom>
          <a:solidFill>
            <a:srgbClr val="95E7D3">
              <a:alpha val="6962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5" name="Shape 25"/>
        <p:cNvGrpSpPr/>
        <p:nvPr/>
      </p:nvGrpSpPr>
      <p:grpSpPr>
        <a:xfrm>
          <a:off x="0" y="0"/>
          <a:ext cx="0" cy="0"/>
          <a:chOff x="0" y="0"/>
          <a:chExt cx="0" cy="0"/>
        </a:xfrm>
      </p:grpSpPr>
      <p:pic>
        <p:nvPicPr>
          <p:cNvPr id="26" name="Google Shape;26;p4"/>
          <p:cNvPicPr preferRelativeResize="0"/>
          <p:nvPr/>
        </p:nvPicPr>
        <p:blipFill>
          <a:blip r:embed="rId2">
            <a:alphaModFix amt="80000"/>
          </a:blip>
          <a:stretch>
            <a:fillRect/>
          </a:stretch>
        </p:blipFill>
        <p:spPr>
          <a:xfrm>
            <a:off x="0" y="8199"/>
            <a:ext cx="9144001" cy="5127121"/>
          </a:xfrm>
          <a:prstGeom prst="rect">
            <a:avLst/>
          </a:prstGeom>
          <a:noFill/>
          <a:ln>
            <a:noFill/>
          </a:ln>
        </p:spPr>
      </p:pic>
      <p:sp>
        <p:nvSpPr>
          <p:cNvPr id="27" name="Google Shape;27;p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8" name="Google Shape;28;p4"/>
          <p:cNvSpPr txBox="1"/>
          <p:nvPr>
            <p:ph idx="1" type="body"/>
          </p:nvPr>
        </p:nvSpPr>
        <p:spPr>
          <a:xfrm>
            <a:off x="720000" y="1061500"/>
            <a:ext cx="7704000" cy="405300"/>
          </a:xfrm>
          <a:prstGeom prst="rect">
            <a:avLst/>
          </a:prstGeom>
        </p:spPr>
        <p:txBody>
          <a:bodyPr anchorCtr="0" anchor="t" bIns="91425" lIns="91425" spcFirstLastPara="1" rIns="91425" wrap="square" tIns="91425">
            <a:noAutofit/>
          </a:bodyPr>
          <a:lstStyle>
            <a:lvl1pPr indent="-317500" lvl="0" marL="457200" rtl="0" algn="ctr">
              <a:spcBef>
                <a:spcPts val="0"/>
              </a:spcBef>
              <a:spcAft>
                <a:spcPts val="0"/>
              </a:spcAft>
              <a:buClr>
                <a:srgbClr val="434343"/>
              </a:buClr>
              <a:buSzPts val="1400"/>
              <a:buChar char="●"/>
              <a:defRPr/>
            </a:lvl1pPr>
            <a:lvl2pPr indent="-304800" lvl="1" marL="914400" rtl="0">
              <a:lnSpc>
                <a:spcPct val="115000"/>
              </a:lnSpc>
              <a:spcBef>
                <a:spcPts val="0"/>
              </a:spcBef>
              <a:spcAft>
                <a:spcPts val="0"/>
              </a:spcAft>
              <a:buClr>
                <a:srgbClr val="434343"/>
              </a:buClr>
              <a:buSzPts val="1200"/>
              <a:buChar char="○"/>
              <a:defRPr>
                <a:solidFill>
                  <a:srgbClr val="434343"/>
                </a:solidFill>
              </a:defRPr>
            </a:lvl2pPr>
            <a:lvl3pPr indent="-304800" lvl="2" marL="1371600" rtl="0">
              <a:lnSpc>
                <a:spcPct val="115000"/>
              </a:lnSpc>
              <a:spcBef>
                <a:spcPts val="0"/>
              </a:spcBef>
              <a:spcAft>
                <a:spcPts val="0"/>
              </a:spcAft>
              <a:buClr>
                <a:srgbClr val="434343"/>
              </a:buClr>
              <a:buSzPts val="1200"/>
              <a:buChar char="■"/>
              <a:defRPr>
                <a:solidFill>
                  <a:srgbClr val="434343"/>
                </a:solidFill>
              </a:defRPr>
            </a:lvl3pPr>
            <a:lvl4pPr indent="-304800" lvl="3" marL="1828800" rtl="0">
              <a:lnSpc>
                <a:spcPct val="115000"/>
              </a:lnSpc>
              <a:spcBef>
                <a:spcPts val="0"/>
              </a:spcBef>
              <a:spcAft>
                <a:spcPts val="0"/>
              </a:spcAft>
              <a:buClr>
                <a:srgbClr val="434343"/>
              </a:buClr>
              <a:buSzPts val="1200"/>
              <a:buChar char="●"/>
              <a:defRPr>
                <a:solidFill>
                  <a:srgbClr val="434343"/>
                </a:solidFill>
              </a:defRPr>
            </a:lvl4pPr>
            <a:lvl5pPr indent="-304800" lvl="4" marL="2286000" rtl="0">
              <a:lnSpc>
                <a:spcPct val="115000"/>
              </a:lnSpc>
              <a:spcBef>
                <a:spcPts val="0"/>
              </a:spcBef>
              <a:spcAft>
                <a:spcPts val="0"/>
              </a:spcAft>
              <a:buClr>
                <a:srgbClr val="434343"/>
              </a:buClr>
              <a:buSzPts val="1200"/>
              <a:buChar char="○"/>
              <a:defRPr>
                <a:solidFill>
                  <a:srgbClr val="434343"/>
                </a:solidFill>
              </a:defRPr>
            </a:lvl5pPr>
            <a:lvl6pPr indent="-304800" lvl="5" marL="2743200" rtl="0">
              <a:lnSpc>
                <a:spcPct val="115000"/>
              </a:lnSpc>
              <a:spcBef>
                <a:spcPts val="0"/>
              </a:spcBef>
              <a:spcAft>
                <a:spcPts val="0"/>
              </a:spcAft>
              <a:buClr>
                <a:srgbClr val="434343"/>
              </a:buClr>
              <a:buSzPts val="1200"/>
              <a:buChar char="■"/>
              <a:defRPr>
                <a:solidFill>
                  <a:srgbClr val="434343"/>
                </a:solidFill>
              </a:defRPr>
            </a:lvl6pPr>
            <a:lvl7pPr indent="-304800" lvl="6" marL="3200400" rtl="0">
              <a:lnSpc>
                <a:spcPct val="115000"/>
              </a:lnSpc>
              <a:spcBef>
                <a:spcPts val="0"/>
              </a:spcBef>
              <a:spcAft>
                <a:spcPts val="0"/>
              </a:spcAft>
              <a:buClr>
                <a:srgbClr val="434343"/>
              </a:buClr>
              <a:buSzPts val="1200"/>
              <a:buChar char="●"/>
              <a:defRPr>
                <a:solidFill>
                  <a:srgbClr val="434343"/>
                </a:solidFill>
              </a:defRPr>
            </a:lvl7pPr>
            <a:lvl8pPr indent="-304800" lvl="7" marL="3657600" rtl="0">
              <a:lnSpc>
                <a:spcPct val="115000"/>
              </a:lnSpc>
              <a:spcBef>
                <a:spcPts val="0"/>
              </a:spcBef>
              <a:spcAft>
                <a:spcPts val="0"/>
              </a:spcAft>
              <a:buClr>
                <a:srgbClr val="434343"/>
              </a:buClr>
              <a:buSzPts val="1200"/>
              <a:buChar char="○"/>
              <a:defRPr>
                <a:solidFill>
                  <a:srgbClr val="434343"/>
                </a:solidFill>
              </a:defRPr>
            </a:lvl8pPr>
            <a:lvl9pPr indent="-304800" lvl="8" marL="4114800" rtl="0">
              <a:lnSpc>
                <a:spcPct val="115000"/>
              </a:lnSpc>
              <a:spcBef>
                <a:spcPts val="0"/>
              </a:spcBef>
              <a:spcAft>
                <a:spcPts val="0"/>
              </a:spcAft>
              <a:buClr>
                <a:srgbClr val="434343"/>
              </a:buClr>
              <a:buSzPts val="1200"/>
              <a:buChar char="■"/>
              <a:defRPr>
                <a:solidFill>
                  <a:srgbClr val="434343"/>
                </a:solidFill>
              </a:defRPr>
            </a:lvl9pPr>
          </a:lstStyle>
          <a:p/>
        </p:txBody>
      </p:sp>
      <p:grpSp>
        <p:nvGrpSpPr>
          <p:cNvPr id="29" name="Google Shape;29;p4"/>
          <p:cNvGrpSpPr/>
          <p:nvPr/>
        </p:nvGrpSpPr>
        <p:grpSpPr>
          <a:xfrm flipH="1">
            <a:off x="6390774" y="4510057"/>
            <a:ext cx="2805672" cy="461682"/>
            <a:chOff x="-78542" y="4269447"/>
            <a:chExt cx="3892442" cy="640513"/>
          </a:xfrm>
        </p:grpSpPr>
        <p:sp>
          <p:nvSpPr>
            <p:cNvPr id="30" name="Google Shape;30;p4"/>
            <p:cNvSpPr/>
            <p:nvPr/>
          </p:nvSpPr>
          <p:spPr>
            <a:xfrm flipH="1">
              <a:off x="-26956" y="4269447"/>
              <a:ext cx="3498330" cy="508988"/>
            </a:xfrm>
            <a:custGeom>
              <a:rect b="b" l="l" r="r" t="t"/>
              <a:pathLst>
                <a:path extrusionOk="0" h="17023" w="117001">
                  <a:moveTo>
                    <a:pt x="99111" y="0"/>
                  </a:moveTo>
                  <a:lnTo>
                    <a:pt x="99111" y="16481"/>
                  </a:lnTo>
                  <a:lnTo>
                    <a:pt x="1" y="16481"/>
                  </a:lnTo>
                  <a:lnTo>
                    <a:pt x="1" y="17022"/>
                  </a:lnTo>
                  <a:lnTo>
                    <a:pt x="99640" y="17022"/>
                  </a:lnTo>
                  <a:lnTo>
                    <a:pt x="99640" y="529"/>
                  </a:lnTo>
                  <a:lnTo>
                    <a:pt x="117001" y="529"/>
                  </a:lnTo>
                  <a:lnTo>
                    <a:pt x="117001" y="0"/>
                  </a:lnTo>
                  <a:close/>
                </a:path>
              </a:pathLst>
            </a:custGeom>
            <a:solidFill>
              <a:srgbClr val="A0D4FC">
                <a:alpha val="5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4"/>
            <p:cNvSpPr/>
            <p:nvPr/>
          </p:nvSpPr>
          <p:spPr>
            <a:xfrm flipH="1">
              <a:off x="-78542" y="4465736"/>
              <a:ext cx="3892442" cy="444224"/>
            </a:xfrm>
            <a:custGeom>
              <a:rect b="b" l="l" r="r" t="t"/>
              <a:pathLst>
                <a:path extrusionOk="0" h="14857" w="130182">
                  <a:moveTo>
                    <a:pt x="1122" y="0"/>
                  </a:moveTo>
                  <a:cubicBezTo>
                    <a:pt x="500" y="0"/>
                    <a:pt x="0" y="500"/>
                    <a:pt x="0" y="1113"/>
                  </a:cubicBezTo>
                  <a:cubicBezTo>
                    <a:pt x="0" y="1726"/>
                    <a:pt x="500" y="2226"/>
                    <a:pt x="1122" y="2226"/>
                  </a:cubicBezTo>
                  <a:cubicBezTo>
                    <a:pt x="1674" y="2226"/>
                    <a:pt x="2135" y="1829"/>
                    <a:pt x="2215" y="1297"/>
                  </a:cubicBezTo>
                  <a:lnTo>
                    <a:pt x="25671" y="1297"/>
                  </a:lnTo>
                  <a:lnTo>
                    <a:pt x="25671" y="14856"/>
                  </a:lnTo>
                  <a:lnTo>
                    <a:pt x="94034" y="14856"/>
                  </a:lnTo>
                  <a:lnTo>
                    <a:pt x="94034" y="3870"/>
                  </a:lnTo>
                  <a:lnTo>
                    <a:pt x="130182" y="3870"/>
                  </a:lnTo>
                  <a:lnTo>
                    <a:pt x="130182" y="3338"/>
                  </a:lnTo>
                  <a:lnTo>
                    <a:pt x="93503" y="3338"/>
                  </a:lnTo>
                  <a:lnTo>
                    <a:pt x="93503" y="14327"/>
                  </a:lnTo>
                  <a:lnTo>
                    <a:pt x="26203" y="14327"/>
                  </a:lnTo>
                  <a:lnTo>
                    <a:pt x="26203" y="755"/>
                  </a:lnTo>
                  <a:lnTo>
                    <a:pt x="2176" y="755"/>
                  </a:lnTo>
                  <a:cubicBezTo>
                    <a:pt x="2022" y="317"/>
                    <a:pt x="1613" y="0"/>
                    <a:pt x="11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 name="Google Shape;32;p4"/>
          <p:cNvGrpSpPr/>
          <p:nvPr/>
        </p:nvGrpSpPr>
        <p:grpSpPr>
          <a:xfrm>
            <a:off x="141800" y="-71887"/>
            <a:ext cx="493775" cy="1903625"/>
            <a:chOff x="4419075" y="-2183412"/>
            <a:chExt cx="493775" cy="1903625"/>
          </a:xfrm>
        </p:grpSpPr>
        <p:sp>
          <p:nvSpPr>
            <p:cNvPr id="33" name="Google Shape;33;p4"/>
            <p:cNvSpPr/>
            <p:nvPr/>
          </p:nvSpPr>
          <p:spPr>
            <a:xfrm>
              <a:off x="4434950" y="-2183412"/>
              <a:ext cx="341575" cy="1817075"/>
            </a:xfrm>
            <a:custGeom>
              <a:rect b="b" l="l" r="r" t="t"/>
              <a:pathLst>
                <a:path extrusionOk="0" h="72683" w="13663">
                  <a:moveTo>
                    <a:pt x="0" y="1"/>
                  </a:moveTo>
                  <a:lnTo>
                    <a:pt x="0" y="23495"/>
                  </a:lnTo>
                  <a:lnTo>
                    <a:pt x="13212" y="23495"/>
                  </a:lnTo>
                  <a:lnTo>
                    <a:pt x="13212" y="72682"/>
                  </a:lnTo>
                  <a:lnTo>
                    <a:pt x="13663" y="72682"/>
                  </a:lnTo>
                  <a:lnTo>
                    <a:pt x="13663" y="23047"/>
                  </a:lnTo>
                  <a:lnTo>
                    <a:pt x="449" y="23047"/>
                  </a:lnTo>
                  <a:lnTo>
                    <a:pt x="44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4"/>
            <p:cNvSpPr/>
            <p:nvPr/>
          </p:nvSpPr>
          <p:spPr>
            <a:xfrm>
              <a:off x="4419075" y="-2089962"/>
              <a:ext cx="493775" cy="1810175"/>
            </a:xfrm>
            <a:custGeom>
              <a:rect b="b" l="l" r="r" t="t"/>
              <a:pathLst>
                <a:path extrusionOk="0" h="72407" w="19751">
                  <a:moveTo>
                    <a:pt x="19309" y="0"/>
                  </a:moveTo>
                  <a:lnTo>
                    <a:pt x="19309" y="55221"/>
                  </a:lnTo>
                  <a:lnTo>
                    <a:pt x="635" y="55221"/>
                  </a:lnTo>
                  <a:lnTo>
                    <a:pt x="635" y="70589"/>
                  </a:lnTo>
                  <a:cubicBezTo>
                    <a:pt x="268" y="70721"/>
                    <a:pt x="0" y="71059"/>
                    <a:pt x="0" y="71478"/>
                  </a:cubicBezTo>
                  <a:cubicBezTo>
                    <a:pt x="0" y="71988"/>
                    <a:pt x="420" y="72407"/>
                    <a:pt x="942" y="72407"/>
                  </a:cubicBezTo>
                  <a:cubicBezTo>
                    <a:pt x="1451" y="72407"/>
                    <a:pt x="1870" y="71988"/>
                    <a:pt x="1870" y="71478"/>
                  </a:cubicBezTo>
                  <a:cubicBezTo>
                    <a:pt x="1870" y="71008"/>
                    <a:pt x="1532" y="70620"/>
                    <a:pt x="1084" y="70559"/>
                  </a:cubicBezTo>
                  <a:lnTo>
                    <a:pt x="1084" y="55659"/>
                  </a:lnTo>
                  <a:lnTo>
                    <a:pt x="19750" y="55659"/>
                  </a:lnTo>
                  <a:lnTo>
                    <a:pt x="19750" y="0"/>
                  </a:lnTo>
                  <a:close/>
                </a:path>
              </a:pathLst>
            </a:custGeom>
            <a:solidFill>
              <a:srgbClr val="A0D4FC">
                <a:alpha val="5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 name="Google Shape;35;p4"/>
          <p:cNvGrpSpPr/>
          <p:nvPr/>
        </p:nvGrpSpPr>
        <p:grpSpPr>
          <a:xfrm>
            <a:off x="8459190" y="2"/>
            <a:ext cx="684809" cy="997758"/>
            <a:chOff x="8147383" y="3824714"/>
            <a:chExt cx="452826" cy="659718"/>
          </a:xfrm>
        </p:grpSpPr>
        <p:sp>
          <p:nvSpPr>
            <p:cNvPr id="36" name="Google Shape;36;p4"/>
            <p:cNvSpPr/>
            <p:nvPr/>
          </p:nvSpPr>
          <p:spPr>
            <a:xfrm>
              <a:off x="8147383" y="4247433"/>
              <a:ext cx="237000" cy="2370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7" name="Google Shape;37;p4"/>
            <p:cNvSpPr/>
            <p:nvPr/>
          </p:nvSpPr>
          <p:spPr>
            <a:xfrm>
              <a:off x="8258509" y="3824714"/>
              <a:ext cx="341700" cy="341700"/>
            </a:xfrm>
            <a:prstGeom prst="plus">
              <a:avLst>
                <a:gd fmla="val 32768" name="adj"/>
              </a:avLst>
            </a:prstGeom>
            <a:solidFill>
              <a:srgbClr val="95E7D3">
                <a:alpha val="5506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38" name="Google Shape;38;p4"/>
          <p:cNvSpPr/>
          <p:nvPr/>
        </p:nvSpPr>
        <p:spPr>
          <a:xfrm>
            <a:off x="0" y="4214200"/>
            <a:ext cx="493800" cy="493800"/>
          </a:xfrm>
          <a:prstGeom prst="plus">
            <a:avLst>
              <a:gd fmla="val 32768" name="adj"/>
            </a:avLst>
          </a:prstGeom>
          <a:solidFill>
            <a:srgbClr val="95E7D3">
              <a:alpha val="5506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39" name="Shape 39"/>
        <p:cNvGrpSpPr/>
        <p:nvPr/>
      </p:nvGrpSpPr>
      <p:grpSpPr>
        <a:xfrm>
          <a:off x="0" y="0"/>
          <a:ext cx="0" cy="0"/>
          <a:chOff x="0" y="0"/>
          <a:chExt cx="0" cy="0"/>
        </a:xfrm>
      </p:grpSpPr>
      <p:pic>
        <p:nvPicPr>
          <p:cNvPr id="40" name="Google Shape;40;p5"/>
          <p:cNvPicPr preferRelativeResize="0"/>
          <p:nvPr/>
        </p:nvPicPr>
        <p:blipFill>
          <a:blip r:embed="rId2">
            <a:alphaModFix amt="80000"/>
          </a:blip>
          <a:stretch>
            <a:fillRect/>
          </a:stretch>
        </p:blipFill>
        <p:spPr>
          <a:xfrm>
            <a:off x="0" y="8199"/>
            <a:ext cx="9144001" cy="5127121"/>
          </a:xfrm>
          <a:prstGeom prst="rect">
            <a:avLst/>
          </a:prstGeom>
          <a:noFill/>
          <a:ln>
            <a:noFill/>
          </a:ln>
        </p:spPr>
      </p:pic>
      <p:sp>
        <p:nvSpPr>
          <p:cNvPr id="41" name="Google Shape;41;p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42" name="Google Shape;42;p5"/>
          <p:cNvSpPr txBox="1"/>
          <p:nvPr>
            <p:ph idx="1" type="subTitle"/>
          </p:nvPr>
        </p:nvSpPr>
        <p:spPr>
          <a:xfrm>
            <a:off x="4975738" y="3042938"/>
            <a:ext cx="3087300" cy="1288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b="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43" name="Google Shape;43;p5"/>
          <p:cNvSpPr txBox="1"/>
          <p:nvPr>
            <p:ph idx="2" type="subTitle"/>
          </p:nvPr>
        </p:nvSpPr>
        <p:spPr>
          <a:xfrm>
            <a:off x="1080963" y="2368988"/>
            <a:ext cx="3162900" cy="1288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b="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44" name="Google Shape;44;p5"/>
          <p:cNvSpPr txBox="1"/>
          <p:nvPr>
            <p:ph idx="3" type="subTitle"/>
          </p:nvPr>
        </p:nvSpPr>
        <p:spPr>
          <a:xfrm>
            <a:off x="1080963" y="2016213"/>
            <a:ext cx="3162900" cy="414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Raleway"/>
              <a:buNone/>
              <a:defRPr sz="1800">
                <a:solidFill>
                  <a:schemeClr val="accent6"/>
                </a:solidFill>
                <a:latin typeface="Krub Medium"/>
                <a:ea typeface="Krub Medium"/>
                <a:cs typeface="Krub Medium"/>
                <a:sym typeface="Krub Medium"/>
              </a:defRPr>
            </a:lvl1pPr>
            <a:lvl2pPr lvl="1" rtl="0" algn="ctr">
              <a:lnSpc>
                <a:spcPct val="100000"/>
              </a:lnSpc>
              <a:spcBef>
                <a:spcPts val="0"/>
              </a:spcBef>
              <a:spcAft>
                <a:spcPts val="0"/>
              </a:spcAft>
              <a:buSzPts val="2400"/>
              <a:buFont typeface="Raleway"/>
              <a:buNone/>
              <a:defRPr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sz="2400">
                <a:latin typeface="Raleway"/>
                <a:ea typeface="Raleway"/>
                <a:cs typeface="Raleway"/>
                <a:sym typeface="Raleway"/>
              </a:defRPr>
            </a:lvl9pPr>
          </a:lstStyle>
          <a:p/>
        </p:txBody>
      </p:sp>
      <p:sp>
        <p:nvSpPr>
          <p:cNvPr id="45" name="Google Shape;45;p5"/>
          <p:cNvSpPr txBox="1"/>
          <p:nvPr>
            <p:ph idx="4" type="subTitle"/>
          </p:nvPr>
        </p:nvSpPr>
        <p:spPr>
          <a:xfrm>
            <a:off x="4975738" y="2690163"/>
            <a:ext cx="3087300" cy="414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Raleway"/>
              <a:buNone/>
              <a:defRPr sz="1800">
                <a:solidFill>
                  <a:schemeClr val="accent6"/>
                </a:solidFill>
                <a:latin typeface="Krub Medium"/>
                <a:ea typeface="Krub Medium"/>
                <a:cs typeface="Krub Medium"/>
                <a:sym typeface="Krub Medium"/>
              </a:defRPr>
            </a:lvl1pPr>
            <a:lvl2pPr lvl="1" rtl="0" algn="ctr">
              <a:lnSpc>
                <a:spcPct val="100000"/>
              </a:lnSpc>
              <a:spcBef>
                <a:spcPts val="0"/>
              </a:spcBef>
              <a:spcAft>
                <a:spcPts val="0"/>
              </a:spcAft>
              <a:buSzPts val="2400"/>
              <a:buFont typeface="Raleway"/>
              <a:buNone/>
              <a:defRPr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sz="2400">
                <a:latin typeface="Raleway"/>
                <a:ea typeface="Raleway"/>
                <a:cs typeface="Raleway"/>
                <a:sym typeface="Raleway"/>
              </a:defRPr>
            </a:lvl9pPr>
          </a:lstStyle>
          <a:p/>
        </p:txBody>
      </p:sp>
      <p:grpSp>
        <p:nvGrpSpPr>
          <p:cNvPr id="46" name="Google Shape;46;p5"/>
          <p:cNvGrpSpPr/>
          <p:nvPr/>
        </p:nvGrpSpPr>
        <p:grpSpPr>
          <a:xfrm>
            <a:off x="-96122" y="4264691"/>
            <a:ext cx="2758922" cy="602456"/>
            <a:chOff x="790925" y="-2575034"/>
            <a:chExt cx="2345025" cy="512075"/>
          </a:xfrm>
        </p:grpSpPr>
        <p:sp>
          <p:nvSpPr>
            <p:cNvPr id="47" name="Google Shape;47;p5"/>
            <p:cNvSpPr/>
            <p:nvPr/>
          </p:nvSpPr>
          <p:spPr>
            <a:xfrm>
              <a:off x="855500" y="-2575034"/>
              <a:ext cx="1809675" cy="512075"/>
            </a:xfrm>
            <a:custGeom>
              <a:rect b="b" l="l" r="r" t="t"/>
              <a:pathLst>
                <a:path extrusionOk="0" h="20483" w="72387">
                  <a:moveTo>
                    <a:pt x="1" y="0"/>
                  </a:moveTo>
                  <a:lnTo>
                    <a:pt x="1" y="571"/>
                  </a:lnTo>
                  <a:lnTo>
                    <a:pt x="40498" y="571"/>
                  </a:lnTo>
                  <a:lnTo>
                    <a:pt x="40498" y="20483"/>
                  </a:lnTo>
                  <a:lnTo>
                    <a:pt x="71538" y="20483"/>
                  </a:lnTo>
                  <a:lnTo>
                    <a:pt x="71538" y="2502"/>
                  </a:lnTo>
                  <a:cubicBezTo>
                    <a:pt x="72028" y="2358"/>
                    <a:pt x="72386" y="1899"/>
                    <a:pt x="72386" y="1367"/>
                  </a:cubicBezTo>
                  <a:cubicBezTo>
                    <a:pt x="72386" y="703"/>
                    <a:pt x="71857" y="162"/>
                    <a:pt x="71193" y="162"/>
                  </a:cubicBezTo>
                  <a:cubicBezTo>
                    <a:pt x="70529" y="162"/>
                    <a:pt x="69997" y="703"/>
                    <a:pt x="69997" y="1367"/>
                  </a:cubicBezTo>
                  <a:cubicBezTo>
                    <a:pt x="69997" y="1951"/>
                    <a:pt x="70416" y="2429"/>
                    <a:pt x="70967" y="2541"/>
                  </a:cubicBezTo>
                  <a:lnTo>
                    <a:pt x="70967" y="19902"/>
                  </a:lnTo>
                  <a:lnTo>
                    <a:pt x="41069" y="19902"/>
                  </a:lnTo>
                  <a:lnTo>
                    <a:pt x="41069" y="0"/>
                  </a:lnTo>
                  <a:close/>
                </a:path>
              </a:pathLst>
            </a:custGeom>
            <a:solidFill>
              <a:srgbClr val="A0D4FC">
                <a:alpha val="5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5"/>
            <p:cNvSpPr/>
            <p:nvPr/>
          </p:nvSpPr>
          <p:spPr>
            <a:xfrm>
              <a:off x="790925" y="-2429775"/>
              <a:ext cx="2345025" cy="221550"/>
            </a:xfrm>
            <a:custGeom>
              <a:rect b="b" l="l" r="r" t="t"/>
              <a:pathLst>
                <a:path extrusionOk="0" h="8862" w="93801">
                  <a:moveTo>
                    <a:pt x="54077" y="0"/>
                  </a:moveTo>
                  <a:lnTo>
                    <a:pt x="54077" y="8291"/>
                  </a:lnTo>
                  <a:lnTo>
                    <a:pt x="1" y="8291"/>
                  </a:lnTo>
                  <a:lnTo>
                    <a:pt x="1" y="8862"/>
                  </a:lnTo>
                  <a:lnTo>
                    <a:pt x="54651" y="8862"/>
                  </a:lnTo>
                  <a:lnTo>
                    <a:pt x="54651" y="571"/>
                  </a:lnTo>
                  <a:lnTo>
                    <a:pt x="80780" y="571"/>
                  </a:lnTo>
                  <a:lnTo>
                    <a:pt x="84466" y="4257"/>
                  </a:lnTo>
                  <a:lnTo>
                    <a:pt x="91001" y="4257"/>
                  </a:lnTo>
                  <a:cubicBezTo>
                    <a:pt x="91114" y="4931"/>
                    <a:pt x="91685" y="5441"/>
                    <a:pt x="92391" y="5441"/>
                  </a:cubicBezTo>
                  <a:cubicBezTo>
                    <a:pt x="93165" y="5441"/>
                    <a:pt x="93800" y="4809"/>
                    <a:pt x="93800" y="4032"/>
                  </a:cubicBezTo>
                  <a:cubicBezTo>
                    <a:pt x="93800" y="3247"/>
                    <a:pt x="93165" y="2613"/>
                    <a:pt x="92391" y="2613"/>
                  </a:cubicBezTo>
                  <a:cubicBezTo>
                    <a:pt x="91727" y="2613"/>
                    <a:pt x="91185" y="3073"/>
                    <a:pt x="91021" y="3686"/>
                  </a:cubicBezTo>
                  <a:lnTo>
                    <a:pt x="84711" y="3686"/>
                  </a:lnTo>
                  <a:lnTo>
                    <a:pt x="8102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 name="Google Shape;49;p5"/>
          <p:cNvGrpSpPr/>
          <p:nvPr/>
        </p:nvGrpSpPr>
        <p:grpSpPr>
          <a:xfrm>
            <a:off x="-81" y="7368"/>
            <a:ext cx="1165751" cy="935946"/>
            <a:chOff x="7745496" y="4083492"/>
            <a:chExt cx="595804" cy="478329"/>
          </a:xfrm>
        </p:grpSpPr>
        <p:sp>
          <p:nvSpPr>
            <p:cNvPr id="50" name="Google Shape;50;p5"/>
            <p:cNvSpPr/>
            <p:nvPr/>
          </p:nvSpPr>
          <p:spPr>
            <a:xfrm>
              <a:off x="7745496" y="4220121"/>
              <a:ext cx="341700" cy="3417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1" name="Google Shape;51;p5"/>
            <p:cNvSpPr/>
            <p:nvPr/>
          </p:nvSpPr>
          <p:spPr>
            <a:xfrm>
              <a:off x="8087200" y="4083492"/>
              <a:ext cx="254100" cy="254100"/>
            </a:xfrm>
            <a:prstGeom prst="plus">
              <a:avLst>
                <a:gd fmla="val 32768" name="adj"/>
              </a:avLst>
            </a:prstGeom>
            <a:solidFill>
              <a:srgbClr val="96E5D2">
                <a:alpha val="557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52" name="Google Shape;52;p5"/>
          <p:cNvSpPr/>
          <p:nvPr/>
        </p:nvSpPr>
        <p:spPr>
          <a:xfrm>
            <a:off x="4005820" y="4608499"/>
            <a:ext cx="298500" cy="2985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3" name="Google Shape;53;p5"/>
          <p:cNvSpPr/>
          <p:nvPr/>
        </p:nvSpPr>
        <p:spPr>
          <a:xfrm>
            <a:off x="8498401" y="4164775"/>
            <a:ext cx="645600" cy="645600"/>
          </a:xfrm>
          <a:prstGeom prst="plus">
            <a:avLst>
              <a:gd fmla="val 32768" name="adj"/>
            </a:avLst>
          </a:prstGeom>
          <a:solidFill>
            <a:srgbClr val="95E7D3">
              <a:alpha val="6962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54" name="Shape 54"/>
        <p:cNvGrpSpPr/>
        <p:nvPr/>
      </p:nvGrpSpPr>
      <p:grpSpPr>
        <a:xfrm>
          <a:off x="0" y="0"/>
          <a:ext cx="0" cy="0"/>
          <a:chOff x="0" y="0"/>
          <a:chExt cx="0" cy="0"/>
        </a:xfrm>
      </p:grpSpPr>
      <p:pic>
        <p:nvPicPr>
          <p:cNvPr id="55" name="Google Shape;55;p6"/>
          <p:cNvPicPr preferRelativeResize="0"/>
          <p:nvPr/>
        </p:nvPicPr>
        <p:blipFill>
          <a:blip r:embed="rId2">
            <a:alphaModFix amt="80000"/>
          </a:blip>
          <a:stretch>
            <a:fillRect/>
          </a:stretch>
        </p:blipFill>
        <p:spPr>
          <a:xfrm>
            <a:off x="0" y="8199"/>
            <a:ext cx="9144001" cy="5127121"/>
          </a:xfrm>
          <a:prstGeom prst="rect">
            <a:avLst/>
          </a:prstGeom>
          <a:noFill/>
          <a:ln>
            <a:noFill/>
          </a:ln>
        </p:spPr>
      </p:pic>
      <p:sp>
        <p:nvSpPr>
          <p:cNvPr id="56" name="Google Shape;56;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57" name="Google Shape;57;p6"/>
          <p:cNvSpPr/>
          <p:nvPr/>
        </p:nvSpPr>
        <p:spPr>
          <a:xfrm>
            <a:off x="6497914" y="4770908"/>
            <a:ext cx="2646081" cy="249596"/>
          </a:xfrm>
          <a:custGeom>
            <a:rect b="b" l="l" r="r" t="t"/>
            <a:pathLst>
              <a:path extrusionOk="0" h="8662" w="91830">
                <a:moveTo>
                  <a:pt x="38444" y="0"/>
                </a:moveTo>
                <a:lnTo>
                  <a:pt x="38444" y="8097"/>
                </a:lnTo>
                <a:lnTo>
                  <a:pt x="12928" y="8097"/>
                </a:lnTo>
                <a:lnTo>
                  <a:pt x="9323" y="4495"/>
                </a:lnTo>
                <a:lnTo>
                  <a:pt x="3216" y="4495"/>
                </a:lnTo>
                <a:cubicBezTo>
                  <a:pt x="3093" y="3728"/>
                  <a:pt x="2431" y="3125"/>
                  <a:pt x="1623" y="3125"/>
                </a:cubicBezTo>
                <a:cubicBezTo>
                  <a:pt x="726" y="3125"/>
                  <a:pt x="0" y="3850"/>
                  <a:pt x="0" y="4750"/>
                </a:cubicBezTo>
                <a:cubicBezTo>
                  <a:pt x="0" y="5647"/>
                  <a:pt x="726" y="6372"/>
                  <a:pt x="1623" y="6372"/>
                </a:cubicBezTo>
                <a:cubicBezTo>
                  <a:pt x="2409" y="6372"/>
                  <a:pt x="3064" y="5801"/>
                  <a:pt x="3206" y="5056"/>
                </a:cubicBezTo>
                <a:lnTo>
                  <a:pt x="9097" y="5056"/>
                </a:lnTo>
                <a:lnTo>
                  <a:pt x="12692" y="8661"/>
                </a:lnTo>
                <a:lnTo>
                  <a:pt x="39008" y="8661"/>
                </a:lnTo>
                <a:lnTo>
                  <a:pt x="39008" y="562"/>
                </a:lnTo>
                <a:lnTo>
                  <a:pt x="91829" y="562"/>
                </a:lnTo>
                <a:lnTo>
                  <a:pt x="9182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6"/>
          <p:cNvSpPr/>
          <p:nvPr/>
        </p:nvSpPr>
        <p:spPr>
          <a:xfrm>
            <a:off x="8692875" y="3717400"/>
            <a:ext cx="459300" cy="459300"/>
          </a:xfrm>
          <a:prstGeom prst="plus">
            <a:avLst>
              <a:gd fmla="val 32768" name="adj"/>
            </a:avLst>
          </a:prstGeom>
          <a:solidFill>
            <a:srgbClr val="95E7D3">
              <a:alpha val="6962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59" name="Google Shape;59;p6"/>
          <p:cNvGrpSpPr/>
          <p:nvPr/>
        </p:nvGrpSpPr>
        <p:grpSpPr>
          <a:xfrm>
            <a:off x="-380" y="4082892"/>
            <a:ext cx="728371" cy="584805"/>
            <a:chOff x="7745496" y="4083492"/>
            <a:chExt cx="595804" cy="478329"/>
          </a:xfrm>
        </p:grpSpPr>
        <p:sp>
          <p:nvSpPr>
            <p:cNvPr id="60" name="Google Shape;60;p6"/>
            <p:cNvSpPr/>
            <p:nvPr/>
          </p:nvSpPr>
          <p:spPr>
            <a:xfrm>
              <a:off x="7745496" y="4220121"/>
              <a:ext cx="341700" cy="3417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1" name="Google Shape;61;p6"/>
            <p:cNvSpPr/>
            <p:nvPr/>
          </p:nvSpPr>
          <p:spPr>
            <a:xfrm>
              <a:off x="8087200" y="4083492"/>
              <a:ext cx="254100" cy="254100"/>
            </a:xfrm>
            <a:prstGeom prst="plus">
              <a:avLst>
                <a:gd fmla="val 32768" name="adj"/>
              </a:avLst>
            </a:prstGeom>
            <a:solidFill>
              <a:srgbClr val="96E5D2">
                <a:alpha val="557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62" name="Google Shape;62;p6"/>
          <p:cNvSpPr/>
          <p:nvPr/>
        </p:nvSpPr>
        <p:spPr>
          <a:xfrm>
            <a:off x="239016" y="925150"/>
            <a:ext cx="249600" cy="249600"/>
          </a:xfrm>
          <a:prstGeom prst="plus">
            <a:avLst>
              <a:gd fmla="val 32768" name="adj"/>
            </a:avLst>
          </a:prstGeom>
          <a:solidFill>
            <a:srgbClr val="95E7D3">
              <a:alpha val="5506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3" name="Google Shape;63;p6"/>
          <p:cNvSpPr/>
          <p:nvPr/>
        </p:nvSpPr>
        <p:spPr>
          <a:xfrm>
            <a:off x="6568175" y="0"/>
            <a:ext cx="572400" cy="5727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64" name="Shape 64"/>
        <p:cNvGrpSpPr/>
        <p:nvPr/>
      </p:nvGrpSpPr>
      <p:grpSpPr>
        <a:xfrm>
          <a:off x="0" y="0"/>
          <a:ext cx="0" cy="0"/>
          <a:chOff x="0" y="0"/>
          <a:chExt cx="0" cy="0"/>
        </a:xfrm>
      </p:grpSpPr>
      <p:pic>
        <p:nvPicPr>
          <p:cNvPr id="65" name="Google Shape;65;p7"/>
          <p:cNvPicPr preferRelativeResize="0"/>
          <p:nvPr/>
        </p:nvPicPr>
        <p:blipFill>
          <a:blip r:embed="rId2">
            <a:alphaModFix amt="80000"/>
          </a:blip>
          <a:stretch>
            <a:fillRect/>
          </a:stretch>
        </p:blipFill>
        <p:spPr>
          <a:xfrm>
            <a:off x="0" y="8199"/>
            <a:ext cx="9144001" cy="5127121"/>
          </a:xfrm>
          <a:prstGeom prst="rect">
            <a:avLst/>
          </a:prstGeom>
          <a:noFill/>
          <a:ln>
            <a:noFill/>
          </a:ln>
        </p:spPr>
      </p:pic>
      <p:sp>
        <p:nvSpPr>
          <p:cNvPr id="66" name="Google Shape;66;p7"/>
          <p:cNvSpPr txBox="1"/>
          <p:nvPr>
            <p:ph type="title"/>
          </p:nvPr>
        </p:nvSpPr>
        <p:spPr>
          <a:xfrm>
            <a:off x="4693000" y="1428700"/>
            <a:ext cx="37359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67" name="Google Shape;67;p7"/>
          <p:cNvSpPr txBox="1"/>
          <p:nvPr>
            <p:ph idx="1" type="body"/>
          </p:nvPr>
        </p:nvSpPr>
        <p:spPr>
          <a:xfrm>
            <a:off x="4693000" y="2169650"/>
            <a:ext cx="3735900" cy="18507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Clr>
                <a:schemeClr val="accent3"/>
              </a:buClr>
              <a:buSzPts val="1400"/>
              <a:buChar char="●"/>
              <a:defRPr>
                <a:solidFill>
                  <a:srgbClr val="434343"/>
                </a:solidFill>
              </a:defRPr>
            </a:lvl1pPr>
            <a:lvl2pPr indent="-304800" lvl="1" marL="914400" rtl="0">
              <a:lnSpc>
                <a:spcPct val="115000"/>
              </a:lnSpc>
              <a:spcBef>
                <a:spcPts val="0"/>
              </a:spcBef>
              <a:spcAft>
                <a:spcPts val="0"/>
              </a:spcAft>
              <a:buSzPts val="1200"/>
              <a:buChar char="○"/>
              <a:defRPr>
                <a:solidFill>
                  <a:srgbClr val="434343"/>
                </a:solidFill>
              </a:defRPr>
            </a:lvl2pPr>
            <a:lvl3pPr indent="-304800" lvl="2" marL="1371600" rtl="0">
              <a:lnSpc>
                <a:spcPct val="115000"/>
              </a:lnSpc>
              <a:spcBef>
                <a:spcPts val="0"/>
              </a:spcBef>
              <a:spcAft>
                <a:spcPts val="0"/>
              </a:spcAft>
              <a:buSzPts val="1200"/>
              <a:buChar char="■"/>
              <a:defRPr>
                <a:solidFill>
                  <a:srgbClr val="434343"/>
                </a:solidFill>
              </a:defRPr>
            </a:lvl3pPr>
            <a:lvl4pPr indent="-304800" lvl="3" marL="1828800" rtl="0">
              <a:lnSpc>
                <a:spcPct val="115000"/>
              </a:lnSpc>
              <a:spcBef>
                <a:spcPts val="0"/>
              </a:spcBef>
              <a:spcAft>
                <a:spcPts val="0"/>
              </a:spcAft>
              <a:buSzPts val="1200"/>
              <a:buChar char="●"/>
              <a:defRPr>
                <a:solidFill>
                  <a:srgbClr val="434343"/>
                </a:solidFill>
              </a:defRPr>
            </a:lvl4pPr>
            <a:lvl5pPr indent="-304800" lvl="4" marL="2286000" rtl="0">
              <a:lnSpc>
                <a:spcPct val="115000"/>
              </a:lnSpc>
              <a:spcBef>
                <a:spcPts val="0"/>
              </a:spcBef>
              <a:spcAft>
                <a:spcPts val="0"/>
              </a:spcAft>
              <a:buSzPts val="1200"/>
              <a:buChar char="○"/>
              <a:defRPr>
                <a:solidFill>
                  <a:srgbClr val="434343"/>
                </a:solidFill>
              </a:defRPr>
            </a:lvl5pPr>
            <a:lvl6pPr indent="-304800" lvl="5" marL="2743200" rtl="0">
              <a:lnSpc>
                <a:spcPct val="115000"/>
              </a:lnSpc>
              <a:spcBef>
                <a:spcPts val="0"/>
              </a:spcBef>
              <a:spcAft>
                <a:spcPts val="0"/>
              </a:spcAft>
              <a:buSzPts val="1200"/>
              <a:buChar char="■"/>
              <a:defRPr>
                <a:solidFill>
                  <a:srgbClr val="434343"/>
                </a:solidFill>
              </a:defRPr>
            </a:lvl6pPr>
            <a:lvl7pPr indent="-304800" lvl="6" marL="3200400" rtl="0">
              <a:lnSpc>
                <a:spcPct val="115000"/>
              </a:lnSpc>
              <a:spcBef>
                <a:spcPts val="0"/>
              </a:spcBef>
              <a:spcAft>
                <a:spcPts val="0"/>
              </a:spcAft>
              <a:buSzPts val="1200"/>
              <a:buChar char="●"/>
              <a:defRPr>
                <a:solidFill>
                  <a:srgbClr val="434343"/>
                </a:solidFill>
              </a:defRPr>
            </a:lvl7pPr>
            <a:lvl8pPr indent="-304800" lvl="7" marL="3657600" rtl="0">
              <a:lnSpc>
                <a:spcPct val="115000"/>
              </a:lnSpc>
              <a:spcBef>
                <a:spcPts val="0"/>
              </a:spcBef>
              <a:spcAft>
                <a:spcPts val="0"/>
              </a:spcAft>
              <a:buSzPts val="1200"/>
              <a:buChar char="○"/>
              <a:defRPr>
                <a:solidFill>
                  <a:srgbClr val="434343"/>
                </a:solidFill>
              </a:defRPr>
            </a:lvl8pPr>
            <a:lvl9pPr indent="-304800" lvl="8" marL="4114800" rtl="0">
              <a:lnSpc>
                <a:spcPct val="115000"/>
              </a:lnSpc>
              <a:spcBef>
                <a:spcPts val="0"/>
              </a:spcBef>
              <a:spcAft>
                <a:spcPts val="0"/>
              </a:spcAft>
              <a:buSzPts val="1200"/>
              <a:buChar char="■"/>
              <a:defRPr>
                <a:solidFill>
                  <a:srgbClr val="434343"/>
                </a:solidFill>
              </a:defRPr>
            </a:lvl9pPr>
          </a:lstStyle>
          <a:p/>
        </p:txBody>
      </p:sp>
      <p:sp>
        <p:nvSpPr>
          <p:cNvPr id="68" name="Google Shape;68;p7"/>
          <p:cNvSpPr/>
          <p:nvPr>
            <p:ph idx="2" type="pic"/>
          </p:nvPr>
        </p:nvSpPr>
        <p:spPr>
          <a:xfrm>
            <a:off x="715100" y="535000"/>
            <a:ext cx="1697100" cy="1924500"/>
          </a:xfrm>
          <a:prstGeom prst="snip2DiagRect">
            <a:avLst>
              <a:gd fmla="val 0" name="adj1"/>
              <a:gd fmla="val 8572" name="adj2"/>
            </a:avLst>
          </a:prstGeom>
          <a:noFill/>
          <a:ln>
            <a:noFill/>
          </a:ln>
        </p:spPr>
      </p:sp>
      <p:sp>
        <p:nvSpPr>
          <p:cNvPr id="69" name="Google Shape;69;p7"/>
          <p:cNvSpPr/>
          <p:nvPr>
            <p:ph idx="3" type="pic"/>
          </p:nvPr>
        </p:nvSpPr>
        <p:spPr>
          <a:xfrm>
            <a:off x="715100" y="2683886"/>
            <a:ext cx="3588000" cy="1924500"/>
          </a:xfrm>
          <a:prstGeom prst="snip2DiagRect">
            <a:avLst>
              <a:gd fmla="val 0" name="adj1"/>
              <a:gd fmla="val 8572" name="adj2"/>
            </a:avLst>
          </a:prstGeom>
          <a:noFill/>
          <a:ln>
            <a:noFill/>
          </a:ln>
        </p:spPr>
      </p:sp>
      <p:sp>
        <p:nvSpPr>
          <p:cNvPr id="70" name="Google Shape;70;p7"/>
          <p:cNvSpPr/>
          <p:nvPr>
            <p:ph idx="4" type="pic"/>
          </p:nvPr>
        </p:nvSpPr>
        <p:spPr>
          <a:xfrm>
            <a:off x="2605922" y="535000"/>
            <a:ext cx="1697100" cy="1924500"/>
          </a:xfrm>
          <a:prstGeom prst="snip2DiagRect">
            <a:avLst>
              <a:gd fmla="val 0" name="adj1"/>
              <a:gd fmla="val 8572" name="adj2"/>
            </a:avLst>
          </a:prstGeom>
          <a:noFill/>
          <a:ln>
            <a:noFill/>
          </a:ln>
        </p:spPr>
      </p:sp>
      <p:grpSp>
        <p:nvGrpSpPr>
          <p:cNvPr id="71" name="Google Shape;71;p7"/>
          <p:cNvGrpSpPr/>
          <p:nvPr/>
        </p:nvGrpSpPr>
        <p:grpSpPr>
          <a:xfrm>
            <a:off x="6433872" y="168135"/>
            <a:ext cx="2997348" cy="434677"/>
            <a:chOff x="3978825" y="-2820900"/>
            <a:chExt cx="2466750" cy="357700"/>
          </a:xfrm>
        </p:grpSpPr>
        <p:sp>
          <p:nvSpPr>
            <p:cNvPr id="72" name="Google Shape;72;p7"/>
            <p:cNvSpPr/>
            <p:nvPr/>
          </p:nvSpPr>
          <p:spPr>
            <a:xfrm>
              <a:off x="3978825" y="-2820900"/>
              <a:ext cx="2295750" cy="216550"/>
            </a:xfrm>
            <a:custGeom>
              <a:rect b="b" l="l" r="r" t="t"/>
              <a:pathLst>
                <a:path extrusionOk="0" h="8662" w="91830">
                  <a:moveTo>
                    <a:pt x="38444" y="0"/>
                  </a:moveTo>
                  <a:lnTo>
                    <a:pt x="38444" y="8097"/>
                  </a:lnTo>
                  <a:lnTo>
                    <a:pt x="12928" y="8097"/>
                  </a:lnTo>
                  <a:lnTo>
                    <a:pt x="9323" y="4495"/>
                  </a:lnTo>
                  <a:lnTo>
                    <a:pt x="3216" y="4495"/>
                  </a:lnTo>
                  <a:cubicBezTo>
                    <a:pt x="3093" y="3728"/>
                    <a:pt x="2431" y="3125"/>
                    <a:pt x="1623" y="3125"/>
                  </a:cubicBezTo>
                  <a:cubicBezTo>
                    <a:pt x="726" y="3125"/>
                    <a:pt x="0" y="3850"/>
                    <a:pt x="0" y="4750"/>
                  </a:cubicBezTo>
                  <a:cubicBezTo>
                    <a:pt x="0" y="5647"/>
                    <a:pt x="726" y="6372"/>
                    <a:pt x="1623" y="6372"/>
                  </a:cubicBezTo>
                  <a:cubicBezTo>
                    <a:pt x="2409" y="6372"/>
                    <a:pt x="3064" y="5801"/>
                    <a:pt x="3206" y="5056"/>
                  </a:cubicBezTo>
                  <a:lnTo>
                    <a:pt x="9097" y="5056"/>
                  </a:lnTo>
                  <a:lnTo>
                    <a:pt x="12692" y="8661"/>
                  </a:lnTo>
                  <a:lnTo>
                    <a:pt x="39008" y="8661"/>
                  </a:lnTo>
                  <a:lnTo>
                    <a:pt x="39008" y="562"/>
                  </a:lnTo>
                  <a:lnTo>
                    <a:pt x="91829" y="562"/>
                  </a:lnTo>
                  <a:lnTo>
                    <a:pt x="9182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7"/>
            <p:cNvSpPr/>
            <p:nvPr/>
          </p:nvSpPr>
          <p:spPr>
            <a:xfrm>
              <a:off x="4017350" y="-2745600"/>
              <a:ext cx="2428225" cy="282400"/>
            </a:xfrm>
            <a:custGeom>
              <a:rect b="b" l="l" r="r" t="t"/>
              <a:pathLst>
                <a:path extrusionOk="0" h="11296" w="97129">
                  <a:moveTo>
                    <a:pt x="22424" y="0"/>
                  </a:moveTo>
                  <a:lnTo>
                    <a:pt x="18677" y="9609"/>
                  </a:lnTo>
                  <a:lnTo>
                    <a:pt x="2645" y="9609"/>
                  </a:lnTo>
                  <a:cubicBezTo>
                    <a:pt x="2493" y="9028"/>
                    <a:pt x="1971" y="8600"/>
                    <a:pt x="1349" y="8600"/>
                  </a:cubicBezTo>
                  <a:cubicBezTo>
                    <a:pt x="604" y="8600"/>
                    <a:pt x="1" y="9202"/>
                    <a:pt x="1" y="9947"/>
                  </a:cubicBezTo>
                  <a:cubicBezTo>
                    <a:pt x="1" y="10692"/>
                    <a:pt x="604" y="11295"/>
                    <a:pt x="1349" y="11295"/>
                  </a:cubicBezTo>
                  <a:cubicBezTo>
                    <a:pt x="2013" y="11295"/>
                    <a:pt x="2564" y="10795"/>
                    <a:pt x="2667" y="10161"/>
                  </a:cubicBezTo>
                  <a:lnTo>
                    <a:pt x="19045" y="10161"/>
                  </a:lnTo>
                  <a:lnTo>
                    <a:pt x="22802" y="552"/>
                  </a:lnTo>
                  <a:lnTo>
                    <a:pt x="58359" y="552"/>
                  </a:lnTo>
                  <a:lnTo>
                    <a:pt x="63983" y="6056"/>
                  </a:lnTo>
                  <a:lnTo>
                    <a:pt x="97128" y="6056"/>
                  </a:lnTo>
                  <a:lnTo>
                    <a:pt x="97128" y="5514"/>
                  </a:lnTo>
                  <a:lnTo>
                    <a:pt x="64198" y="5514"/>
                  </a:lnTo>
                  <a:lnTo>
                    <a:pt x="58582" y="0"/>
                  </a:lnTo>
                  <a:close/>
                </a:path>
              </a:pathLst>
            </a:custGeom>
            <a:solidFill>
              <a:srgbClr val="A0D4FC">
                <a:alpha val="5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 name="Google Shape;74;p7"/>
          <p:cNvGrpSpPr/>
          <p:nvPr/>
        </p:nvGrpSpPr>
        <p:grpSpPr>
          <a:xfrm>
            <a:off x="0" y="3848311"/>
            <a:ext cx="1010944" cy="1295191"/>
            <a:chOff x="7745502" y="3705440"/>
            <a:chExt cx="668481" cy="856381"/>
          </a:xfrm>
        </p:grpSpPr>
        <p:sp>
          <p:nvSpPr>
            <p:cNvPr id="75" name="Google Shape;75;p7"/>
            <p:cNvSpPr/>
            <p:nvPr/>
          </p:nvSpPr>
          <p:spPr>
            <a:xfrm>
              <a:off x="8072283" y="4220121"/>
              <a:ext cx="341700" cy="3417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76" name="Google Shape;76;p7"/>
            <p:cNvSpPr/>
            <p:nvPr/>
          </p:nvSpPr>
          <p:spPr>
            <a:xfrm>
              <a:off x="7745502" y="3705440"/>
              <a:ext cx="439800" cy="439800"/>
            </a:xfrm>
            <a:prstGeom prst="plus">
              <a:avLst>
                <a:gd fmla="val 32768" name="adj"/>
              </a:avLst>
            </a:prstGeom>
            <a:solidFill>
              <a:srgbClr val="95E7D3">
                <a:alpha val="5506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77" name="Google Shape;77;p7"/>
          <p:cNvSpPr/>
          <p:nvPr/>
        </p:nvSpPr>
        <p:spPr>
          <a:xfrm>
            <a:off x="7775201" y="4608375"/>
            <a:ext cx="540300" cy="540300"/>
          </a:xfrm>
          <a:prstGeom prst="plus">
            <a:avLst>
              <a:gd fmla="val 32768" name="adj"/>
            </a:avLst>
          </a:prstGeom>
          <a:solidFill>
            <a:srgbClr val="95E7D3">
              <a:alpha val="6962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78" name="Shape 78"/>
        <p:cNvGrpSpPr/>
        <p:nvPr/>
      </p:nvGrpSpPr>
      <p:grpSpPr>
        <a:xfrm>
          <a:off x="0" y="0"/>
          <a:ext cx="0" cy="0"/>
          <a:chOff x="0" y="0"/>
          <a:chExt cx="0" cy="0"/>
        </a:xfrm>
      </p:grpSpPr>
      <p:pic>
        <p:nvPicPr>
          <p:cNvPr id="79" name="Google Shape;79;p8"/>
          <p:cNvPicPr preferRelativeResize="0"/>
          <p:nvPr/>
        </p:nvPicPr>
        <p:blipFill>
          <a:blip r:embed="rId2">
            <a:alphaModFix amt="80000"/>
          </a:blip>
          <a:stretch>
            <a:fillRect/>
          </a:stretch>
        </p:blipFill>
        <p:spPr>
          <a:xfrm>
            <a:off x="0" y="8199"/>
            <a:ext cx="9144001" cy="5127121"/>
          </a:xfrm>
          <a:prstGeom prst="rect">
            <a:avLst/>
          </a:prstGeom>
          <a:noFill/>
          <a:ln>
            <a:noFill/>
          </a:ln>
        </p:spPr>
      </p:pic>
      <p:sp>
        <p:nvSpPr>
          <p:cNvPr id="80" name="Google Shape;80;p8"/>
          <p:cNvSpPr/>
          <p:nvPr>
            <p:ph idx="2" type="pic"/>
          </p:nvPr>
        </p:nvSpPr>
        <p:spPr>
          <a:xfrm>
            <a:off x="226800" y="201750"/>
            <a:ext cx="8690400" cy="4740000"/>
          </a:xfrm>
          <a:prstGeom prst="snip2DiagRect">
            <a:avLst>
              <a:gd fmla="val 0" name="adj1"/>
              <a:gd fmla="val 6027" name="adj2"/>
            </a:avLst>
          </a:prstGeom>
          <a:noFill/>
          <a:ln>
            <a:noFill/>
          </a:ln>
        </p:spPr>
      </p:sp>
      <p:sp>
        <p:nvSpPr>
          <p:cNvPr id="81" name="Google Shape;81;p8"/>
          <p:cNvSpPr txBox="1"/>
          <p:nvPr>
            <p:ph type="title"/>
          </p:nvPr>
        </p:nvSpPr>
        <p:spPr>
          <a:xfrm>
            <a:off x="715100" y="3609025"/>
            <a:ext cx="2747700" cy="796800"/>
          </a:xfrm>
          <a:prstGeom prst="rect">
            <a:avLst/>
          </a:prstGeom>
          <a:solidFill>
            <a:schemeClr val="accent1"/>
          </a:solidFill>
        </p:spPr>
        <p:txBody>
          <a:bodyPr anchorCtr="0" anchor="ctr" bIns="91425" lIns="91425" spcFirstLastPara="1" rIns="91425" wrap="square" tIns="91425">
            <a:noAutofit/>
          </a:bodyPr>
          <a:lstStyle>
            <a:lvl1pPr lvl="0" rtl="0" algn="ctr">
              <a:spcBef>
                <a:spcPts val="0"/>
              </a:spcBef>
              <a:spcAft>
                <a:spcPts val="0"/>
              </a:spcAft>
              <a:buClr>
                <a:schemeClr val="dk2"/>
              </a:buClr>
              <a:buSzPts val="2100"/>
              <a:buNone/>
              <a:defRPr sz="2100">
                <a:solidFill>
                  <a:schemeClr val="dk2"/>
                </a:solidFill>
              </a:defRPr>
            </a:lvl1pPr>
            <a:lvl2pPr lvl="1" rtl="0" algn="ctr">
              <a:spcBef>
                <a:spcPts val="0"/>
              </a:spcBef>
              <a:spcAft>
                <a:spcPts val="0"/>
              </a:spcAft>
              <a:buClr>
                <a:schemeClr val="dk2"/>
              </a:buClr>
              <a:buSzPts val="2100"/>
              <a:buNone/>
              <a:defRPr sz="2100">
                <a:solidFill>
                  <a:schemeClr val="dk2"/>
                </a:solidFill>
              </a:defRPr>
            </a:lvl2pPr>
            <a:lvl3pPr lvl="2" rtl="0" algn="ctr">
              <a:spcBef>
                <a:spcPts val="0"/>
              </a:spcBef>
              <a:spcAft>
                <a:spcPts val="0"/>
              </a:spcAft>
              <a:buClr>
                <a:schemeClr val="dk2"/>
              </a:buClr>
              <a:buSzPts val="2100"/>
              <a:buNone/>
              <a:defRPr sz="2100">
                <a:solidFill>
                  <a:schemeClr val="dk2"/>
                </a:solidFill>
              </a:defRPr>
            </a:lvl3pPr>
            <a:lvl4pPr lvl="3" rtl="0" algn="ctr">
              <a:spcBef>
                <a:spcPts val="0"/>
              </a:spcBef>
              <a:spcAft>
                <a:spcPts val="0"/>
              </a:spcAft>
              <a:buClr>
                <a:schemeClr val="dk2"/>
              </a:buClr>
              <a:buSzPts val="2100"/>
              <a:buNone/>
              <a:defRPr sz="2100">
                <a:solidFill>
                  <a:schemeClr val="dk2"/>
                </a:solidFill>
              </a:defRPr>
            </a:lvl4pPr>
            <a:lvl5pPr lvl="4" rtl="0" algn="ctr">
              <a:spcBef>
                <a:spcPts val="0"/>
              </a:spcBef>
              <a:spcAft>
                <a:spcPts val="0"/>
              </a:spcAft>
              <a:buClr>
                <a:schemeClr val="dk2"/>
              </a:buClr>
              <a:buSzPts val="2100"/>
              <a:buNone/>
              <a:defRPr sz="2100">
                <a:solidFill>
                  <a:schemeClr val="dk2"/>
                </a:solidFill>
              </a:defRPr>
            </a:lvl5pPr>
            <a:lvl6pPr lvl="5" rtl="0" algn="ctr">
              <a:spcBef>
                <a:spcPts val="0"/>
              </a:spcBef>
              <a:spcAft>
                <a:spcPts val="0"/>
              </a:spcAft>
              <a:buClr>
                <a:schemeClr val="dk2"/>
              </a:buClr>
              <a:buSzPts val="2100"/>
              <a:buNone/>
              <a:defRPr sz="2100">
                <a:solidFill>
                  <a:schemeClr val="dk2"/>
                </a:solidFill>
              </a:defRPr>
            </a:lvl6pPr>
            <a:lvl7pPr lvl="6" rtl="0" algn="ctr">
              <a:spcBef>
                <a:spcPts val="0"/>
              </a:spcBef>
              <a:spcAft>
                <a:spcPts val="0"/>
              </a:spcAft>
              <a:buClr>
                <a:schemeClr val="dk2"/>
              </a:buClr>
              <a:buSzPts val="2100"/>
              <a:buNone/>
              <a:defRPr sz="2100">
                <a:solidFill>
                  <a:schemeClr val="dk2"/>
                </a:solidFill>
              </a:defRPr>
            </a:lvl7pPr>
            <a:lvl8pPr lvl="7" rtl="0" algn="ctr">
              <a:spcBef>
                <a:spcPts val="0"/>
              </a:spcBef>
              <a:spcAft>
                <a:spcPts val="0"/>
              </a:spcAft>
              <a:buClr>
                <a:schemeClr val="dk2"/>
              </a:buClr>
              <a:buSzPts val="2100"/>
              <a:buNone/>
              <a:defRPr sz="2100">
                <a:solidFill>
                  <a:schemeClr val="dk2"/>
                </a:solidFill>
              </a:defRPr>
            </a:lvl8pPr>
            <a:lvl9pPr lvl="8" rtl="0" algn="ctr">
              <a:spcBef>
                <a:spcPts val="0"/>
              </a:spcBef>
              <a:spcAft>
                <a:spcPts val="0"/>
              </a:spcAft>
              <a:buClr>
                <a:schemeClr val="dk2"/>
              </a:buClr>
              <a:buSzPts val="2100"/>
              <a:buNone/>
              <a:defRPr sz="2100">
                <a:solidFill>
                  <a:schemeClr val="dk2"/>
                </a:solidFill>
              </a:defRPr>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82" name="Shape 82"/>
        <p:cNvGrpSpPr/>
        <p:nvPr/>
      </p:nvGrpSpPr>
      <p:grpSpPr>
        <a:xfrm>
          <a:off x="0" y="0"/>
          <a:ext cx="0" cy="0"/>
          <a:chOff x="0" y="0"/>
          <a:chExt cx="0" cy="0"/>
        </a:xfrm>
      </p:grpSpPr>
      <p:pic>
        <p:nvPicPr>
          <p:cNvPr id="83" name="Google Shape;83;p9"/>
          <p:cNvPicPr preferRelativeResize="0"/>
          <p:nvPr/>
        </p:nvPicPr>
        <p:blipFill>
          <a:blip r:embed="rId2">
            <a:alphaModFix amt="80000"/>
          </a:blip>
          <a:stretch>
            <a:fillRect/>
          </a:stretch>
        </p:blipFill>
        <p:spPr>
          <a:xfrm>
            <a:off x="0" y="8199"/>
            <a:ext cx="9144001" cy="5127121"/>
          </a:xfrm>
          <a:prstGeom prst="rect">
            <a:avLst/>
          </a:prstGeom>
          <a:noFill/>
          <a:ln>
            <a:noFill/>
          </a:ln>
        </p:spPr>
      </p:pic>
      <p:sp>
        <p:nvSpPr>
          <p:cNvPr id="84" name="Google Shape;84;p9"/>
          <p:cNvSpPr txBox="1"/>
          <p:nvPr>
            <p:ph hasCustomPrompt="1" type="title"/>
          </p:nvPr>
        </p:nvSpPr>
        <p:spPr>
          <a:xfrm>
            <a:off x="1387125" y="1979775"/>
            <a:ext cx="2896800" cy="1183800"/>
          </a:xfrm>
          <a:prstGeom prst="rect">
            <a:avLst/>
          </a:prstGeom>
          <a:solidFill>
            <a:schemeClr val="accent1"/>
          </a:solidFill>
        </p:spPr>
        <p:txBody>
          <a:bodyPr anchorCtr="0" anchor="b" bIns="91425" lIns="91425" spcFirstLastPara="1" rIns="91425" wrap="square" tIns="91425">
            <a:noAutofit/>
          </a:bodyPr>
          <a:lstStyle>
            <a:lvl1pPr lvl="0" algn="ctr">
              <a:spcBef>
                <a:spcPts val="0"/>
              </a:spcBef>
              <a:spcAft>
                <a:spcPts val="0"/>
              </a:spcAft>
              <a:buSzPts val="9600"/>
              <a:buNone/>
              <a:defRPr sz="7200">
                <a:solidFill>
                  <a:schemeClr val="dk2"/>
                </a:solidFill>
                <a:latin typeface="Krub Light"/>
                <a:ea typeface="Krub Light"/>
                <a:cs typeface="Krub Light"/>
                <a:sym typeface="Krub Light"/>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85" name="Google Shape;85;p9"/>
          <p:cNvSpPr txBox="1"/>
          <p:nvPr>
            <p:ph idx="1" type="subTitle"/>
          </p:nvPr>
        </p:nvSpPr>
        <p:spPr>
          <a:xfrm>
            <a:off x="4539650" y="2011125"/>
            <a:ext cx="3217200" cy="1152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grpSp>
        <p:nvGrpSpPr>
          <p:cNvPr id="86" name="Google Shape;86;p9"/>
          <p:cNvGrpSpPr/>
          <p:nvPr/>
        </p:nvGrpSpPr>
        <p:grpSpPr>
          <a:xfrm flipH="1">
            <a:off x="6352757" y="3796366"/>
            <a:ext cx="3217140" cy="904562"/>
            <a:chOff x="790925" y="-2867575"/>
            <a:chExt cx="2345025" cy="659350"/>
          </a:xfrm>
        </p:grpSpPr>
        <p:sp>
          <p:nvSpPr>
            <p:cNvPr id="87" name="Google Shape;87;p9"/>
            <p:cNvSpPr/>
            <p:nvPr/>
          </p:nvSpPr>
          <p:spPr>
            <a:xfrm>
              <a:off x="855500" y="-2867575"/>
              <a:ext cx="1809675" cy="512075"/>
            </a:xfrm>
            <a:custGeom>
              <a:rect b="b" l="l" r="r" t="t"/>
              <a:pathLst>
                <a:path extrusionOk="0" h="20483" w="72387">
                  <a:moveTo>
                    <a:pt x="1" y="0"/>
                  </a:moveTo>
                  <a:lnTo>
                    <a:pt x="1" y="571"/>
                  </a:lnTo>
                  <a:lnTo>
                    <a:pt x="40498" y="571"/>
                  </a:lnTo>
                  <a:lnTo>
                    <a:pt x="40498" y="20483"/>
                  </a:lnTo>
                  <a:lnTo>
                    <a:pt x="71538" y="20483"/>
                  </a:lnTo>
                  <a:lnTo>
                    <a:pt x="71538" y="2502"/>
                  </a:lnTo>
                  <a:cubicBezTo>
                    <a:pt x="72028" y="2358"/>
                    <a:pt x="72386" y="1899"/>
                    <a:pt x="72386" y="1367"/>
                  </a:cubicBezTo>
                  <a:cubicBezTo>
                    <a:pt x="72386" y="703"/>
                    <a:pt x="71857" y="162"/>
                    <a:pt x="71193" y="162"/>
                  </a:cubicBezTo>
                  <a:cubicBezTo>
                    <a:pt x="70529" y="162"/>
                    <a:pt x="69997" y="703"/>
                    <a:pt x="69997" y="1367"/>
                  </a:cubicBezTo>
                  <a:cubicBezTo>
                    <a:pt x="69997" y="1951"/>
                    <a:pt x="70416" y="2429"/>
                    <a:pt x="70967" y="2541"/>
                  </a:cubicBezTo>
                  <a:lnTo>
                    <a:pt x="70967" y="19902"/>
                  </a:lnTo>
                  <a:lnTo>
                    <a:pt x="41069" y="19902"/>
                  </a:lnTo>
                  <a:lnTo>
                    <a:pt x="41069" y="0"/>
                  </a:lnTo>
                  <a:close/>
                </a:path>
              </a:pathLst>
            </a:custGeom>
            <a:solidFill>
              <a:srgbClr val="A0D4FC">
                <a:alpha val="5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9"/>
            <p:cNvSpPr/>
            <p:nvPr/>
          </p:nvSpPr>
          <p:spPr>
            <a:xfrm>
              <a:off x="790925" y="-2429775"/>
              <a:ext cx="2345025" cy="221550"/>
            </a:xfrm>
            <a:custGeom>
              <a:rect b="b" l="l" r="r" t="t"/>
              <a:pathLst>
                <a:path extrusionOk="0" h="8862" w="93801">
                  <a:moveTo>
                    <a:pt x="54077" y="0"/>
                  </a:moveTo>
                  <a:lnTo>
                    <a:pt x="54077" y="8291"/>
                  </a:lnTo>
                  <a:lnTo>
                    <a:pt x="1" y="8291"/>
                  </a:lnTo>
                  <a:lnTo>
                    <a:pt x="1" y="8862"/>
                  </a:lnTo>
                  <a:lnTo>
                    <a:pt x="54651" y="8862"/>
                  </a:lnTo>
                  <a:lnTo>
                    <a:pt x="54651" y="571"/>
                  </a:lnTo>
                  <a:lnTo>
                    <a:pt x="80780" y="571"/>
                  </a:lnTo>
                  <a:lnTo>
                    <a:pt x="84466" y="4257"/>
                  </a:lnTo>
                  <a:lnTo>
                    <a:pt x="91001" y="4257"/>
                  </a:lnTo>
                  <a:cubicBezTo>
                    <a:pt x="91114" y="4931"/>
                    <a:pt x="91685" y="5441"/>
                    <a:pt x="92391" y="5441"/>
                  </a:cubicBezTo>
                  <a:cubicBezTo>
                    <a:pt x="93165" y="5441"/>
                    <a:pt x="93800" y="4809"/>
                    <a:pt x="93800" y="4032"/>
                  </a:cubicBezTo>
                  <a:cubicBezTo>
                    <a:pt x="93800" y="3247"/>
                    <a:pt x="93165" y="2613"/>
                    <a:pt x="92391" y="2613"/>
                  </a:cubicBezTo>
                  <a:cubicBezTo>
                    <a:pt x="91727" y="2613"/>
                    <a:pt x="91185" y="3073"/>
                    <a:pt x="91021" y="3686"/>
                  </a:cubicBezTo>
                  <a:lnTo>
                    <a:pt x="84711" y="3686"/>
                  </a:lnTo>
                  <a:lnTo>
                    <a:pt x="8102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 name="Google Shape;89;p9"/>
          <p:cNvGrpSpPr/>
          <p:nvPr/>
        </p:nvGrpSpPr>
        <p:grpSpPr>
          <a:xfrm flipH="1" rot="-5400000">
            <a:off x="-918588" y="869207"/>
            <a:ext cx="2805672" cy="461682"/>
            <a:chOff x="-78542" y="4269447"/>
            <a:chExt cx="3892442" cy="640513"/>
          </a:xfrm>
        </p:grpSpPr>
        <p:sp>
          <p:nvSpPr>
            <p:cNvPr id="90" name="Google Shape;90;p9"/>
            <p:cNvSpPr/>
            <p:nvPr/>
          </p:nvSpPr>
          <p:spPr>
            <a:xfrm flipH="1">
              <a:off x="-26956" y="4269447"/>
              <a:ext cx="3498330" cy="508988"/>
            </a:xfrm>
            <a:custGeom>
              <a:rect b="b" l="l" r="r" t="t"/>
              <a:pathLst>
                <a:path extrusionOk="0" h="17023" w="117001">
                  <a:moveTo>
                    <a:pt x="99111" y="0"/>
                  </a:moveTo>
                  <a:lnTo>
                    <a:pt x="99111" y="16481"/>
                  </a:lnTo>
                  <a:lnTo>
                    <a:pt x="1" y="16481"/>
                  </a:lnTo>
                  <a:lnTo>
                    <a:pt x="1" y="17022"/>
                  </a:lnTo>
                  <a:lnTo>
                    <a:pt x="99640" y="17022"/>
                  </a:lnTo>
                  <a:lnTo>
                    <a:pt x="99640" y="529"/>
                  </a:lnTo>
                  <a:lnTo>
                    <a:pt x="117001" y="529"/>
                  </a:lnTo>
                  <a:lnTo>
                    <a:pt x="117001" y="0"/>
                  </a:lnTo>
                  <a:close/>
                </a:path>
              </a:pathLst>
            </a:custGeom>
            <a:solidFill>
              <a:srgbClr val="A0D4FC">
                <a:alpha val="5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9"/>
            <p:cNvSpPr/>
            <p:nvPr/>
          </p:nvSpPr>
          <p:spPr>
            <a:xfrm flipH="1">
              <a:off x="-78542" y="4465736"/>
              <a:ext cx="3892442" cy="444224"/>
            </a:xfrm>
            <a:custGeom>
              <a:rect b="b" l="l" r="r" t="t"/>
              <a:pathLst>
                <a:path extrusionOk="0" h="14857" w="130182">
                  <a:moveTo>
                    <a:pt x="1122" y="0"/>
                  </a:moveTo>
                  <a:cubicBezTo>
                    <a:pt x="500" y="0"/>
                    <a:pt x="0" y="500"/>
                    <a:pt x="0" y="1113"/>
                  </a:cubicBezTo>
                  <a:cubicBezTo>
                    <a:pt x="0" y="1726"/>
                    <a:pt x="500" y="2226"/>
                    <a:pt x="1122" y="2226"/>
                  </a:cubicBezTo>
                  <a:cubicBezTo>
                    <a:pt x="1674" y="2226"/>
                    <a:pt x="2135" y="1829"/>
                    <a:pt x="2215" y="1297"/>
                  </a:cubicBezTo>
                  <a:lnTo>
                    <a:pt x="25671" y="1297"/>
                  </a:lnTo>
                  <a:lnTo>
                    <a:pt x="25671" y="14856"/>
                  </a:lnTo>
                  <a:lnTo>
                    <a:pt x="94034" y="14856"/>
                  </a:lnTo>
                  <a:lnTo>
                    <a:pt x="94034" y="3870"/>
                  </a:lnTo>
                  <a:lnTo>
                    <a:pt x="130182" y="3870"/>
                  </a:lnTo>
                  <a:lnTo>
                    <a:pt x="130182" y="3338"/>
                  </a:lnTo>
                  <a:lnTo>
                    <a:pt x="93503" y="3338"/>
                  </a:lnTo>
                  <a:lnTo>
                    <a:pt x="93503" y="14327"/>
                  </a:lnTo>
                  <a:lnTo>
                    <a:pt x="26203" y="14327"/>
                  </a:lnTo>
                  <a:lnTo>
                    <a:pt x="26203" y="755"/>
                  </a:lnTo>
                  <a:lnTo>
                    <a:pt x="2176" y="755"/>
                  </a:lnTo>
                  <a:cubicBezTo>
                    <a:pt x="2022" y="317"/>
                    <a:pt x="1613" y="0"/>
                    <a:pt x="11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 name="Google Shape;92;p9"/>
          <p:cNvSpPr/>
          <p:nvPr/>
        </p:nvSpPr>
        <p:spPr>
          <a:xfrm>
            <a:off x="8243105" y="-2"/>
            <a:ext cx="900900" cy="9009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93" name="Shape 93"/>
        <p:cNvGrpSpPr/>
        <p:nvPr/>
      </p:nvGrpSpPr>
      <p:grpSpPr>
        <a:xfrm>
          <a:off x="0" y="0"/>
          <a:ext cx="0" cy="0"/>
          <a:chOff x="0" y="0"/>
          <a:chExt cx="0" cy="0"/>
        </a:xfrm>
      </p:grpSpPr>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94" name="Shape 94"/>
        <p:cNvGrpSpPr/>
        <p:nvPr/>
      </p:nvGrpSpPr>
      <p:grpSpPr>
        <a:xfrm>
          <a:off x="0" y="0"/>
          <a:ext cx="0" cy="0"/>
          <a:chOff x="0" y="0"/>
          <a:chExt cx="0" cy="0"/>
        </a:xfrm>
      </p:grpSpPr>
      <p:pic>
        <p:nvPicPr>
          <p:cNvPr id="95" name="Google Shape;95;p11"/>
          <p:cNvPicPr preferRelativeResize="0"/>
          <p:nvPr/>
        </p:nvPicPr>
        <p:blipFill>
          <a:blip r:embed="rId2">
            <a:alphaModFix amt="80000"/>
          </a:blip>
          <a:stretch>
            <a:fillRect/>
          </a:stretch>
        </p:blipFill>
        <p:spPr>
          <a:xfrm>
            <a:off x="0" y="8199"/>
            <a:ext cx="9144001" cy="5127121"/>
          </a:xfrm>
          <a:prstGeom prst="rect">
            <a:avLst/>
          </a:prstGeom>
          <a:noFill/>
          <a:ln>
            <a:noFill/>
          </a:ln>
        </p:spPr>
      </p:pic>
      <p:sp>
        <p:nvSpPr>
          <p:cNvPr id="96" name="Google Shape;96;p1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97" name="Google Shape;97;p11"/>
          <p:cNvSpPr txBox="1"/>
          <p:nvPr>
            <p:ph hasCustomPrompt="1" idx="2" type="title"/>
          </p:nvPr>
        </p:nvSpPr>
        <p:spPr>
          <a:xfrm>
            <a:off x="720000" y="1573974"/>
            <a:ext cx="734700" cy="450000"/>
          </a:xfrm>
          <a:prstGeom prst="rect">
            <a:avLst/>
          </a:prstGeom>
          <a:solidFill>
            <a:schemeClr val="accent1"/>
          </a:solidFill>
        </p:spPr>
        <p:txBody>
          <a:bodyPr anchorCtr="0" anchor="ctr" bIns="91425" lIns="91425" spcFirstLastPara="1" rIns="91425" wrap="square" tIns="91425">
            <a:noAutofit/>
          </a:bodyPr>
          <a:lstStyle>
            <a:lvl1pPr lvl="0" rtl="0" algn="r">
              <a:spcBef>
                <a:spcPts val="0"/>
              </a:spcBef>
              <a:spcAft>
                <a:spcPts val="0"/>
              </a:spcAft>
              <a:buSzPts val="3000"/>
              <a:buNone/>
              <a:defRPr sz="2400">
                <a:solidFill>
                  <a:schemeClr val="dk2"/>
                </a:solidFill>
                <a:latin typeface="Krub Light"/>
                <a:ea typeface="Krub Light"/>
                <a:cs typeface="Krub Light"/>
                <a:sym typeface="Krub Light"/>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8" name="Google Shape;98;p11"/>
          <p:cNvSpPr txBox="1"/>
          <p:nvPr>
            <p:ph idx="1" type="subTitle"/>
          </p:nvPr>
        </p:nvSpPr>
        <p:spPr>
          <a:xfrm>
            <a:off x="1562550" y="1573975"/>
            <a:ext cx="2669700" cy="450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accent6"/>
                </a:solidFill>
                <a:latin typeface="Krub Medium"/>
                <a:ea typeface="Krub Medium"/>
                <a:cs typeface="Krub Medium"/>
                <a:sym typeface="Krub Medium"/>
              </a:defRPr>
            </a:lvl1pPr>
            <a:lvl2pPr lvl="1" rtl="0">
              <a:lnSpc>
                <a:spcPct val="100000"/>
              </a:lnSpc>
              <a:spcBef>
                <a:spcPts val="0"/>
              </a:spcBef>
              <a:spcAft>
                <a:spcPts val="0"/>
              </a:spcAft>
              <a:buSzPts val="2400"/>
              <a:buFont typeface="Raleway"/>
              <a:buNone/>
              <a:defRPr sz="2400">
                <a:latin typeface="Raleway"/>
                <a:ea typeface="Raleway"/>
                <a:cs typeface="Raleway"/>
                <a:sym typeface="Raleway"/>
              </a:defRPr>
            </a:lvl2pPr>
            <a:lvl3pPr lvl="2" rtl="0">
              <a:lnSpc>
                <a:spcPct val="100000"/>
              </a:lnSpc>
              <a:spcBef>
                <a:spcPts val="0"/>
              </a:spcBef>
              <a:spcAft>
                <a:spcPts val="0"/>
              </a:spcAft>
              <a:buSzPts val="2400"/>
              <a:buFont typeface="Raleway"/>
              <a:buNone/>
              <a:defRPr sz="2400">
                <a:latin typeface="Raleway"/>
                <a:ea typeface="Raleway"/>
                <a:cs typeface="Raleway"/>
                <a:sym typeface="Raleway"/>
              </a:defRPr>
            </a:lvl3pPr>
            <a:lvl4pPr lvl="3" rtl="0">
              <a:lnSpc>
                <a:spcPct val="100000"/>
              </a:lnSpc>
              <a:spcBef>
                <a:spcPts val="0"/>
              </a:spcBef>
              <a:spcAft>
                <a:spcPts val="0"/>
              </a:spcAft>
              <a:buSzPts val="2400"/>
              <a:buFont typeface="Raleway"/>
              <a:buNone/>
              <a:defRPr sz="2400">
                <a:latin typeface="Raleway"/>
                <a:ea typeface="Raleway"/>
                <a:cs typeface="Raleway"/>
                <a:sym typeface="Raleway"/>
              </a:defRPr>
            </a:lvl4pPr>
            <a:lvl5pPr lvl="4" rtl="0">
              <a:lnSpc>
                <a:spcPct val="100000"/>
              </a:lnSpc>
              <a:spcBef>
                <a:spcPts val="0"/>
              </a:spcBef>
              <a:spcAft>
                <a:spcPts val="0"/>
              </a:spcAft>
              <a:buSzPts val="2400"/>
              <a:buFont typeface="Raleway"/>
              <a:buNone/>
              <a:defRPr sz="2400">
                <a:latin typeface="Raleway"/>
                <a:ea typeface="Raleway"/>
                <a:cs typeface="Raleway"/>
                <a:sym typeface="Raleway"/>
              </a:defRPr>
            </a:lvl5pPr>
            <a:lvl6pPr lvl="5" rtl="0">
              <a:lnSpc>
                <a:spcPct val="100000"/>
              </a:lnSpc>
              <a:spcBef>
                <a:spcPts val="0"/>
              </a:spcBef>
              <a:spcAft>
                <a:spcPts val="0"/>
              </a:spcAft>
              <a:buSzPts val="2400"/>
              <a:buFont typeface="Raleway"/>
              <a:buNone/>
              <a:defRPr sz="2400">
                <a:latin typeface="Raleway"/>
                <a:ea typeface="Raleway"/>
                <a:cs typeface="Raleway"/>
                <a:sym typeface="Raleway"/>
              </a:defRPr>
            </a:lvl6pPr>
            <a:lvl7pPr lvl="6" rtl="0">
              <a:lnSpc>
                <a:spcPct val="100000"/>
              </a:lnSpc>
              <a:spcBef>
                <a:spcPts val="0"/>
              </a:spcBef>
              <a:spcAft>
                <a:spcPts val="0"/>
              </a:spcAft>
              <a:buSzPts val="2400"/>
              <a:buFont typeface="Raleway"/>
              <a:buNone/>
              <a:defRPr sz="2400">
                <a:latin typeface="Raleway"/>
                <a:ea typeface="Raleway"/>
                <a:cs typeface="Raleway"/>
                <a:sym typeface="Raleway"/>
              </a:defRPr>
            </a:lvl7pPr>
            <a:lvl8pPr lvl="7" rtl="0">
              <a:lnSpc>
                <a:spcPct val="100000"/>
              </a:lnSpc>
              <a:spcBef>
                <a:spcPts val="0"/>
              </a:spcBef>
              <a:spcAft>
                <a:spcPts val="0"/>
              </a:spcAft>
              <a:buSzPts val="2400"/>
              <a:buFont typeface="Raleway"/>
              <a:buNone/>
              <a:defRPr sz="2400">
                <a:latin typeface="Raleway"/>
                <a:ea typeface="Raleway"/>
                <a:cs typeface="Raleway"/>
                <a:sym typeface="Raleway"/>
              </a:defRPr>
            </a:lvl8pPr>
            <a:lvl9pPr lvl="8" rtl="0">
              <a:lnSpc>
                <a:spcPct val="100000"/>
              </a:lnSpc>
              <a:spcBef>
                <a:spcPts val="0"/>
              </a:spcBef>
              <a:spcAft>
                <a:spcPts val="0"/>
              </a:spcAft>
              <a:buSzPts val="2400"/>
              <a:buFont typeface="Raleway"/>
              <a:buNone/>
              <a:defRPr sz="2400">
                <a:latin typeface="Raleway"/>
                <a:ea typeface="Raleway"/>
                <a:cs typeface="Raleway"/>
                <a:sym typeface="Raleway"/>
              </a:defRPr>
            </a:lvl9pPr>
          </a:lstStyle>
          <a:p/>
        </p:txBody>
      </p:sp>
      <p:sp>
        <p:nvSpPr>
          <p:cNvPr id="99" name="Google Shape;99;p11"/>
          <p:cNvSpPr txBox="1"/>
          <p:nvPr>
            <p:ph hasCustomPrompt="1" idx="3" type="title"/>
          </p:nvPr>
        </p:nvSpPr>
        <p:spPr>
          <a:xfrm>
            <a:off x="720000" y="2463574"/>
            <a:ext cx="734700" cy="450000"/>
          </a:xfrm>
          <a:prstGeom prst="rect">
            <a:avLst/>
          </a:prstGeom>
          <a:solidFill>
            <a:schemeClr val="accent1"/>
          </a:solidFill>
        </p:spPr>
        <p:txBody>
          <a:bodyPr anchorCtr="0" anchor="ctr" bIns="91425" lIns="91425" spcFirstLastPara="1" rIns="91425" wrap="square" tIns="91425">
            <a:noAutofit/>
          </a:bodyPr>
          <a:lstStyle>
            <a:lvl1pPr lvl="0" rtl="0" algn="r">
              <a:spcBef>
                <a:spcPts val="0"/>
              </a:spcBef>
              <a:spcAft>
                <a:spcPts val="0"/>
              </a:spcAft>
              <a:buSzPts val="3000"/>
              <a:buNone/>
              <a:defRPr sz="2400">
                <a:solidFill>
                  <a:schemeClr val="dk2"/>
                </a:solidFill>
                <a:latin typeface="Krub Light"/>
                <a:ea typeface="Krub Light"/>
                <a:cs typeface="Krub Light"/>
                <a:sym typeface="Krub Light"/>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0" name="Google Shape;100;p11"/>
          <p:cNvSpPr txBox="1"/>
          <p:nvPr>
            <p:ph idx="4" type="subTitle"/>
          </p:nvPr>
        </p:nvSpPr>
        <p:spPr>
          <a:xfrm>
            <a:off x="1562550" y="2463575"/>
            <a:ext cx="2669700" cy="450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accent6"/>
                </a:solidFill>
                <a:latin typeface="Krub Medium"/>
                <a:ea typeface="Krub Medium"/>
                <a:cs typeface="Krub Medium"/>
                <a:sym typeface="Krub Medium"/>
              </a:defRPr>
            </a:lvl1pPr>
            <a:lvl2pPr lvl="1" rtl="0">
              <a:lnSpc>
                <a:spcPct val="100000"/>
              </a:lnSpc>
              <a:spcBef>
                <a:spcPts val="0"/>
              </a:spcBef>
              <a:spcAft>
                <a:spcPts val="0"/>
              </a:spcAft>
              <a:buSzPts val="2400"/>
              <a:buFont typeface="Raleway"/>
              <a:buNone/>
              <a:defRPr sz="2400">
                <a:latin typeface="Raleway"/>
                <a:ea typeface="Raleway"/>
                <a:cs typeface="Raleway"/>
                <a:sym typeface="Raleway"/>
              </a:defRPr>
            </a:lvl2pPr>
            <a:lvl3pPr lvl="2" rtl="0">
              <a:lnSpc>
                <a:spcPct val="100000"/>
              </a:lnSpc>
              <a:spcBef>
                <a:spcPts val="0"/>
              </a:spcBef>
              <a:spcAft>
                <a:spcPts val="0"/>
              </a:spcAft>
              <a:buSzPts val="2400"/>
              <a:buFont typeface="Raleway"/>
              <a:buNone/>
              <a:defRPr sz="2400">
                <a:latin typeface="Raleway"/>
                <a:ea typeface="Raleway"/>
                <a:cs typeface="Raleway"/>
                <a:sym typeface="Raleway"/>
              </a:defRPr>
            </a:lvl3pPr>
            <a:lvl4pPr lvl="3" rtl="0">
              <a:lnSpc>
                <a:spcPct val="100000"/>
              </a:lnSpc>
              <a:spcBef>
                <a:spcPts val="0"/>
              </a:spcBef>
              <a:spcAft>
                <a:spcPts val="0"/>
              </a:spcAft>
              <a:buSzPts val="2400"/>
              <a:buFont typeface="Raleway"/>
              <a:buNone/>
              <a:defRPr sz="2400">
                <a:latin typeface="Raleway"/>
                <a:ea typeface="Raleway"/>
                <a:cs typeface="Raleway"/>
                <a:sym typeface="Raleway"/>
              </a:defRPr>
            </a:lvl4pPr>
            <a:lvl5pPr lvl="4" rtl="0">
              <a:lnSpc>
                <a:spcPct val="100000"/>
              </a:lnSpc>
              <a:spcBef>
                <a:spcPts val="0"/>
              </a:spcBef>
              <a:spcAft>
                <a:spcPts val="0"/>
              </a:spcAft>
              <a:buSzPts val="2400"/>
              <a:buFont typeface="Raleway"/>
              <a:buNone/>
              <a:defRPr sz="2400">
                <a:latin typeface="Raleway"/>
                <a:ea typeface="Raleway"/>
                <a:cs typeface="Raleway"/>
                <a:sym typeface="Raleway"/>
              </a:defRPr>
            </a:lvl5pPr>
            <a:lvl6pPr lvl="5" rtl="0">
              <a:lnSpc>
                <a:spcPct val="100000"/>
              </a:lnSpc>
              <a:spcBef>
                <a:spcPts val="0"/>
              </a:spcBef>
              <a:spcAft>
                <a:spcPts val="0"/>
              </a:spcAft>
              <a:buSzPts val="2400"/>
              <a:buFont typeface="Raleway"/>
              <a:buNone/>
              <a:defRPr sz="2400">
                <a:latin typeface="Raleway"/>
                <a:ea typeface="Raleway"/>
                <a:cs typeface="Raleway"/>
                <a:sym typeface="Raleway"/>
              </a:defRPr>
            </a:lvl6pPr>
            <a:lvl7pPr lvl="6" rtl="0">
              <a:lnSpc>
                <a:spcPct val="100000"/>
              </a:lnSpc>
              <a:spcBef>
                <a:spcPts val="0"/>
              </a:spcBef>
              <a:spcAft>
                <a:spcPts val="0"/>
              </a:spcAft>
              <a:buSzPts val="2400"/>
              <a:buFont typeface="Raleway"/>
              <a:buNone/>
              <a:defRPr sz="2400">
                <a:latin typeface="Raleway"/>
                <a:ea typeface="Raleway"/>
                <a:cs typeface="Raleway"/>
                <a:sym typeface="Raleway"/>
              </a:defRPr>
            </a:lvl7pPr>
            <a:lvl8pPr lvl="7" rtl="0">
              <a:lnSpc>
                <a:spcPct val="100000"/>
              </a:lnSpc>
              <a:spcBef>
                <a:spcPts val="0"/>
              </a:spcBef>
              <a:spcAft>
                <a:spcPts val="0"/>
              </a:spcAft>
              <a:buSzPts val="2400"/>
              <a:buFont typeface="Raleway"/>
              <a:buNone/>
              <a:defRPr sz="2400">
                <a:latin typeface="Raleway"/>
                <a:ea typeface="Raleway"/>
                <a:cs typeface="Raleway"/>
                <a:sym typeface="Raleway"/>
              </a:defRPr>
            </a:lvl8pPr>
            <a:lvl9pPr lvl="8" rtl="0">
              <a:lnSpc>
                <a:spcPct val="100000"/>
              </a:lnSpc>
              <a:spcBef>
                <a:spcPts val="0"/>
              </a:spcBef>
              <a:spcAft>
                <a:spcPts val="0"/>
              </a:spcAft>
              <a:buSzPts val="2400"/>
              <a:buFont typeface="Raleway"/>
              <a:buNone/>
              <a:defRPr sz="2400">
                <a:latin typeface="Raleway"/>
                <a:ea typeface="Raleway"/>
                <a:cs typeface="Raleway"/>
                <a:sym typeface="Raleway"/>
              </a:defRPr>
            </a:lvl9pPr>
          </a:lstStyle>
          <a:p/>
        </p:txBody>
      </p:sp>
      <p:sp>
        <p:nvSpPr>
          <p:cNvPr id="101" name="Google Shape;101;p11"/>
          <p:cNvSpPr txBox="1"/>
          <p:nvPr>
            <p:ph hasCustomPrompt="1" idx="5" type="title"/>
          </p:nvPr>
        </p:nvSpPr>
        <p:spPr>
          <a:xfrm>
            <a:off x="720000" y="3353174"/>
            <a:ext cx="734700" cy="450000"/>
          </a:xfrm>
          <a:prstGeom prst="rect">
            <a:avLst/>
          </a:prstGeom>
          <a:solidFill>
            <a:schemeClr val="accent1"/>
          </a:solidFill>
        </p:spPr>
        <p:txBody>
          <a:bodyPr anchorCtr="0" anchor="ctr" bIns="91425" lIns="91425" spcFirstLastPara="1" rIns="91425" wrap="square" tIns="91425">
            <a:noAutofit/>
          </a:bodyPr>
          <a:lstStyle>
            <a:lvl1pPr lvl="0" rtl="0" algn="r">
              <a:spcBef>
                <a:spcPts val="0"/>
              </a:spcBef>
              <a:spcAft>
                <a:spcPts val="0"/>
              </a:spcAft>
              <a:buSzPts val="3000"/>
              <a:buNone/>
              <a:defRPr sz="2400">
                <a:solidFill>
                  <a:schemeClr val="dk2"/>
                </a:solidFill>
                <a:latin typeface="Krub Light"/>
                <a:ea typeface="Krub Light"/>
                <a:cs typeface="Krub Light"/>
                <a:sym typeface="Krub Light"/>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2" name="Google Shape;102;p11"/>
          <p:cNvSpPr txBox="1"/>
          <p:nvPr>
            <p:ph idx="6" type="subTitle"/>
          </p:nvPr>
        </p:nvSpPr>
        <p:spPr>
          <a:xfrm>
            <a:off x="1562550" y="3353175"/>
            <a:ext cx="2669700" cy="450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accent6"/>
                </a:solidFill>
                <a:latin typeface="Krub Medium"/>
                <a:ea typeface="Krub Medium"/>
                <a:cs typeface="Krub Medium"/>
                <a:sym typeface="Krub Medium"/>
              </a:defRPr>
            </a:lvl1pPr>
            <a:lvl2pPr lvl="1" rtl="0">
              <a:lnSpc>
                <a:spcPct val="100000"/>
              </a:lnSpc>
              <a:spcBef>
                <a:spcPts val="0"/>
              </a:spcBef>
              <a:spcAft>
                <a:spcPts val="0"/>
              </a:spcAft>
              <a:buSzPts val="2400"/>
              <a:buFont typeface="Raleway"/>
              <a:buNone/>
              <a:defRPr sz="2400">
                <a:latin typeface="Raleway"/>
                <a:ea typeface="Raleway"/>
                <a:cs typeface="Raleway"/>
                <a:sym typeface="Raleway"/>
              </a:defRPr>
            </a:lvl2pPr>
            <a:lvl3pPr lvl="2" rtl="0">
              <a:lnSpc>
                <a:spcPct val="100000"/>
              </a:lnSpc>
              <a:spcBef>
                <a:spcPts val="0"/>
              </a:spcBef>
              <a:spcAft>
                <a:spcPts val="0"/>
              </a:spcAft>
              <a:buSzPts val="2400"/>
              <a:buFont typeface="Raleway"/>
              <a:buNone/>
              <a:defRPr sz="2400">
                <a:latin typeface="Raleway"/>
                <a:ea typeface="Raleway"/>
                <a:cs typeface="Raleway"/>
                <a:sym typeface="Raleway"/>
              </a:defRPr>
            </a:lvl3pPr>
            <a:lvl4pPr lvl="3" rtl="0">
              <a:lnSpc>
                <a:spcPct val="100000"/>
              </a:lnSpc>
              <a:spcBef>
                <a:spcPts val="0"/>
              </a:spcBef>
              <a:spcAft>
                <a:spcPts val="0"/>
              </a:spcAft>
              <a:buSzPts val="2400"/>
              <a:buFont typeface="Raleway"/>
              <a:buNone/>
              <a:defRPr sz="2400">
                <a:latin typeface="Raleway"/>
                <a:ea typeface="Raleway"/>
                <a:cs typeface="Raleway"/>
                <a:sym typeface="Raleway"/>
              </a:defRPr>
            </a:lvl4pPr>
            <a:lvl5pPr lvl="4" rtl="0">
              <a:lnSpc>
                <a:spcPct val="100000"/>
              </a:lnSpc>
              <a:spcBef>
                <a:spcPts val="0"/>
              </a:spcBef>
              <a:spcAft>
                <a:spcPts val="0"/>
              </a:spcAft>
              <a:buSzPts val="2400"/>
              <a:buFont typeface="Raleway"/>
              <a:buNone/>
              <a:defRPr sz="2400">
                <a:latin typeface="Raleway"/>
                <a:ea typeface="Raleway"/>
                <a:cs typeface="Raleway"/>
                <a:sym typeface="Raleway"/>
              </a:defRPr>
            </a:lvl5pPr>
            <a:lvl6pPr lvl="5" rtl="0">
              <a:lnSpc>
                <a:spcPct val="100000"/>
              </a:lnSpc>
              <a:spcBef>
                <a:spcPts val="0"/>
              </a:spcBef>
              <a:spcAft>
                <a:spcPts val="0"/>
              </a:spcAft>
              <a:buSzPts val="2400"/>
              <a:buFont typeface="Raleway"/>
              <a:buNone/>
              <a:defRPr sz="2400">
                <a:latin typeface="Raleway"/>
                <a:ea typeface="Raleway"/>
                <a:cs typeface="Raleway"/>
                <a:sym typeface="Raleway"/>
              </a:defRPr>
            </a:lvl6pPr>
            <a:lvl7pPr lvl="6" rtl="0">
              <a:lnSpc>
                <a:spcPct val="100000"/>
              </a:lnSpc>
              <a:spcBef>
                <a:spcPts val="0"/>
              </a:spcBef>
              <a:spcAft>
                <a:spcPts val="0"/>
              </a:spcAft>
              <a:buSzPts val="2400"/>
              <a:buFont typeface="Raleway"/>
              <a:buNone/>
              <a:defRPr sz="2400">
                <a:latin typeface="Raleway"/>
                <a:ea typeface="Raleway"/>
                <a:cs typeface="Raleway"/>
                <a:sym typeface="Raleway"/>
              </a:defRPr>
            </a:lvl7pPr>
            <a:lvl8pPr lvl="7" rtl="0">
              <a:lnSpc>
                <a:spcPct val="100000"/>
              </a:lnSpc>
              <a:spcBef>
                <a:spcPts val="0"/>
              </a:spcBef>
              <a:spcAft>
                <a:spcPts val="0"/>
              </a:spcAft>
              <a:buSzPts val="2400"/>
              <a:buFont typeface="Raleway"/>
              <a:buNone/>
              <a:defRPr sz="2400">
                <a:latin typeface="Raleway"/>
                <a:ea typeface="Raleway"/>
                <a:cs typeface="Raleway"/>
                <a:sym typeface="Raleway"/>
              </a:defRPr>
            </a:lvl8pPr>
            <a:lvl9pPr lvl="8" rtl="0">
              <a:lnSpc>
                <a:spcPct val="100000"/>
              </a:lnSpc>
              <a:spcBef>
                <a:spcPts val="0"/>
              </a:spcBef>
              <a:spcAft>
                <a:spcPts val="0"/>
              </a:spcAft>
              <a:buSzPts val="2400"/>
              <a:buFont typeface="Raleway"/>
              <a:buNone/>
              <a:defRPr sz="2400">
                <a:latin typeface="Raleway"/>
                <a:ea typeface="Raleway"/>
                <a:cs typeface="Raleway"/>
                <a:sym typeface="Raleway"/>
              </a:defRPr>
            </a:lvl9pPr>
          </a:lstStyle>
          <a:p/>
        </p:txBody>
      </p:sp>
      <p:sp>
        <p:nvSpPr>
          <p:cNvPr id="103" name="Google Shape;103;p11"/>
          <p:cNvSpPr txBox="1"/>
          <p:nvPr>
            <p:ph hasCustomPrompt="1" idx="7" type="title"/>
          </p:nvPr>
        </p:nvSpPr>
        <p:spPr>
          <a:xfrm>
            <a:off x="4700750" y="1573974"/>
            <a:ext cx="734700" cy="450000"/>
          </a:xfrm>
          <a:prstGeom prst="rect">
            <a:avLst/>
          </a:prstGeom>
          <a:solidFill>
            <a:schemeClr val="accent1"/>
          </a:solidFill>
        </p:spPr>
        <p:txBody>
          <a:bodyPr anchorCtr="0" anchor="ctr" bIns="91425" lIns="91425" spcFirstLastPara="1" rIns="91425" wrap="square" tIns="91425">
            <a:noAutofit/>
          </a:bodyPr>
          <a:lstStyle>
            <a:lvl1pPr lvl="0" rtl="0" algn="r">
              <a:spcBef>
                <a:spcPts val="0"/>
              </a:spcBef>
              <a:spcAft>
                <a:spcPts val="0"/>
              </a:spcAft>
              <a:buSzPts val="3000"/>
              <a:buNone/>
              <a:defRPr sz="2400">
                <a:solidFill>
                  <a:schemeClr val="dk2"/>
                </a:solidFill>
                <a:latin typeface="Krub Light"/>
                <a:ea typeface="Krub Light"/>
                <a:cs typeface="Krub Light"/>
                <a:sym typeface="Krub Light"/>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4" name="Google Shape;104;p11"/>
          <p:cNvSpPr txBox="1"/>
          <p:nvPr>
            <p:ph idx="8" type="subTitle"/>
          </p:nvPr>
        </p:nvSpPr>
        <p:spPr>
          <a:xfrm>
            <a:off x="5543300" y="1573975"/>
            <a:ext cx="2669700" cy="450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accent6"/>
                </a:solidFill>
                <a:latin typeface="Krub Medium"/>
                <a:ea typeface="Krub Medium"/>
                <a:cs typeface="Krub Medium"/>
                <a:sym typeface="Krub Medium"/>
              </a:defRPr>
            </a:lvl1pPr>
            <a:lvl2pPr lvl="1" rtl="0">
              <a:lnSpc>
                <a:spcPct val="100000"/>
              </a:lnSpc>
              <a:spcBef>
                <a:spcPts val="0"/>
              </a:spcBef>
              <a:spcAft>
                <a:spcPts val="0"/>
              </a:spcAft>
              <a:buSzPts val="2400"/>
              <a:buFont typeface="Raleway"/>
              <a:buNone/>
              <a:defRPr sz="2400">
                <a:latin typeface="Raleway"/>
                <a:ea typeface="Raleway"/>
                <a:cs typeface="Raleway"/>
                <a:sym typeface="Raleway"/>
              </a:defRPr>
            </a:lvl2pPr>
            <a:lvl3pPr lvl="2" rtl="0">
              <a:lnSpc>
                <a:spcPct val="100000"/>
              </a:lnSpc>
              <a:spcBef>
                <a:spcPts val="0"/>
              </a:spcBef>
              <a:spcAft>
                <a:spcPts val="0"/>
              </a:spcAft>
              <a:buSzPts val="2400"/>
              <a:buFont typeface="Raleway"/>
              <a:buNone/>
              <a:defRPr sz="2400">
                <a:latin typeface="Raleway"/>
                <a:ea typeface="Raleway"/>
                <a:cs typeface="Raleway"/>
                <a:sym typeface="Raleway"/>
              </a:defRPr>
            </a:lvl3pPr>
            <a:lvl4pPr lvl="3" rtl="0">
              <a:lnSpc>
                <a:spcPct val="100000"/>
              </a:lnSpc>
              <a:spcBef>
                <a:spcPts val="0"/>
              </a:spcBef>
              <a:spcAft>
                <a:spcPts val="0"/>
              </a:spcAft>
              <a:buSzPts val="2400"/>
              <a:buFont typeface="Raleway"/>
              <a:buNone/>
              <a:defRPr sz="2400">
                <a:latin typeface="Raleway"/>
                <a:ea typeface="Raleway"/>
                <a:cs typeface="Raleway"/>
                <a:sym typeface="Raleway"/>
              </a:defRPr>
            </a:lvl4pPr>
            <a:lvl5pPr lvl="4" rtl="0">
              <a:lnSpc>
                <a:spcPct val="100000"/>
              </a:lnSpc>
              <a:spcBef>
                <a:spcPts val="0"/>
              </a:spcBef>
              <a:spcAft>
                <a:spcPts val="0"/>
              </a:spcAft>
              <a:buSzPts val="2400"/>
              <a:buFont typeface="Raleway"/>
              <a:buNone/>
              <a:defRPr sz="2400">
                <a:latin typeface="Raleway"/>
                <a:ea typeface="Raleway"/>
                <a:cs typeface="Raleway"/>
                <a:sym typeface="Raleway"/>
              </a:defRPr>
            </a:lvl5pPr>
            <a:lvl6pPr lvl="5" rtl="0">
              <a:lnSpc>
                <a:spcPct val="100000"/>
              </a:lnSpc>
              <a:spcBef>
                <a:spcPts val="0"/>
              </a:spcBef>
              <a:spcAft>
                <a:spcPts val="0"/>
              </a:spcAft>
              <a:buSzPts val="2400"/>
              <a:buFont typeface="Raleway"/>
              <a:buNone/>
              <a:defRPr sz="2400">
                <a:latin typeface="Raleway"/>
                <a:ea typeface="Raleway"/>
                <a:cs typeface="Raleway"/>
                <a:sym typeface="Raleway"/>
              </a:defRPr>
            </a:lvl6pPr>
            <a:lvl7pPr lvl="6" rtl="0">
              <a:lnSpc>
                <a:spcPct val="100000"/>
              </a:lnSpc>
              <a:spcBef>
                <a:spcPts val="0"/>
              </a:spcBef>
              <a:spcAft>
                <a:spcPts val="0"/>
              </a:spcAft>
              <a:buSzPts val="2400"/>
              <a:buFont typeface="Raleway"/>
              <a:buNone/>
              <a:defRPr sz="2400">
                <a:latin typeface="Raleway"/>
                <a:ea typeface="Raleway"/>
                <a:cs typeface="Raleway"/>
                <a:sym typeface="Raleway"/>
              </a:defRPr>
            </a:lvl7pPr>
            <a:lvl8pPr lvl="7" rtl="0">
              <a:lnSpc>
                <a:spcPct val="100000"/>
              </a:lnSpc>
              <a:spcBef>
                <a:spcPts val="0"/>
              </a:spcBef>
              <a:spcAft>
                <a:spcPts val="0"/>
              </a:spcAft>
              <a:buSzPts val="2400"/>
              <a:buFont typeface="Raleway"/>
              <a:buNone/>
              <a:defRPr sz="2400">
                <a:latin typeface="Raleway"/>
                <a:ea typeface="Raleway"/>
                <a:cs typeface="Raleway"/>
                <a:sym typeface="Raleway"/>
              </a:defRPr>
            </a:lvl8pPr>
            <a:lvl9pPr lvl="8" rtl="0">
              <a:lnSpc>
                <a:spcPct val="100000"/>
              </a:lnSpc>
              <a:spcBef>
                <a:spcPts val="0"/>
              </a:spcBef>
              <a:spcAft>
                <a:spcPts val="0"/>
              </a:spcAft>
              <a:buSzPts val="2400"/>
              <a:buFont typeface="Raleway"/>
              <a:buNone/>
              <a:defRPr sz="2400">
                <a:latin typeface="Raleway"/>
                <a:ea typeface="Raleway"/>
                <a:cs typeface="Raleway"/>
                <a:sym typeface="Raleway"/>
              </a:defRPr>
            </a:lvl9pPr>
          </a:lstStyle>
          <a:p/>
        </p:txBody>
      </p:sp>
      <p:sp>
        <p:nvSpPr>
          <p:cNvPr id="105" name="Google Shape;105;p11"/>
          <p:cNvSpPr txBox="1"/>
          <p:nvPr>
            <p:ph hasCustomPrompt="1" idx="9" type="title"/>
          </p:nvPr>
        </p:nvSpPr>
        <p:spPr>
          <a:xfrm>
            <a:off x="4700750" y="2463574"/>
            <a:ext cx="734700" cy="450000"/>
          </a:xfrm>
          <a:prstGeom prst="rect">
            <a:avLst/>
          </a:prstGeom>
          <a:solidFill>
            <a:schemeClr val="accent1"/>
          </a:solidFill>
        </p:spPr>
        <p:txBody>
          <a:bodyPr anchorCtr="0" anchor="ctr" bIns="91425" lIns="91425" spcFirstLastPara="1" rIns="91425" wrap="square" tIns="91425">
            <a:noAutofit/>
          </a:bodyPr>
          <a:lstStyle>
            <a:lvl1pPr lvl="0" rtl="0" algn="r">
              <a:spcBef>
                <a:spcPts val="0"/>
              </a:spcBef>
              <a:spcAft>
                <a:spcPts val="0"/>
              </a:spcAft>
              <a:buSzPts val="3000"/>
              <a:buNone/>
              <a:defRPr sz="2400">
                <a:solidFill>
                  <a:schemeClr val="dk2"/>
                </a:solidFill>
                <a:latin typeface="Krub Light"/>
                <a:ea typeface="Krub Light"/>
                <a:cs typeface="Krub Light"/>
                <a:sym typeface="Krub Light"/>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6" name="Google Shape;106;p11"/>
          <p:cNvSpPr txBox="1"/>
          <p:nvPr>
            <p:ph idx="13" type="subTitle"/>
          </p:nvPr>
        </p:nvSpPr>
        <p:spPr>
          <a:xfrm>
            <a:off x="5543300" y="2463575"/>
            <a:ext cx="2669700" cy="450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accent6"/>
                </a:solidFill>
                <a:latin typeface="Krub Medium"/>
                <a:ea typeface="Krub Medium"/>
                <a:cs typeface="Krub Medium"/>
                <a:sym typeface="Krub Medium"/>
              </a:defRPr>
            </a:lvl1pPr>
            <a:lvl2pPr lvl="1" rtl="0">
              <a:lnSpc>
                <a:spcPct val="100000"/>
              </a:lnSpc>
              <a:spcBef>
                <a:spcPts val="0"/>
              </a:spcBef>
              <a:spcAft>
                <a:spcPts val="0"/>
              </a:spcAft>
              <a:buSzPts val="2400"/>
              <a:buFont typeface="Raleway"/>
              <a:buNone/>
              <a:defRPr sz="2400">
                <a:latin typeface="Raleway"/>
                <a:ea typeface="Raleway"/>
                <a:cs typeface="Raleway"/>
                <a:sym typeface="Raleway"/>
              </a:defRPr>
            </a:lvl2pPr>
            <a:lvl3pPr lvl="2" rtl="0">
              <a:lnSpc>
                <a:spcPct val="100000"/>
              </a:lnSpc>
              <a:spcBef>
                <a:spcPts val="0"/>
              </a:spcBef>
              <a:spcAft>
                <a:spcPts val="0"/>
              </a:spcAft>
              <a:buSzPts val="2400"/>
              <a:buFont typeface="Raleway"/>
              <a:buNone/>
              <a:defRPr sz="2400">
                <a:latin typeface="Raleway"/>
                <a:ea typeface="Raleway"/>
                <a:cs typeface="Raleway"/>
                <a:sym typeface="Raleway"/>
              </a:defRPr>
            </a:lvl3pPr>
            <a:lvl4pPr lvl="3" rtl="0">
              <a:lnSpc>
                <a:spcPct val="100000"/>
              </a:lnSpc>
              <a:spcBef>
                <a:spcPts val="0"/>
              </a:spcBef>
              <a:spcAft>
                <a:spcPts val="0"/>
              </a:spcAft>
              <a:buSzPts val="2400"/>
              <a:buFont typeface="Raleway"/>
              <a:buNone/>
              <a:defRPr sz="2400">
                <a:latin typeface="Raleway"/>
                <a:ea typeface="Raleway"/>
                <a:cs typeface="Raleway"/>
                <a:sym typeface="Raleway"/>
              </a:defRPr>
            </a:lvl4pPr>
            <a:lvl5pPr lvl="4" rtl="0">
              <a:lnSpc>
                <a:spcPct val="100000"/>
              </a:lnSpc>
              <a:spcBef>
                <a:spcPts val="0"/>
              </a:spcBef>
              <a:spcAft>
                <a:spcPts val="0"/>
              </a:spcAft>
              <a:buSzPts val="2400"/>
              <a:buFont typeface="Raleway"/>
              <a:buNone/>
              <a:defRPr sz="2400">
                <a:latin typeface="Raleway"/>
                <a:ea typeface="Raleway"/>
                <a:cs typeface="Raleway"/>
                <a:sym typeface="Raleway"/>
              </a:defRPr>
            </a:lvl5pPr>
            <a:lvl6pPr lvl="5" rtl="0">
              <a:lnSpc>
                <a:spcPct val="100000"/>
              </a:lnSpc>
              <a:spcBef>
                <a:spcPts val="0"/>
              </a:spcBef>
              <a:spcAft>
                <a:spcPts val="0"/>
              </a:spcAft>
              <a:buSzPts val="2400"/>
              <a:buFont typeface="Raleway"/>
              <a:buNone/>
              <a:defRPr sz="2400">
                <a:latin typeface="Raleway"/>
                <a:ea typeface="Raleway"/>
                <a:cs typeface="Raleway"/>
                <a:sym typeface="Raleway"/>
              </a:defRPr>
            </a:lvl6pPr>
            <a:lvl7pPr lvl="6" rtl="0">
              <a:lnSpc>
                <a:spcPct val="100000"/>
              </a:lnSpc>
              <a:spcBef>
                <a:spcPts val="0"/>
              </a:spcBef>
              <a:spcAft>
                <a:spcPts val="0"/>
              </a:spcAft>
              <a:buSzPts val="2400"/>
              <a:buFont typeface="Raleway"/>
              <a:buNone/>
              <a:defRPr sz="2400">
                <a:latin typeface="Raleway"/>
                <a:ea typeface="Raleway"/>
                <a:cs typeface="Raleway"/>
                <a:sym typeface="Raleway"/>
              </a:defRPr>
            </a:lvl7pPr>
            <a:lvl8pPr lvl="7" rtl="0">
              <a:lnSpc>
                <a:spcPct val="100000"/>
              </a:lnSpc>
              <a:spcBef>
                <a:spcPts val="0"/>
              </a:spcBef>
              <a:spcAft>
                <a:spcPts val="0"/>
              </a:spcAft>
              <a:buSzPts val="2400"/>
              <a:buFont typeface="Raleway"/>
              <a:buNone/>
              <a:defRPr sz="2400">
                <a:latin typeface="Raleway"/>
                <a:ea typeface="Raleway"/>
                <a:cs typeface="Raleway"/>
                <a:sym typeface="Raleway"/>
              </a:defRPr>
            </a:lvl8pPr>
            <a:lvl9pPr lvl="8" rtl="0">
              <a:lnSpc>
                <a:spcPct val="100000"/>
              </a:lnSpc>
              <a:spcBef>
                <a:spcPts val="0"/>
              </a:spcBef>
              <a:spcAft>
                <a:spcPts val="0"/>
              </a:spcAft>
              <a:buSzPts val="2400"/>
              <a:buFont typeface="Raleway"/>
              <a:buNone/>
              <a:defRPr sz="2400">
                <a:latin typeface="Raleway"/>
                <a:ea typeface="Raleway"/>
                <a:cs typeface="Raleway"/>
                <a:sym typeface="Raleway"/>
              </a:defRPr>
            </a:lvl9pPr>
          </a:lstStyle>
          <a:p/>
        </p:txBody>
      </p:sp>
      <p:sp>
        <p:nvSpPr>
          <p:cNvPr id="107" name="Google Shape;107;p11"/>
          <p:cNvSpPr txBox="1"/>
          <p:nvPr>
            <p:ph hasCustomPrompt="1" idx="14" type="title"/>
          </p:nvPr>
        </p:nvSpPr>
        <p:spPr>
          <a:xfrm>
            <a:off x="4700750" y="3353174"/>
            <a:ext cx="734700" cy="450000"/>
          </a:xfrm>
          <a:prstGeom prst="rect">
            <a:avLst/>
          </a:prstGeom>
          <a:solidFill>
            <a:schemeClr val="accent1"/>
          </a:solidFill>
        </p:spPr>
        <p:txBody>
          <a:bodyPr anchorCtr="0" anchor="ctr" bIns="91425" lIns="91425" spcFirstLastPara="1" rIns="91425" wrap="square" tIns="91425">
            <a:noAutofit/>
          </a:bodyPr>
          <a:lstStyle>
            <a:lvl1pPr lvl="0" rtl="0" algn="r">
              <a:spcBef>
                <a:spcPts val="0"/>
              </a:spcBef>
              <a:spcAft>
                <a:spcPts val="0"/>
              </a:spcAft>
              <a:buSzPts val="3000"/>
              <a:buNone/>
              <a:defRPr sz="2400">
                <a:solidFill>
                  <a:schemeClr val="dk2"/>
                </a:solidFill>
                <a:latin typeface="Krub Light"/>
                <a:ea typeface="Krub Light"/>
                <a:cs typeface="Krub Light"/>
                <a:sym typeface="Krub Light"/>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8" name="Google Shape;108;p11"/>
          <p:cNvSpPr txBox="1"/>
          <p:nvPr>
            <p:ph idx="15" type="subTitle"/>
          </p:nvPr>
        </p:nvSpPr>
        <p:spPr>
          <a:xfrm>
            <a:off x="5543300" y="3353175"/>
            <a:ext cx="2669700" cy="450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accent6"/>
                </a:solidFill>
                <a:latin typeface="Krub Medium"/>
                <a:ea typeface="Krub Medium"/>
                <a:cs typeface="Krub Medium"/>
                <a:sym typeface="Krub Medium"/>
              </a:defRPr>
            </a:lvl1pPr>
            <a:lvl2pPr lvl="1" rtl="0">
              <a:lnSpc>
                <a:spcPct val="100000"/>
              </a:lnSpc>
              <a:spcBef>
                <a:spcPts val="0"/>
              </a:spcBef>
              <a:spcAft>
                <a:spcPts val="0"/>
              </a:spcAft>
              <a:buSzPts val="2400"/>
              <a:buFont typeface="Raleway"/>
              <a:buNone/>
              <a:defRPr sz="2400">
                <a:latin typeface="Raleway"/>
                <a:ea typeface="Raleway"/>
                <a:cs typeface="Raleway"/>
                <a:sym typeface="Raleway"/>
              </a:defRPr>
            </a:lvl2pPr>
            <a:lvl3pPr lvl="2" rtl="0">
              <a:lnSpc>
                <a:spcPct val="100000"/>
              </a:lnSpc>
              <a:spcBef>
                <a:spcPts val="0"/>
              </a:spcBef>
              <a:spcAft>
                <a:spcPts val="0"/>
              </a:spcAft>
              <a:buSzPts val="2400"/>
              <a:buFont typeface="Raleway"/>
              <a:buNone/>
              <a:defRPr sz="2400">
                <a:latin typeface="Raleway"/>
                <a:ea typeface="Raleway"/>
                <a:cs typeface="Raleway"/>
                <a:sym typeface="Raleway"/>
              </a:defRPr>
            </a:lvl3pPr>
            <a:lvl4pPr lvl="3" rtl="0">
              <a:lnSpc>
                <a:spcPct val="100000"/>
              </a:lnSpc>
              <a:spcBef>
                <a:spcPts val="0"/>
              </a:spcBef>
              <a:spcAft>
                <a:spcPts val="0"/>
              </a:spcAft>
              <a:buSzPts val="2400"/>
              <a:buFont typeface="Raleway"/>
              <a:buNone/>
              <a:defRPr sz="2400">
                <a:latin typeface="Raleway"/>
                <a:ea typeface="Raleway"/>
                <a:cs typeface="Raleway"/>
                <a:sym typeface="Raleway"/>
              </a:defRPr>
            </a:lvl4pPr>
            <a:lvl5pPr lvl="4" rtl="0">
              <a:lnSpc>
                <a:spcPct val="100000"/>
              </a:lnSpc>
              <a:spcBef>
                <a:spcPts val="0"/>
              </a:spcBef>
              <a:spcAft>
                <a:spcPts val="0"/>
              </a:spcAft>
              <a:buSzPts val="2400"/>
              <a:buFont typeface="Raleway"/>
              <a:buNone/>
              <a:defRPr sz="2400">
                <a:latin typeface="Raleway"/>
                <a:ea typeface="Raleway"/>
                <a:cs typeface="Raleway"/>
                <a:sym typeface="Raleway"/>
              </a:defRPr>
            </a:lvl5pPr>
            <a:lvl6pPr lvl="5" rtl="0">
              <a:lnSpc>
                <a:spcPct val="100000"/>
              </a:lnSpc>
              <a:spcBef>
                <a:spcPts val="0"/>
              </a:spcBef>
              <a:spcAft>
                <a:spcPts val="0"/>
              </a:spcAft>
              <a:buSzPts val="2400"/>
              <a:buFont typeface="Raleway"/>
              <a:buNone/>
              <a:defRPr sz="2400">
                <a:latin typeface="Raleway"/>
                <a:ea typeface="Raleway"/>
                <a:cs typeface="Raleway"/>
                <a:sym typeface="Raleway"/>
              </a:defRPr>
            </a:lvl6pPr>
            <a:lvl7pPr lvl="6" rtl="0">
              <a:lnSpc>
                <a:spcPct val="100000"/>
              </a:lnSpc>
              <a:spcBef>
                <a:spcPts val="0"/>
              </a:spcBef>
              <a:spcAft>
                <a:spcPts val="0"/>
              </a:spcAft>
              <a:buSzPts val="2400"/>
              <a:buFont typeface="Raleway"/>
              <a:buNone/>
              <a:defRPr sz="2400">
                <a:latin typeface="Raleway"/>
                <a:ea typeface="Raleway"/>
                <a:cs typeface="Raleway"/>
                <a:sym typeface="Raleway"/>
              </a:defRPr>
            </a:lvl7pPr>
            <a:lvl8pPr lvl="7" rtl="0">
              <a:lnSpc>
                <a:spcPct val="100000"/>
              </a:lnSpc>
              <a:spcBef>
                <a:spcPts val="0"/>
              </a:spcBef>
              <a:spcAft>
                <a:spcPts val="0"/>
              </a:spcAft>
              <a:buSzPts val="2400"/>
              <a:buFont typeface="Raleway"/>
              <a:buNone/>
              <a:defRPr sz="2400">
                <a:latin typeface="Raleway"/>
                <a:ea typeface="Raleway"/>
                <a:cs typeface="Raleway"/>
                <a:sym typeface="Raleway"/>
              </a:defRPr>
            </a:lvl8pPr>
            <a:lvl9pPr lvl="8" rtl="0">
              <a:lnSpc>
                <a:spcPct val="100000"/>
              </a:lnSpc>
              <a:spcBef>
                <a:spcPts val="0"/>
              </a:spcBef>
              <a:spcAft>
                <a:spcPts val="0"/>
              </a:spcAft>
              <a:buSzPts val="2400"/>
              <a:buFont typeface="Raleway"/>
              <a:buNone/>
              <a:defRPr sz="2400">
                <a:latin typeface="Raleway"/>
                <a:ea typeface="Raleway"/>
                <a:cs typeface="Raleway"/>
                <a:sym typeface="Raleway"/>
              </a:defRPr>
            </a:lvl9pPr>
          </a:lstStyle>
          <a:p/>
        </p:txBody>
      </p:sp>
      <p:grpSp>
        <p:nvGrpSpPr>
          <p:cNvPr id="109" name="Google Shape;109;p11"/>
          <p:cNvGrpSpPr/>
          <p:nvPr/>
        </p:nvGrpSpPr>
        <p:grpSpPr>
          <a:xfrm flipH="1">
            <a:off x="-218099" y="4456896"/>
            <a:ext cx="2843176" cy="412285"/>
            <a:chOff x="3978825" y="-2820900"/>
            <a:chExt cx="2466750" cy="357700"/>
          </a:xfrm>
        </p:grpSpPr>
        <p:sp>
          <p:nvSpPr>
            <p:cNvPr id="110" name="Google Shape;110;p11"/>
            <p:cNvSpPr/>
            <p:nvPr/>
          </p:nvSpPr>
          <p:spPr>
            <a:xfrm>
              <a:off x="3978825" y="-2820900"/>
              <a:ext cx="2295750" cy="216550"/>
            </a:xfrm>
            <a:custGeom>
              <a:rect b="b" l="l" r="r" t="t"/>
              <a:pathLst>
                <a:path extrusionOk="0" h="8662" w="91830">
                  <a:moveTo>
                    <a:pt x="38444" y="0"/>
                  </a:moveTo>
                  <a:lnTo>
                    <a:pt x="38444" y="8097"/>
                  </a:lnTo>
                  <a:lnTo>
                    <a:pt x="12928" y="8097"/>
                  </a:lnTo>
                  <a:lnTo>
                    <a:pt x="9323" y="4495"/>
                  </a:lnTo>
                  <a:lnTo>
                    <a:pt x="3216" y="4495"/>
                  </a:lnTo>
                  <a:cubicBezTo>
                    <a:pt x="3093" y="3728"/>
                    <a:pt x="2431" y="3125"/>
                    <a:pt x="1623" y="3125"/>
                  </a:cubicBezTo>
                  <a:cubicBezTo>
                    <a:pt x="726" y="3125"/>
                    <a:pt x="0" y="3850"/>
                    <a:pt x="0" y="4750"/>
                  </a:cubicBezTo>
                  <a:cubicBezTo>
                    <a:pt x="0" y="5647"/>
                    <a:pt x="726" y="6372"/>
                    <a:pt x="1623" y="6372"/>
                  </a:cubicBezTo>
                  <a:cubicBezTo>
                    <a:pt x="2409" y="6372"/>
                    <a:pt x="3064" y="5801"/>
                    <a:pt x="3206" y="5056"/>
                  </a:cubicBezTo>
                  <a:lnTo>
                    <a:pt x="9097" y="5056"/>
                  </a:lnTo>
                  <a:lnTo>
                    <a:pt x="12692" y="8661"/>
                  </a:lnTo>
                  <a:lnTo>
                    <a:pt x="39008" y="8661"/>
                  </a:lnTo>
                  <a:lnTo>
                    <a:pt x="39008" y="562"/>
                  </a:lnTo>
                  <a:lnTo>
                    <a:pt x="91829" y="562"/>
                  </a:lnTo>
                  <a:lnTo>
                    <a:pt x="9182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11"/>
            <p:cNvSpPr/>
            <p:nvPr/>
          </p:nvSpPr>
          <p:spPr>
            <a:xfrm>
              <a:off x="4017350" y="-2745600"/>
              <a:ext cx="2428225" cy="282400"/>
            </a:xfrm>
            <a:custGeom>
              <a:rect b="b" l="l" r="r" t="t"/>
              <a:pathLst>
                <a:path extrusionOk="0" h="11296" w="97129">
                  <a:moveTo>
                    <a:pt x="22424" y="0"/>
                  </a:moveTo>
                  <a:lnTo>
                    <a:pt x="18677" y="9609"/>
                  </a:lnTo>
                  <a:lnTo>
                    <a:pt x="2645" y="9609"/>
                  </a:lnTo>
                  <a:cubicBezTo>
                    <a:pt x="2493" y="9028"/>
                    <a:pt x="1971" y="8600"/>
                    <a:pt x="1349" y="8600"/>
                  </a:cubicBezTo>
                  <a:cubicBezTo>
                    <a:pt x="604" y="8600"/>
                    <a:pt x="1" y="9202"/>
                    <a:pt x="1" y="9947"/>
                  </a:cubicBezTo>
                  <a:cubicBezTo>
                    <a:pt x="1" y="10692"/>
                    <a:pt x="604" y="11295"/>
                    <a:pt x="1349" y="11295"/>
                  </a:cubicBezTo>
                  <a:cubicBezTo>
                    <a:pt x="2013" y="11295"/>
                    <a:pt x="2564" y="10795"/>
                    <a:pt x="2667" y="10161"/>
                  </a:cubicBezTo>
                  <a:lnTo>
                    <a:pt x="19045" y="10161"/>
                  </a:lnTo>
                  <a:lnTo>
                    <a:pt x="22802" y="552"/>
                  </a:lnTo>
                  <a:lnTo>
                    <a:pt x="58359" y="552"/>
                  </a:lnTo>
                  <a:lnTo>
                    <a:pt x="63983" y="6056"/>
                  </a:lnTo>
                  <a:lnTo>
                    <a:pt x="97128" y="6056"/>
                  </a:lnTo>
                  <a:lnTo>
                    <a:pt x="97128" y="5514"/>
                  </a:lnTo>
                  <a:lnTo>
                    <a:pt x="64198" y="5514"/>
                  </a:lnTo>
                  <a:lnTo>
                    <a:pt x="58582" y="0"/>
                  </a:lnTo>
                  <a:close/>
                </a:path>
              </a:pathLst>
            </a:custGeom>
            <a:solidFill>
              <a:srgbClr val="A0D4FC">
                <a:alpha val="5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 name="Google Shape;112;p11"/>
          <p:cNvSpPr/>
          <p:nvPr/>
        </p:nvSpPr>
        <p:spPr>
          <a:xfrm>
            <a:off x="513717" y="-10"/>
            <a:ext cx="516900" cy="5169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13" name="Google Shape;113;p11"/>
          <p:cNvSpPr/>
          <p:nvPr/>
        </p:nvSpPr>
        <p:spPr>
          <a:xfrm>
            <a:off x="8428889" y="4369453"/>
            <a:ext cx="384300" cy="384300"/>
          </a:xfrm>
          <a:prstGeom prst="plus">
            <a:avLst>
              <a:gd fmla="val 32768" name="adj"/>
            </a:avLst>
          </a:prstGeom>
          <a:solidFill>
            <a:srgbClr val="96E5D2">
              <a:alpha val="557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14" name="Google Shape;114;p11"/>
          <p:cNvSpPr/>
          <p:nvPr/>
        </p:nvSpPr>
        <p:spPr>
          <a:xfrm>
            <a:off x="7759048" y="4570803"/>
            <a:ext cx="572700" cy="572700"/>
          </a:xfrm>
          <a:prstGeom prst="plus">
            <a:avLst>
              <a:gd fmla="val 32768" name="adj"/>
            </a:avLst>
          </a:prstGeom>
          <a:solidFill>
            <a:srgbClr val="95E7D3">
              <a:alpha val="6962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15" name="Google Shape;115;p11"/>
          <p:cNvSpPr/>
          <p:nvPr/>
        </p:nvSpPr>
        <p:spPr>
          <a:xfrm>
            <a:off x="207722" y="865171"/>
            <a:ext cx="306000" cy="306000"/>
          </a:xfrm>
          <a:prstGeom prst="plus">
            <a:avLst>
              <a:gd fmla="val 32768" name="adj"/>
            </a:avLst>
          </a:prstGeom>
          <a:solidFill>
            <a:srgbClr val="6AD8CF">
              <a:alpha val="3544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116" name="Shape 116"/>
        <p:cNvGrpSpPr/>
        <p:nvPr/>
      </p:nvGrpSpPr>
      <p:grpSpPr>
        <a:xfrm>
          <a:off x="0" y="0"/>
          <a:ext cx="0" cy="0"/>
          <a:chOff x="0" y="0"/>
          <a:chExt cx="0" cy="0"/>
        </a:xfrm>
      </p:grpSpPr>
      <p:pic>
        <p:nvPicPr>
          <p:cNvPr id="117" name="Google Shape;117;p12"/>
          <p:cNvPicPr preferRelativeResize="0"/>
          <p:nvPr/>
        </p:nvPicPr>
        <p:blipFill>
          <a:blip r:embed="rId2">
            <a:alphaModFix amt="80000"/>
          </a:blip>
          <a:stretch>
            <a:fillRect/>
          </a:stretch>
        </p:blipFill>
        <p:spPr>
          <a:xfrm>
            <a:off x="0" y="8199"/>
            <a:ext cx="9144001" cy="5127121"/>
          </a:xfrm>
          <a:prstGeom prst="rect">
            <a:avLst/>
          </a:prstGeom>
          <a:noFill/>
          <a:ln>
            <a:noFill/>
          </a:ln>
        </p:spPr>
      </p:pic>
      <p:sp>
        <p:nvSpPr>
          <p:cNvPr id="118" name="Google Shape;118;p1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19" name="Google Shape;119;p12"/>
          <p:cNvSpPr/>
          <p:nvPr>
            <p:ph idx="2" type="pic"/>
          </p:nvPr>
        </p:nvSpPr>
        <p:spPr>
          <a:xfrm>
            <a:off x="716600" y="1210450"/>
            <a:ext cx="1569600" cy="1530000"/>
          </a:xfrm>
          <a:prstGeom prst="snip2DiagRect">
            <a:avLst>
              <a:gd fmla="val 0" name="adj1"/>
              <a:gd fmla="val 8572" name="adj2"/>
            </a:avLst>
          </a:prstGeom>
          <a:noFill/>
          <a:ln>
            <a:noFill/>
          </a:ln>
        </p:spPr>
      </p:sp>
      <p:sp>
        <p:nvSpPr>
          <p:cNvPr id="120" name="Google Shape;120;p12"/>
          <p:cNvSpPr/>
          <p:nvPr>
            <p:ph idx="3" type="pic"/>
          </p:nvPr>
        </p:nvSpPr>
        <p:spPr>
          <a:xfrm>
            <a:off x="716600" y="2992175"/>
            <a:ext cx="1569600" cy="1530000"/>
          </a:xfrm>
          <a:prstGeom prst="snip2DiagRect">
            <a:avLst>
              <a:gd fmla="val 0" name="adj1"/>
              <a:gd fmla="val 8572" name="adj2"/>
            </a:avLst>
          </a:prstGeom>
          <a:noFill/>
          <a:ln>
            <a:noFill/>
          </a:ln>
        </p:spPr>
      </p:sp>
      <p:grpSp>
        <p:nvGrpSpPr>
          <p:cNvPr id="121" name="Google Shape;121;p12"/>
          <p:cNvGrpSpPr/>
          <p:nvPr/>
        </p:nvGrpSpPr>
        <p:grpSpPr>
          <a:xfrm flipH="1">
            <a:off x="6447362" y="7"/>
            <a:ext cx="2805672" cy="461682"/>
            <a:chOff x="-78542" y="4269447"/>
            <a:chExt cx="3892442" cy="640513"/>
          </a:xfrm>
        </p:grpSpPr>
        <p:sp>
          <p:nvSpPr>
            <p:cNvPr id="122" name="Google Shape;122;p12"/>
            <p:cNvSpPr/>
            <p:nvPr/>
          </p:nvSpPr>
          <p:spPr>
            <a:xfrm flipH="1">
              <a:off x="-26956" y="4269447"/>
              <a:ext cx="3498330" cy="508988"/>
            </a:xfrm>
            <a:custGeom>
              <a:rect b="b" l="l" r="r" t="t"/>
              <a:pathLst>
                <a:path extrusionOk="0" h="17023" w="117001">
                  <a:moveTo>
                    <a:pt x="99111" y="0"/>
                  </a:moveTo>
                  <a:lnTo>
                    <a:pt x="99111" y="16481"/>
                  </a:lnTo>
                  <a:lnTo>
                    <a:pt x="1" y="16481"/>
                  </a:lnTo>
                  <a:lnTo>
                    <a:pt x="1" y="17022"/>
                  </a:lnTo>
                  <a:lnTo>
                    <a:pt x="99640" y="17022"/>
                  </a:lnTo>
                  <a:lnTo>
                    <a:pt x="99640" y="529"/>
                  </a:lnTo>
                  <a:lnTo>
                    <a:pt x="117001" y="529"/>
                  </a:lnTo>
                  <a:lnTo>
                    <a:pt x="117001" y="0"/>
                  </a:lnTo>
                  <a:close/>
                </a:path>
              </a:pathLst>
            </a:custGeom>
            <a:solidFill>
              <a:srgbClr val="A0D4FC">
                <a:alpha val="5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12"/>
            <p:cNvSpPr/>
            <p:nvPr/>
          </p:nvSpPr>
          <p:spPr>
            <a:xfrm flipH="1">
              <a:off x="-78542" y="4465736"/>
              <a:ext cx="3892442" cy="444224"/>
            </a:xfrm>
            <a:custGeom>
              <a:rect b="b" l="l" r="r" t="t"/>
              <a:pathLst>
                <a:path extrusionOk="0" h="14857" w="130182">
                  <a:moveTo>
                    <a:pt x="1122" y="0"/>
                  </a:moveTo>
                  <a:cubicBezTo>
                    <a:pt x="500" y="0"/>
                    <a:pt x="0" y="500"/>
                    <a:pt x="0" y="1113"/>
                  </a:cubicBezTo>
                  <a:cubicBezTo>
                    <a:pt x="0" y="1726"/>
                    <a:pt x="500" y="2226"/>
                    <a:pt x="1122" y="2226"/>
                  </a:cubicBezTo>
                  <a:cubicBezTo>
                    <a:pt x="1674" y="2226"/>
                    <a:pt x="2135" y="1829"/>
                    <a:pt x="2215" y="1297"/>
                  </a:cubicBezTo>
                  <a:lnTo>
                    <a:pt x="25671" y="1297"/>
                  </a:lnTo>
                  <a:lnTo>
                    <a:pt x="25671" y="14856"/>
                  </a:lnTo>
                  <a:lnTo>
                    <a:pt x="94034" y="14856"/>
                  </a:lnTo>
                  <a:lnTo>
                    <a:pt x="94034" y="3870"/>
                  </a:lnTo>
                  <a:lnTo>
                    <a:pt x="130182" y="3870"/>
                  </a:lnTo>
                  <a:lnTo>
                    <a:pt x="130182" y="3338"/>
                  </a:lnTo>
                  <a:lnTo>
                    <a:pt x="93503" y="3338"/>
                  </a:lnTo>
                  <a:lnTo>
                    <a:pt x="93503" y="14327"/>
                  </a:lnTo>
                  <a:lnTo>
                    <a:pt x="26203" y="14327"/>
                  </a:lnTo>
                  <a:lnTo>
                    <a:pt x="26203" y="755"/>
                  </a:lnTo>
                  <a:lnTo>
                    <a:pt x="2176" y="755"/>
                  </a:lnTo>
                  <a:cubicBezTo>
                    <a:pt x="2022" y="317"/>
                    <a:pt x="1613" y="0"/>
                    <a:pt x="11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 name="Google Shape;124;p12"/>
          <p:cNvSpPr/>
          <p:nvPr/>
        </p:nvSpPr>
        <p:spPr>
          <a:xfrm flipH="1">
            <a:off x="-140864" y="4616492"/>
            <a:ext cx="2805748" cy="320205"/>
          </a:xfrm>
          <a:custGeom>
            <a:rect b="b" l="l" r="r" t="t"/>
            <a:pathLst>
              <a:path extrusionOk="0" h="14857" w="130182">
                <a:moveTo>
                  <a:pt x="1122" y="0"/>
                </a:moveTo>
                <a:cubicBezTo>
                  <a:pt x="500" y="0"/>
                  <a:pt x="0" y="500"/>
                  <a:pt x="0" y="1113"/>
                </a:cubicBezTo>
                <a:cubicBezTo>
                  <a:pt x="0" y="1726"/>
                  <a:pt x="500" y="2226"/>
                  <a:pt x="1122" y="2226"/>
                </a:cubicBezTo>
                <a:cubicBezTo>
                  <a:pt x="1674" y="2226"/>
                  <a:pt x="2135" y="1829"/>
                  <a:pt x="2215" y="1297"/>
                </a:cubicBezTo>
                <a:lnTo>
                  <a:pt x="25671" y="1297"/>
                </a:lnTo>
                <a:lnTo>
                  <a:pt x="25671" y="14856"/>
                </a:lnTo>
                <a:lnTo>
                  <a:pt x="94034" y="14856"/>
                </a:lnTo>
                <a:lnTo>
                  <a:pt x="94034" y="3870"/>
                </a:lnTo>
                <a:lnTo>
                  <a:pt x="130182" y="3870"/>
                </a:lnTo>
                <a:lnTo>
                  <a:pt x="130182" y="3338"/>
                </a:lnTo>
                <a:lnTo>
                  <a:pt x="93503" y="3338"/>
                </a:lnTo>
                <a:lnTo>
                  <a:pt x="93503" y="14327"/>
                </a:lnTo>
                <a:lnTo>
                  <a:pt x="26203" y="14327"/>
                </a:lnTo>
                <a:lnTo>
                  <a:pt x="26203" y="755"/>
                </a:lnTo>
                <a:lnTo>
                  <a:pt x="2176" y="755"/>
                </a:lnTo>
                <a:cubicBezTo>
                  <a:pt x="2022" y="317"/>
                  <a:pt x="1613" y="0"/>
                  <a:pt x="11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12"/>
          <p:cNvSpPr/>
          <p:nvPr/>
        </p:nvSpPr>
        <p:spPr>
          <a:xfrm>
            <a:off x="54828" y="337774"/>
            <a:ext cx="665100" cy="6651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26" name="Google Shape;126;p12"/>
          <p:cNvSpPr/>
          <p:nvPr/>
        </p:nvSpPr>
        <p:spPr>
          <a:xfrm>
            <a:off x="8759701" y="3565015"/>
            <a:ext cx="384300" cy="384300"/>
          </a:xfrm>
          <a:prstGeom prst="plus">
            <a:avLst>
              <a:gd fmla="val 32768" name="adj"/>
            </a:avLst>
          </a:prstGeom>
          <a:solidFill>
            <a:srgbClr val="96E5D2">
              <a:alpha val="557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27" name="Google Shape;127;p12"/>
          <p:cNvSpPr/>
          <p:nvPr/>
        </p:nvSpPr>
        <p:spPr>
          <a:xfrm>
            <a:off x="8561176" y="643625"/>
            <a:ext cx="374100" cy="3741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2_1">
    <p:spTree>
      <p:nvGrpSpPr>
        <p:cNvPr id="128" name="Shape 128"/>
        <p:cNvGrpSpPr/>
        <p:nvPr/>
      </p:nvGrpSpPr>
      <p:grpSpPr>
        <a:xfrm>
          <a:off x="0" y="0"/>
          <a:ext cx="0" cy="0"/>
          <a:chOff x="0" y="0"/>
          <a:chExt cx="0" cy="0"/>
        </a:xfrm>
      </p:grpSpPr>
      <p:pic>
        <p:nvPicPr>
          <p:cNvPr id="129" name="Google Shape;129;p13"/>
          <p:cNvPicPr preferRelativeResize="0"/>
          <p:nvPr/>
        </p:nvPicPr>
        <p:blipFill>
          <a:blip r:embed="rId2">
            <a:alphaModFix amt="80000"/>
          </a:blip>
          <a:stretch>
            <a:fillRect/>
          </a:stretch>
        </p:blipFill>
        <p:spPr>
          <a:xfrm>
            <a:off x="0" y="8199"/>
            <a:ext cx="9144001" cy="5127121"/>
          </a:xfrm>
          <a:prstGeom prst="rect">
            <a:avLst/>
          </a:prstGeom>
          <a:noFill/>
          <a:ln>
            <a:noFill/>
          </a:ln>
        </p:spPr>
      </p:pic>
      <p:sp>
        <p:nvSpPr>
          <p:cNvPr id="130" name="Google Shape;130;p1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131" name="Google Shape;131;p13"/>
          <p:cNvGrpSpPr/>
          <p:nvPr/>
        </p:nvGrpSpPr>
        <p:grpSpPr>
          <a:xfrm>
            <a:off x="132288" y="-175800"/>
            <a:ext cx="493775" cy="1903625"/>
            <a:chOff x="4419075" y="-2183412"/>
            <a:chExt cx="493775" cy="1903625"/>
          </a:xfrm>
        </p:grpSpPr>
        <p:sp>
          <p:nvSpPr>
            <p:cNvPr id="132" name="Google Shape;132;p13"/>
            <p:cNvSpPr/>
            <p:nvPr/>
          </p:nvSpPr>
          <p:spPr>
            <a:xfrm>
              <a:off x="4434950" y="-2183412"/>
              <a:ext cx="341575" cy="1817075"/>
            </a:xfrm>
            <a:custGeom>
              <a:rect b="b" l="l" r="r" t="t"/>
              <a:pathLst>
                <a:path extrusionOk="0" h="72683" w="13663">
                  <a:moveTo>
                    <a:pt x="0" y="1"/>
                  </a:moveTo>
                  <a:lnTo>
                    <a:pt x="0" y="23495"/>
                  </a:lnTo>
                  <a:lnTo>
                    <a:pt x="13212" y="23495"/>
                  </a:lnTo>
                  <a:lnTo>
                    <a:pt x="13212" y="72682"/>
                  </a:lnTo>
                  <a:lnTo>
                    <a:pt x="13663" y="72682"/>
                  </a:lnTo>
                  <a:lnTo>
                    <a:pt x="13663" y="23047"/>
                  </a:lnTo>
                  <a:lnTo>
                    <a:pt x="449" y="23047"/>
                  </a:lnTo>
                  <a:lnTo>
                    <a:pt x="44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13"/>
            <p:cNvSpPr/>
            <p:nvPr/>
          </p:nvSpPr>
          <p:spPr>
            <a:xfrm>
              <a:off x="4419075" y="-2089962"/>
              <a:ext cx="493775" cy="1810175"/>
            </a:xfrm>
            <a:custGeom>
              <a:rect b="b" l="l" r="r" t="t"/>
              <a:pathLst>
                <a:path extrusionOk="0" h="72407" w="19751">
                  <a:moveTo>
                    <a:pt x="19309" y="0"/>
                  </a:moveTo>
                  <a:lnTo>
                    <a:pt x="19309" y="55221"/>
                  </a:lnTo>
                  <a:lnTo>
                    <a:pt x="635" y="55221"/>
                  </a:lnTo>
                  <a:lnTo>
                    <a:pt x="635" y="70589"/>
                  </a:lnTo>
                  <a:cubicBezTo>
                    <a:pt x="268" y="70721"/>
                    <a:pt x="0" y="71059"/>
                    <a:pt x="0" y="71478"/>
                  </a:cubicBezTo>
                  <a:cubicBezTo>
                    <a:pt x="0" y="71988"/>
                    <a:pt x="420" y="72407"/>
                    <a:pt x="942" y="72407"/>
                  </a:cubicBezTo>
                  <a:cubicBezTo>
                    <a:pt x="1451" y="72407"/>
                    <a:pt x="1870" y="71988"/>
                    <a:pt x="1870" y="71478"/>
                  </a:cubicBezTo>
                  <a:cubicBezTo>
                    <a:pt x="1870" y="71008"/>
                    <a:pt x="1532" y="70620"/>
                    <a:pt x="1084" y="70559"/>
                  </a:cubicBezTo>
                  <a:lnTo>
                    <a:pt x="1084" y="55659"/>
                  </a:lnTo>
                  <a:lnTo>
                    <a:pt x="19750" y="55659"/>
                  </a:lnTo>
                  <a:lnTo>
                    <a:pt x="19750" y="0"/>
                  </a:lnTo>
                  <a:close/>
                </a:path>
              </a:pathLst>
            </a:custGeom>
            <a:solidFill>
              <a:srgbClr val="A0D4FC">
                <a:alpha val="5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 name="Google Shape;134;p13"/>
          <p:cNvGrpSpPr/>
          <p:nvPr/>
        </p:nvGrpSpPr>
        <p:grpSpPr>
          <a:xfrm>
            <a:off x="5195326" y="2361436"/>
            <a:ext cx="3948678" cy="2804676"/>
            <a:chOff x="6083423" y="2707506"/>
            <a:chExt cx="2611042" cy="1854454"/>
          </a:xfrm>
        </p:grpSpPr>
        <p:sp>
          <p:nvSpPr>
            <p:cNvPr id="135" name="Google Shape;135;p13"/>
            <p:cNvSpPr/>
            <p:nvPr/>
          </p:nvSpPr>
          <p:spPr>
            <a:xfrm>
              <a:off x="6083423" y="4323159"/>
              <a:ext cx="238800" cy="2388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36" name="Google Shape;136;p13"/>
            <p:cNvSpPr/>
            <p:nvPr/>
          </p:nvSpPr>
          <p:spPr>
            <a:xfrm>
              <a:off x="8315864" y="2707506"/>
              <a:ext cx="378600" cy="378600"/>
            </a:xfrm>
            <a:prstGeom prst="plus">
              <a:avLst>
                <a:gd fmla="val 32768" name="adj"/>
              </a:avLst>
            </a:prstGeom>
            <a:solidFill>
              <a:srgbClr val="95E7D3">
                <a:alpha val="5506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137" name="Google Shape;137;p13"/>
          <p:cNvSpPr/>
          <p:nvPr/>
        </p:nvSpPr>
        <p:spPr>
          <a:xfrm>
            <a:off x="136947" y="3759637"/>
            <a:ext cx="484500" cy="484500"/>
          </a:xfrm>
          <a:prstGeom prst="plus">
            <a:avLst>
              <a:gd fmla="val 32768" name="adj"/>
            </a:avLst>
          </a:prstGeom>
          <a:solidFill>
            <a:srgbClr val="95E7D3">
              <a:alpha val="6962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38" name="Google Shape;138;p13"/>
          <p:cNvSpPr/>
          <p:nvPr/>
        </p:nvSpPr>
        <p:spPr>
          <a:xfrm rot="10800000">
            <a:off x="8595238" y="0"/>
            <a:ext cx="341575" cy="1817075"/>
          </a:xfrm>
          <a:custGeom>
            <a:rect b="b" l="l" r="r" t="t"/>
            <a:pathLst>
              <a:path extrusionOk="0" h="72683" w="13663">
                <a:moveTo>
                  <a:pt x="0" y="1"/>
                </a:moveTo>
                <a:lnTo>
                  <a:pt x="0" y="23495"/>
                </a:lnTo>
                <a:lnTo>
                  <a:pt x="13212" y="23495"/>
                </a:lnTo>
                <a:lnTo>
                  <a:pt x="13212" y="72682"/>
                </a:lnTo>
                <a:lnTo>
                  <a:pt x="13663" y="72682"/>
                </a:lnTo>
                <a:lnTo>
                  <a:pt x="13663" y="23047"/>
                </a:lnTo>
                <a:lnTo>
                  <a:pt x="449" y="23047"/>
                </a:lnTo>
                <a:lnTo>
                  <a:pt x="44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TITLE_ONLY_2_1_1">
    <p:spTree>
      <p:nvGrpSpPr>
        <p:cNvPr id="139" name="Shape 139"/>
        <p:cNvGrpSpPr/>
        <p:nvPr/>
      </p:nvGrpSpPr>
      <p:grpSpPr>
        <a:xfrm>
          <a:off x="0" y="0"/>
          <a:ext cx="0" cy="0"/>
          <a:chOff x="0" y="0"/>
          <a:chExt cx="0" cy="0"/>
        </a:xfrm>
      </p:grpSpPr>
      <p:pic>
        <p:nvPicPr>
          <p:cNvPr id="140" name="Google Shape;140;p14"/>
          <p:cNvPicPr preferRelativeResize="0"/>
          <p:nvPr/>
        </p:nvPicPr>
        <p:blipFill>
          <a:blip r:embed="rId2">
            <a:alphaModFix amt="80000"/>
          </a:blip>
          <a:stretch>
            <a:fillRect/>
          </a:stretch>
        </p:blipFill>
        <p:spPr>
          <a:xfrm>
            <a:off x="0" y="8199"/>
            <a:ext cx="9144001" cy="5127121"/>
          </a:xfrm>
          <a:prstGeom prst="rect">
            <a:avLst/>
          </a:prstGeom>
          <a:noFill/>
          <a:ln>
            <a:noFill/>
          </a:ln>
        </p:spPr>
      </p:pic>
      <p:sp>
        <p:nvSpPr>
          <p:cNvPr id="141" name="Google Shape;141;p1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142" name="Google Shape;142;p14"/>
          <p:cNvGrpSpPr/>
          <p:nvPr/>
        </p:nvGrpSpPr>
        <p:grpSpPr>
          <a:xfrm>
            <a:off x="4" y="4051107"/>
            <a:ext cx="1213196" cy="1114795"/>
            <a:chOff x="7745496" y="3824717"/>
            <a:chExt cx="802219" cy="737104"/>
          </a:xfrm>
        </p:grpSpPr>
        <p:sp>
          <p:nvSpPr>
            <p:cNvPr id="143" name="Google Shape;143;p14"/>
            <p:cNvSpPr/>
            <p:nvPr/>
          </p:nvSpPr>
          <p:spPr>
            <a:xfrm>
              <a:off x="7745496" y="4220121"/>
              <a:ext cx="341700" cy="3417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44" name="Google Shape;144;p14"/>
            <p:cNvSpPr/>
            <p:nvPr/>
          </p:nvSpPr>
          <p:spPr>
            <a:xfrm>
              <a:off x="8034715" y="3824717"/>
              <a:ext cx="513000" cy="513000"/>
            </a:xfrm>
            <a:prstGeom prst="plus">
              <a:avLst>
                <a:gd fmla="val 32768" name="adj"/>
              </a:avLst>
            </a:prstGeom>
            <a:solidFill>
              <a:srgbClr val="95E7D3">
                <a:alpha val="5506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grpSp>
        <p:nvGrpSpPr>
          <p:cNvPr id="145" name="Google Shape;145;p14"/>
          <p:cNvGrpSpPr/>
          <p:nvPr/>
        </p:nvGrpSpPr>
        <p:grpSpPr>
          <a:xfrm flipH="1" rot="10800000">
            <a:off x="6480964" y="4608508"/>
            <a:ext cx="2843176" cy="412285"/>
            <a:chOff x="3978825" y="-2820900"/>
            <a:chExt cx="2466750" cy="357700"/>
          </a:xfrm>
        </p:grpSpPr>
        <p:sp>
          <p:nvSpPr>
            <p:cNvPr id="146" name="Google Shape;146;p14"/>
            <p:cNvSpPr/>
            <p:nvPr/>
          </p:nvSpPr>
          <p:spPr>
            <a:xfrm>
              <a:off x="3978825" y="-2820900"/>
              <a:ext cx="2295750" cy="216550"/>
            </a:xfrm>
            <a:custGeom>
              <a:rect b="b" l="l" r="r" t="t"/>
              <a:pathLst>
                <a:path extrusionOk="0" h="8662" w="91830">
                  <a:moveTo>
                    <a:pt x="38444" y="0"/>
                  </a:moveTo>
                  <a:lnTo>
                    <a:pt x="38444" y="8097"/>
                  </a:lnTo>
                  <a:lnTo>
                    <a:pt x="12928" y="8097"/>
                  </a:lnTo>
                  <a:lnTo>
                    <a:pt x="9323" y="4495"/>
                  </a:lnTo>
                  <a:lnTo>
                    <a:pt x="3216" y="4495"/>
                  </a:lnTo>
                  <a:cubicBezTo>
                    <a:pt x="3093" y="3728"/>
                    <a:pt x="2431" y="3125"/>
                    <a:pt x="1623" y="3125"/>
                  </a:cubicBezTo>
                  <a:cubicBezTo>
                    <a:pt x="726" y="3125"/>
                    <a:pt x="0" y="3850"/>
                    <a:pt x="0" y="4750"/>
                  </a:cubicBezTo>
                  <a:cubicBezTo>
                    <a:pt x="0" y="5647"/>
                    <a:pt x="726" y="6372"/>
                    <a:pt x="1623" y="6372"/>
                  </a:cubicBezTo>
                  <a:cubicBezTo>
                    <a:pt x="2409" y="6372"/>
                    <a:pt x="3064" y="5801"/>
                    <a:pt x="3206" y="5056"/>
                  </a:cubicBezTo>
                  <a:lnTo>
                    <a:pt x="9097" y="5056"/>
                  </a:lnTo>
                  <a:lnTo>
                    <a:pt x="12692" y="8661"/>
                  </a:lnTo>
                  <a:lnTo>
                    <a:pt x="39008" y="8661"/>
                  </a:lnTo>
                  <a:lnTo>
                    <a:pt x="39008" y="562"/>
                  </a:lnTo>
                  <a:lnTo>
                    <a:pt x="91829" y="562"/>
                  </a:lnTo>
                  <a:lnTo>
                    <a:pt x="9182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14"/>
            <p:cNvSpPr/>
            <p:nvPr/>
          </p:nvSpPr>
          <p:spPr>
            <a:xfrm>
              <a:off x="4017350" y="-2745600"/>
              <a:ext cx="2428225" cy="282400"/>
            </a:xfrm>
            <a:custGeom>
              <a:rect b="b" l="l" r="r" t="t"/>
              <a:pathLst>
                <a:path extrusionOk="0" h="11296" w="97129">
                  <a:moveTo>
                    <a:pt x="22424" y="0"/>
                  </a:moveTo>
                  <a:lnTo>
                    <a:pt x="18677" y="9609"/>
                  </a:lnTo>
                  <a:lnTo>
                    <a:pt x="2645" y="9609"/>
                  </a:lnTo>
                  <a:cubicBezTo>
                    <a:pt x="2493" y="9028"/>
                    <a:pt x="1971" y="8600"/>
                    <a:pt x="1349" y="8600"/>
                  </a:cubicBezTo>
                  <a:cubicBezTo>
                    <a:pt x="604" y="8600"/>
                    <a:pt x="1" y="9202"/>
                    <a:pt x="1" y="9947"/>
                  </a:cubicBezTo>
                  <a:cubicBezTo>
                    <a:pt x="1" y="10692"/>
                    <a:pt x="604" y="11295"/>
                    <a:pt x="1349" y="11295"/>
                  </a:cubicBezTo>
                  <a:cubicBezTo>
                    <a:pt x="2013" y="11295"/>
                    <a:pt x="2564" y="10795"/>
                    <a:pt x="2667" y="10161"/>
                  </a:cubicBezTo>
                  <a:lnTo>
                    <a:pt x="19045" y="10161"/>
                  </a:lnTo>
                  <a:lnTo>
                    <a:pt x="22802" y="552"/>
                  </a:lnTo>
                  <a:lnTo>
                    <a:pt x="58359" y="552"/>
                  </a:lnTo>
                  <a:lnTo>
                    <a:pt x="63983" y="6056"/>
                  </a:lnTo>
                  <a:lnTo>
                    <a:pt x="97128" y="6056"/>
                  </a:lnTo>
                  <a:lnTo>
                    <a:pt x="97128" y="5514"/>
                  </a:lnTo>
                  <a:lnTo>
                    <a:pt x="64198" y="5514"/>
                  </a:lnTo>
                  <a:lnTo>
                    <a:pt x="58582" y="0"/>
                  </a:lnTo>
                  <a:close/>
                </a:path>
              </a:pathLst>
            </a:custGeom>
            <a:solidFill>
              <a:srgbClr val="A0D4FC">
                <a:alpha val="5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 name="Google Shape;148;p14"/>
          <p:cNvSpPr/>
          <p:nvPr/>
        </p:nvSpPr>
        <p:spPr>
          <a:xfrm>
            <a:off x="8676811" y="1904074"/>
            <a:ext cx="341700" cy="341700"/>
          </a:xfrm>
          <a:prstGeom prst="plus">
            <a:avLst>
              <a:gd fmla="val 32768" name="adj"/>
            </a:avLst>
          </a:prstGeom>
          <a:solidFill>
            <a:srgbClr val="95E7D3">
              <a:alpha val="5506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49" name="Google Shape;149;p14"/>
          <p:cNvSpPr/>
          <p:nvPr/>
        </p:nvSpPr>
        <p:spPr>
          <a:xfrm>
            <a:off x="137096" y="65508"/>
            <a:ext cx="939000" cy="9390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TITLE_ONLY_2_1_1_1">
    <p:spTree>
      <p:nvGrpSpPr>
        <p:cNvPr id="150" name="Shape 150"/>
        <p:cNvGrpSpPr/>
        <p:nvPr/>
      </p:nvGrpSpPr>
      <p:grpSpPr>
        <a:xfrm>
          <a:off x="0" y="0"/>
          <a:ext cx="0" cy="0"/>
          <a:chOff x="0" y="0"/>
          <a:chExt cx="0" cy="0"/>
        </a:xfrm>
      </p:grpSpPr>
      <p:pic>
        <p:nvPicPr>
          <p:cNvPr id="151" name="Google Shape;151;p15"/>
          <p:cNvPicPr preferRelativeResize="0"/>
          <p:nvPr/>
        </p:nvPicPr>
        <p:blipFill>
          <a:blip r:embed="rId2">
            <a:alphaModFix amt="80000"/>
          </a:blip>
          <a:stretch>
            <a:fillRect/>
          </a:stretch>
        </p:blipFill>
        <p:spPr>
          <a:xfrm>
            <a:off x="0" y="8199"/>
            <a:ext cx="9144001" cy="5127121"/>
          </a:xfrm>
          <a:prstGeom prst="rect">
            <a:avLst/>
          </a:prstGeom>
          <a:noFill/>
          <a:ln>
            <a:noFill/>
          </a:ln>
        </p:spPr>
      </p:pic>
      <p:sp>
        <p:nvSpPr>
          <p:cNvPr id="152" name="Google Shape;152;p1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53" name="Google Shape;153;p15"/>
          <p:cNvSpPr/>
          <p:nvPr/>
        </p:nvSpPr>
        <p:spPr>
          <a:xfrm>
            <a:off x="8238803" y="-1"/>
            <a:ext cx="728400" cy="728400"/>
          </a:xfrm>
          <a:prstGeom prst="plus">
            <a:avLst>
              <a:gd fmla="val 32768" name="adj"/>
            </a:avLst>
          </a:prstGeom>
          <a:solidFill>
            <a:srgbClr val="95E7D3">
              <a:alpha val="6962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54" name="Google Shape;154;p15"/>
          <p:cNvSpPr/>
          <p:nvPr/>
        </p:nvSpPr>
        <p:spPr>
          <a:xfrm>
            <a:off x="-5480" y="1284200"/>
            <a:ext cx="516900" cy="516900"/>
          </a:xfrm>
          <a:prstGeom prst="plus">
            <a:avLst>
              <a:gd fmla="val 32768" name="adj"/>
            </a:avLst>
          </a:prstGeom>
          <a:solidFill>
            <a:srgbClr val="95E7D3">
              <a:alpha val="5506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55" name="Google Shape;155;p15"/>
          <p:cNvSpPr/>
          <p:nvPr/>
        </p:nvSpPr>
        <p:spPr>
          <a:xfrm>
            <a:off x="8627104" y="4608490"/>
            <a:ext cx="516900" cy="5169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56" name="Google Shape;156;p15"/>
          <p:cNvSpPr/>
          <p:nvPr/>
        </p:nvSpPr>
        <p:spPr>
          <a:xfrm flipH="1">
            <a:off x="-5467" y="4800533"/>
            <a:ext cx="2646081" cy="249596"/>
          </a:xfrm>
          <a:custGeom>
            <a:rect b="b" l="l" r="r" t="t"/>
            <a:pathLst>
              <a:path extrusionOk="0" h="8662" w="91830">
                <a:moveTo>
                  <a:pt x="38444" y="0"/>
                </a:moveTo>
                <a:lnTo>
                  <a:pt x="38444" y="8097"/>
                </a:lnTo>
                <a:lnTo>
                  <a:pt x="12928" y="8097"/>
                </a:lnTo>
                <a:lnTo>
                  <a:pt x="9323" y="4495"/>
                </a:lnTo>
                <a:lnTo>
                  <a:pt x="3216" y="4495"/>
                </a:lnTo>
                <a:cubicBezTo>
                  <a:pt x="3093" y="3728"/>
                  <a:pt x="2431" y="3125"/>
                  <a:pt x="1623" y="3125"/>
                </a:cubicBezTo>
                <a:cubicBezTo>
                  <a:pt x="726" y="3125"/>
                  <a:pt x="0" y="3850"/>
                  <a:pt x="0" y="4750"/>
                </a:cubicBezTo>
                <a:cubicBezTo>
                  <a:pt x="0" y="5647"/>
                  <a:pt x="726" y="6372"/>
                  <a:pt x="1623" y="6372"/>
                </a:cubicBezTo>
                <a:cubicBezTo>
                  <a:pt x="2409" y="6372"/>
                  <a:pt x="3064" y="5801"/>
                  <a:pt x="3206" y="5056"/>
                </a:cubicBezTo>
                <a:lnTo>
                  <a:pt x="9097" y="5056"/>
                </a:lnTo>
                <a:lnTo>
                  <a:pt x="12692" y="8661"/>
                </a:lnTo>
                <a:lnTo>
                  <a:pt x="39008" y="8661"/>
                </a:lnTo>
                <a:lnTo>
                  <a:pt x="39008" y="562"/>
                </a:lnTo>
                <a:lnTo>
                  <a:pt x="91829" y="562"/>
                </a:lnTo>
                <a:lnTo>
                  <a:pt x="9182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15"/>
          <p:cNvSpPr/>
          <p:nvPr/>
        </p:nvSpPr>
        <p:spPr>
          <a:xfrm>
            <a:off x="2127195" y="-18597"/>
            <a:ext cx="441900" cy="4419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4_1">
    <p:spTree>
      <p:nvGrpSpPr>
        <p:cNvPr id="158" name="Shape 158"/>
        <p:cNvGrpSpPr/>
        <p:nvPr/>
      </p:nvGrpSpPr>
      <p:grpSpPr>
        <a:xfrm>
          <a:off x="0" y="0"/>
          <a:ext cx="0" cy="0"/>
          <a:chOff x="0" y="0"/>
          <a:chExt cx="0" cy="0"/>
        </a:xfrm>
      </p:grpSpPr>
      <p:pic>
        <p:nvPicPr>
          <p:cNvPr id="159" name="Google Shape;159;p16"/>
          <p:cNvPicPr preferRelativeResize="0"/>
          <p:nvPr/>
        </p:nvPicPr>
        <p:blipFill>
          <a:blip r:embed="rId2">
            <a:alphaModFix amt="80000"/>
          </a:blip>
          <a:stretch>
            <a:fillRect/>
          </a:stretch>
        </p:blipFill>
        <p:spPr>
          <a:xfrm>
            <a:off x="0" y="8199"/>
            <a:ext cx="9144001" cy="5127121"/>
          </a:xfrm>
          <a:prstGeom prst="rect">
            <a:avLst/>
          </a:prstGeom>
          <a:noFill/>
          <a:ln>
            <a:noFill/>
          </a:ln>
        </p:spPr>
      </p:pic>
      <p:sp>
        <p:nvSpPr>
          <p:cNvPr id="160" name="Google Shape;160;p16"/>
          <p:cNvSpPr txBox="1"/>
          <p:nvPr>
            <p:ph type="title"/>
          </p:nvPr>
        </p:nvSpPr>
        <p:spPr>
          <a:xfrm>
            <a:off x="5593600" y="2558000"/>
            <a:ext cx="2783100" cy="11055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61" name="Google Shape;161;p16"/>
          <p:cNvSpPr txBox="1"/>
          <p:nvPr>
            <p:ph idx="1" type="subTitle"/>
          </p:nvPr>
        </p:nvSpPr>
        <p:spPr>
          <a:xfrm>
            <a:off x="5593600" y="3663500"/>
            <a:ext cx="2783100" cy="945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62" name="Google Shape;162;p16"/>
          <p:cNvSpPr/>
          <p:nvPr>
            <p:ph idx="2" type="pic"/>
          </p:nvPr>
        </p:nvSpPr>
        <p:spPr>
          <a:xfrm>
            <a:off x="715100" y="535000"/>
            <a:ext cx="2409000" cy="4073400"/>
          </a:xfrm>
          <a:prstGeom prst="snip2DiagRect">
            <a:avLst>
              <a:gd fmla="val 0" name="adj1"/>
              <a:gd fmla="val 8572" name="adj2"/>
            </a:avLst>
          </a:prstGeom>
          <a:noFill/>
          <a:ln>
            <a:noFill/>
          </a:ln>
        </p:spPr>
      </p:sp>
      <p:sp>
        <p:nvSpPr>
          <p:cNvPr id="163" name="Google Shape;163;p16"/>
          <p:cNvSpPr/>
          <p:nvPr>
            <p:ph idx="3" type="pic"/>
          </p:nvPr>
        </p:nvSpPr>
        <p:spPr>
          <a:xfrm>
            <a:off x="3362550" y="2698278"/>
            <a:ext cx="1992600" cy="1910100"/>
          </a:xfrm>
          <a:prstGeom prst="snip2DiagRect">
            <a:avLst>
              <a:gd fmla="val 0" name="adj1"/>
              <a:gd fmla="val 8572" name="adj2"/>
            </a:avLst>
          </a:prstGeom>
          <a:noFill/>
          <a:ln>
            <a:noFill/>
          </a:ln>
        </p:spPr>
      </p:sp>
      <p:sp>
        <p:nvSpPr>
          <p:cNvPr id="164" name="Google Shape;164;p16"/>
          <p:cNvSpPr/>
          <p:nvPr>
            <p:ph idx="4" type="pic"/>
          </p:nvPr>
        </p:nvSpPr>
        <p:spPr>
          <a:xfrm>
            <a:off x="3362550" y="535003"/>
            <a:ext cx="1992600" cy="1910100"/>
          </a:xfrm>
          <a:prstGeom prst="snip2DiagRect">
            <a:avLst>
              <a:gd fmla="val 0" name="adj1"/>
              <a:gd fmla="val 8572" name="adj2"/>
            </a:avLst>
          </a:prstGeom>
          <a:noFill/>
          <a:ln>
            <a:noFill/>
          </a:ln>
        </p:spPr>
      </p:sp>
      <p:sp>
        <p:nvSpPr>
          <p:cNvPr id="165" name="Google Shape;165;p16"/>
          <p:cNvSpPr/>
          <p:nvPr/>
        </p:nvSpPr>
        <p:spPr>
          <a:xfrm>
            <a:off x="-40247" y="3146599"/>
            <a:ext cx="728400" cy="7284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66" name="Google Shape;166;p16"/>
          <p:cNvSpPr/>
          <p:nvPr/>
        </p:nvSpPr>
        <p:spPr>
          <a:xfrm>
            <a:off x="864901" y="4759190"/>
            <a:ext cx="384300" cy="384300"/>
          </a:xfrm>
          <a:prstGeom prst="plus">
            <a:avLst>
              <a:gd fmla="val 32768" name="adj"/>
            </a:avLst>
          </a:prstGeom>
          <a:solidFill>
            <a:srgbClr val="96E5D2">
              <a:alpha val="557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67" name="Google Shape;167;p16"/>
          <p:cNvSpPr/>
          <p:nvPr/>
        </p:nvSpPr>
        <p:spPr>
          <a:xfrm>
            <a:off x="8519026" y="2445100"/>
            <a:ext cx="384300" cy="3843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_1_1">
    <p:spTree>
      <p:nvGrpSpPr>
        <p:cNvPr id="168" name="Shape 168"/>
        <p:cNvGrpSpPr/>
        <p:nvPr/>
      </p:nvGrpSpPr>
      <p:grpSpPr>
        <a:xfrm>
          <a:off x="0" y="0"/>
          <a:ext cx="0" cy="0"/>
          <a:chOff x="0" y="0"/>
          <a:chExt cx="0" cy="0"/>
        </a:xfrm>
      </p:grpSpPr>
      <p:pic>
        <p:nvPicPr>
          <p:cNvPr id="169" name="Google Shape;169;p17"/>
          <p:cNvPicPr preferRelativeResize="0"/>
          <p:nvPr/>
        </p:nvPicPr>
        <p:blipFill>
          <a:blip r:embed="rId2">
            <a:alphaModFix amt="80000"/>
          </a:blip>
          <a:stretch>
            <a:fillRect/>
          </a:stretch>
        </p:blipFill>
        <p:spPr>
          <a:xfrm>
            <a:off x="0" y="8199"/>
            <a:ext cx="9144001" cy="5127121"/>
          </a:xfrm>
          <a:prstGeom prst="rect">
            <a:avLst/>
          </a:prstGeom>
          <a:noFill/>
          <a:ln>
            <a:noFill/>
          </a:ln>
        </p:spPr>
      </p:pic>
      <p:sp>
        <p:nvSpPr>
          <p:cNvPr id="170" name="Google Shape;170;p17"/>
          <p:cNvSpPr txBox="1"/>
          <p:nvPr>
            <p:ph idx="1" type="subTitle"/>
          </p:nvPr>
        </p:nvSpPr>
        <p:spPr>
          <a:xfrm>
            <a:off x="720000" y="1136750"/>
            <a:ext cx="2867100" cy="17004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accent3"/>
              </a:buClr>
              <a:buSzPts val="1200"/>
              <a:buChar char="●"/>
              <a:defRPr/>
            </a:lvl1pPr>
            <a:lvl2pPr lvl="1" rtl="0" algn="ctr">
              <a:lnSpc>
                <a:spcPct val="100000"/>
              </a:lnSpc>
              <a:spcBef>
                <a:spcPts val="0"/>
              </a:spcBef>
              <a:spcAft>
                <a:spcPts val="0"/>
              </a:spcAft>
              <a:buSzPts val="1200"/>
              <a:buChar char="○"/>
              <a:defRPr/>
            </a:lvl2pPr>
            <a:lvl3pPr lvl="2" rtl="0" algn="ctr">
              <a:lnSpc>
                <a:spcPct val="100000"/>
              </a:lnSpc>
              <a:spcBef>
                <a:spcPts val="0"/>
              </a:spcBef>
              <a:spcAft>
                <a:spcPts val="0"/>
              </a:spcAft>
              <a:buSzPts val="1200"/>
              <a:buChar char="■"/>
              <a:defRPr/>
            </a:lvl3pPr>
            <a:lvl4pPr lvl="3" rtl="0" algn="ctr">
              <a:lnSpc>
                <a:spcPct val="100000"/>
              </a:lnSpc>
              <a:spcBef>
                <a:spcPts val="0"/>
              </a:spcBef>
              <a:spcAft>
                <a:spcPts val="0"/>
              </a:spcAft>
              <a:buSzPts val="1200"/>
              <a:buChar char="●"/>
              <a:defRPr/>
            </a:lvl4pPr>
            <a:lvl5pPr lvl="4" rtl="0" algn="ctr">
              <a:lnSpc>
                <a:spcPct val="100000"/>
              </a:lnSpc>
              <a:spcBef>
                <a:spcPts val="0"/>
              </a:spcBef>
              <a:spcAft>
                <a:spcPts val="0"/>
              </a:spcAft>
              <a:buSzPts val="1200"/>
              <a:buChar char="○"/>
              <a:defRPr/>
            </a:lvl5pPr>
            <a:lvl6pPr lvl="5" rtl="0" algn="ctr">
              <a:lnSpc>
                <a:spcPct val="100000"/>
              </a:lnSpc>
              <a:spcBef>
                <a:spcPts val="0"/>
              </a:spcBef>
              <a:spcAft>
                <a:spcPts val="0"/>
              </a:spcAft>
              <a:buSzPts val="1200"/>
              <a:buChar char="■"/>
              <a:defRPr/>
            </a:lvl6pPr>
            <a:lvl7pPr lvl="6" rtl="0" algn="ctr">
              <a:lnSpc>
                <a:spcPct val="100000"/>
              </a:lnSpc>
              <a:spcBef>
                <a:spcPts val="0"/>
              </a:spcBef>
              <a:spcAft>
                <a:spcPts val="0"/>
              </a:spcAft>
              <a:buSzPts val="1200"/>
              <a:buChar char="●"/>
              <a:defRPr/>
            </a:lvl7pPr>
            <a:lvl8pPr lvl="7" rtl="0" algn="ctr">
              <a:lnSpc>
                <a:spcPct val="100000"/>
              </a:lnSpc>
              <a:spcBef>
                <a:spcPts val="0"/>
              </a:spcBef>
              <a:spcAft>
                <a:spcPts val="0"/>
              </a:spcAft>
              <a:buSzPts val="1200"/>
              <a:buChar char="○"/>
              <a:defRPr/>
            </a:lvl8pPr>
            <a:lvl9pPr lvl="8" rtl="0" algn="ctr">
              <a:lnSpc>
                <a:spcPct val="100000"/>
              </a:lnSpc>
              <a:spcBef>
                <a:spcPts val="0"/>
              </a:spcBef>
              <a:spcAft>
                <a:spcPts val="0"/>
              </a:spcAft>
              <a:buSzPts val="1200"/>
              <a:buChar char="■"/>
              <a:defRPr/>
            </a:lvl9pPr>
          </a:lstStyle>
          <a:p/>
        </p:txBody>
      </p:sp>
      <p:sp>
        <p:nvSpPr>
          <p:cNvPr id="171" name="Google Shape;171;p1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172" name="Google Shape;172;p17"/>
          <p:cNvGrpSpPr/>
          <p:nvPr/>
        </p:nvGrpSpPr>
        <p:grpSpPr>
          <a:xfrm rot="-5400000">
            <a:off x="-1051512" y="1173821"/>
            <a:ext cx="2843176" cy="412285"/>
            <a:chOff x="3978825" y="-2820900"/>
            <a:chExt cx="2466750" cy="357700"/>
          </a:xfrm>
        </p:grpSpPr>
        <p:sp>
          <p:nvSpPr>
            <p:cNvPr id="173" name="Google Shape;173;p17"/>
            <p:cNvSpPr/>
            <p:nvPr/>
          </p:nvSpPr>
          <p:spPr>
            <a:xfrm>
              <a:off x="3978825" y="-2820900"/>
              <a:ext cx="2295750" cy="216550"/>
            </a:xfrm>
            <a:custGeom>
              <a:rect b="b" l="l" r="r" t="t"/>
              <a:pathLst>
                <a:path extrusionOk="0" h="8662" w="91830">
                  <a:moveTo>
                    <a:pt x="38444" y="0"/>
                  </a:moveTo>
                  <a:lnTo>
                    <a:pt x="38444" y="8097"/>
                  </a:lnTo>
                  <a:lnTo>
                    <a:pt x="12928" y="8097"/>
                  </a:lnTo>
                  <a:lnTo>
                    <a:pt x="9323" y="4495"/>
                  </a:lnTo>
                  <a:lnTo>
                    <a:pt x="3216" y="4495"/>
                  </a:lnTo>
                  <a:cubicBezTo>
                    <a:pt x="3093" y="3728"/>
                    <a:pt x="2431" y="3125"/>
                    <a:pt x="1623" y="3125"/>
                  </a:cubicBezTo>
                  <a:cubicBezTo>
                    <a:pt x="726" y="3125"/>
                    <a:pt x="0" y="3850"/>
                    <a:pt x="0" y="4750"/>
                  </a:cubicBezTo>
                  <a:cubicBezTo>
                    <a:pt x="0" y="5647"/>
                    <a:pt x="726" y="6372"/>
                    <a:pt x="1623" y="6372"/>
                  </a:cubicBezTo>
                  <a:cubicBezTo>
                    <a:pt x="2409" y="6372"/>
                    <a:pt x="3064" y="5801"/>
                    <a:pt x="3206" y="5056"/>
                  </a:cubicBezTo>
                  <a:lnTo>
                    <a:pt x="9097" y="5056"/>
                  </a:lnTo>
                  <a:lnTo>
                    <a:pt x="12692" y="8661"/>
                  </a:lnTo>
                  <a:lnTo>
                    <a:pt x="39008" y="8661"/>
                  </a:lnTo>
                  <a:lnTo>
                    <a:pt x="39008" y="562"/>
                  </a:lnTo>
                  <a:lnTo>
                    <a:pt x="91829" y="562"/>
                  </a:lnTo>
                  <a:lnTo>
                    <a:pt x="9182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17"/>
            <p:cNvSpPr/>
            <p:nvPr/>
          </p:nvSpPr>
          <p:spPr>
            <a:xfrm>
              <a:off x="4017350" y="-2745600"/>
              <a:ext cx="2428225" cy="282400"/>
            </a:xfrm>
            <a:custGeom>
              <a:rect b="b" l="l" r="r" t="t"/>
              <a:pathLst>
                <a:path extrusionOk="0" h="11296" w="97129">
                  <a:moveTo>
                    <a:pt x="22424" y="0"/>
                  </a:moveTo>
                  <a:lnTo>
                    <a:pt x="18677" y="9609"/>
                  </a:lnTo>
                  <a:lnTo>
                    <a:pt x="2645" y="9609"/>
                  </a:lnTo>
                  <a:cubicBezTo>
                    <a:pt x="2493" y="9028"/>
                    <a:pt x="1971" y="8600"/>
                    <a:pt x="1349" y="8600"/>
                  </a:cubicBezTo>
                  <a:cubicBezTo>
                    <a:pt x="604" y="8600"/>
                    <a:pt x="1" y="9202"/>
                    <a:pt x="1" y="9947"/>
                  </a:cubicBezTo>
                  <a:cubicBezTo>
                    <a:pt x="1" y="10692"/>
                    <a:pt x="604" y="11295"/>
                    <a:pt x="1349" y="11295"/>
                  </a:cubicBezTo>
                  <a:cubicBezTo>
                    <a:pt x="2013" y="11295"/>
                    <a:pt x="2564" y="10795"/>
                    <a:pt x="2667" y="10161"/>
                  </a:cubicBezTo>
                  <a:lnTo>
                    <a:pt x="19045" y="10161"/>
                  </a:lnTo>
                  <a:lnTo>
                    <a:pt x="22802" y="552"/>
                  </a:lnTo>
                  <a:lnTo>
                    <a:pt x="58359" y="552"/>
                  </a:lnTo>
                  <a:lnTo>
                    <a:pt x="63983" y="6056"/>
                  </a:lnTo>
                  <a:lnTo>
                    <a:pt x="97128" y="6056"/>
                  </a:lnTo>
                  <a:lnTo>
                    <a:pt x="97128" y="5514"/>
                  </a:lnTo>
                  <a:lnTo>
                    <a:pt x="64198" y="5514"/>
                  </a:lnTo>
                  <a:lnTo>
                    <a:pt x="58582" y="0"/>
                  </a:lnTo>
                  <a:close/>
                </a:path>
              </a:pathLst>
            </a:custGeom>
            <a:solidFill>
              <a:srgbClr val="A0D4FC">
                <a:alpha val="5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5" name="Google Shape;175;p17"/>
          <p:cNvSpPr/>
          <p:nvPr/>
        </p:nvSpPr>
        <p:spPr>
          <a:xfrm flipH="1">
            <a:off x="7564473" y="-10"/>
            <a:ext cx="516900" cy="5169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76" name="Google Shape;176;p17"/>
          <p:cNvSpPr/>
          <p:nvPr/>
        </p:nvSpPr>
        <p:spPr>
          <a:xfrm flipH="1">
            <a:off x="5723450" y="4656576"/>
            <a:ext cx="306000" cy="306000"/>
          </a:xfrm>
          <a:prstGeom prst="plus">
            <a:avLst>
              <a:gd fmla="val 32768" name="adj"/>
            </a:avLst>
          </a:prstGeom>
          <a:solidFill>
            <a:srgbClr val="96E5D2">
              <a:alpha val="557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77" name="Google Shape;177;p17"/>
          <p:cNvSpPr/>
          <p:nvPr/>
        </p:nvSpPr>
        <p:spPr>
          <a:xfrm flipH="1">
            <a:off x="83718" y="4570803"/>
            <a:ext cx="572700" cy="572700"/>
          </a:xfrm>
          <a:prstGeom prst="plus">
            <a:avLst>
              <a:gd fmla="val 32768" name="adj"/>
            </a:avLst>
          </a:prstGeom>
          <a:solidFill>
            <a:srgbClr val="95E7D3">
              <a:alpha val="6962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78" name="Google Shape;178;p17"/>
          <p:cNvSpPr/>
          <p:nvPr/>
        </p:nvSpPr>
        <p:spPr>
          <a:xfrm flipH="1">
            <a:off x="8813193" y="882046"/>
            <a:ext cx="306000" cy="306000"/>
          </a:xfrm>
          <a:prstGeom prst="plus">
            <a:avLst>
              <a:gd fmla="val 32768" name="adj"/>
            </a:avLst>
          </a:prstGeom>
          <a:solidFill>
            <a:srgbClr val="6AD8CF">
              <a:alpha val="3544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4_1_1_1">
    <p:spTree>
      <p:nvGrpSpPr>
        <p:cNvPr id="179" name="Shape 179"/>
        <p:cNvGrpSpPr/>
        <p:nvPr/>
      </p:nvGrpSpPr>
      <p:grpSpPr>
        <a:xfrm>
          <a:off x="0" y="0"/>
          <a:ext cx="0" cy="0"/>
          <a:chOff x="0" y="0"/>
          <a:chExt cx="0" cy="0"/>
        </a:xfrm>
      </p:grpSpPr>
      <p:pic>
        <p:nvPicPr>
          <p:cNvPr id="180" name="Google Shape;180;p18"/>
          <p:cNvPicPr preferRelativeResize="0"/>
          <p:nvPr/>
        </p:nvPicPr>
        <p:blipFill>
          <a:blip r:embed="rId2">
            <a:alphaModFix amt="80000"/>
          </a:blip>
          <a:stretch>
            <a:fillRect/>
          </a:stretch>
        </p:blipFill>
        <p:spPr>
          <a:xfrm>
            <a:off x="0" y="8199"/>
            <a:ext cx="9144001" cy="5127121"/>
          </a:xfrm>
          <a:prstGeom prst="rect">
            <a:avLst/>
          </a:prstGeom>
          <a:noFill/>
          <a:ln>
            <a:noFill/>
          </a:ln>
        </p:spPr>
      </p:pic>
      <p:sp>
        <p:nvSpPr>
          <p:cNvPr id="181" name="Google Shape;181;p18"/>
          <p:cNvSpPr txBox="1"/>
          <p:nvPr>
            <p:ph idx="1" type="subTitle"/>
          </p:nvPr>
        </p:nvSpPr>
        <p:spPr>
          <a:xfrm>
            <a:off x="720000" y="1136750"/>
            <a:ext cx="7704000" cy="33876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accent3"/>
              </a:buClr>
              <a:buSzPts val="1200"/>
              <a:buChar char="●"/>
              <a:defRPr/>
            </a:lvl1pPr>
            <a:lvl2pPr lvl="1" rtl="0" algn="ctr">
              <a:lnSpc>
                <a:spcPct val="100000"/>
              </a:lnSpc>
              <a:spcBef>
                <a:spcPts val="0"/>
              </a:spcBef>
              <a:spcAft>
                <a:spcPts val="0"/>
              </a:spcAft>
              <a:buSzPts val="1200"/>
              <a:buChar char="○"/>
              <a:defRPr/>
            </a:lvl2pPr>
            <a:lvl3pPr lvl="2" rtl="0" algn="ctr">
              <a:lnSpc>
                <a:spcPct val="100000"/>
              </a:lnSpc>
              <a:spcBef>
                <a:spcPts val="0"/>
              </a:spcBef>
              <a:spcAft>
                <a:spcPts val="0"/>
              </a:spcAft>
              <a:buSzPts val="1200"/>
              <a:buChar char="■"/>
              <a:defRPr/>
            </a:lvl3pPr>
            <a:lvl4pPr lvl="3" rtl="0" algn="ctr">
              <a:lnSpc>
                <a:spcPct val="100000"/>
              </a:lnSpc>
              <a:spcBef>
                <a:spcPts val="0"/>
              </a:spcBef>
              <a:spcAft>
                <a:spcPts val="0"/>
              </a:spcAft>
              <a:buSzPts val="1200"/>
              <a:buChar char="●"/>
              <a:defRPr/>
            </a:lvl4pPr>
            <a:lvl5pPr lvl="4" rtl="0" algn="ctr">
              <a:lnSpc>
                <a:spcPct val="100000"/>
              </a:lnSpc>
              <a:spcBef>
                <a:spcPts val="0"/>
              </a:spcBef>
              <a:spcAft>
                <a:spcPts val="0"/>
              </a:spcAft>
              <a:buSzPts val="1200"/>
              <a:buChar char="○"/>
              <a:defRPr/>
            </a:lvl5pPr>
            <a:lvl6pPr lvl="5" rtl="0" algn="ctr">
              <a:lnSpc>
                <a:spcPct val="100000"/>
              </a:lnSpc>
              <a:spcBef>
                <a:spcPts val="0"/>
              </a:spcBef>
              <a:spcAft>
                <a:spcPts val="0"/>
              </a:spcAft>
              <a:buSzPts val="1200"/>
              <a:buChar char="■"/>
              <a:defRPr/>
            </a:lvl6pPr>
            <a:lvl7pPr lvl="6" rtl="0" algn="ctr">
              <a:lnSpc>
                <a:spcPct val="100000"/>
              </a:lnSpc>
              <a:spcBef>
                <a:spcPts val="0"/>
              </a:spcBef>
              <a:spcAft>
                <a:spcPts val="0"/>
              </a:spcAft>
              <a:buSzPts val="1200"/>
              <a:buChar char="●"/>
              <a:defRPr/>
            </a:lvl7pPr>
            <a:lvl8pPr lvl="7" rtl="0" algn="ctr">
              <a:lnSpc>
                <a:spcPct val="100000"/>
              </a:lnSpc>
              <a:spcBef>
                <a:spcPts val="0"/>
              </a:spcBef>
              <a:spcAft>
                <a:spcPts val="0"/>
              </a:spcAft>
              <a:buSzPts val="1200"/>
              <a:buChar char="○"/>
              <a:defRPr/>
            </a:lvl8pPr>
            <a:lvl9pPr lvl="8" rtl="0" algn="ctr">
              <a:lnSpc>
                <a:spcPct val="100000"/>
              </a:lnSpc>
              <a:spcBef>
                <a:spcPts val="0"/>
              </a:spcBef>
              <a:spcAft>
                <a:spcPts val="0"/>
              </a:spcAft>
              <a:buSzPts val="1200"/>
              <a:buChar char="■"/>
              <a:defRPr/>
            </a:lvl9pPr>
          </a:lstStyle>
          <a:p/>
        </p:txBody>
      </p:sp>
      <p:sp>
        <p:nvSpPr>
          <p:cNvPr id="182" name="Google Shape;182;p1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183" name="Google Shape;183;p18"/>
          <p:cNvGrpSpPr/>
          <p:nvPr/>
        </p:nvGrpSpPr>
        <p:grpSpPr>
          <a:xfrm>
            <a:off x="8242977" y="3842203"/>
            <a:ext cx="901025" cy="1301116"/>
            <a:chOff x="7745502" y="3782530"/>
            <a:chExt cx="595798" cy="860299"/>
          </a:xfrm>
        </p:grpSpPr>
        <p:sp>
          <p:nvSpPr>
            <p:cNvPr id="184" name="Google Shape;184;p18"/>
            <p:cNvSpPr/>
            <p:nvPr/>
          </p:nvSpPr>
          <p:spPr>
            <a:xfrm>
              <a:off x="7745502" y="4220129"/>
              <a:ext cx="422700" cy="4227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85" name="Google Shape;185;p18"/>
            <p:cNvSpPr/>
            <p:nvPr/>
          </p:nvSpPr>
          <p:spPr>
            <a:xfrm>
              <a:off x="8087200" y="3782530"/>
              <a:ext cx="254100" cy="254100"/>
            </a:xfrm>
            <a:prstGeom prst="plus">
              <a:avLst>
                <a:gd fmla="val 32768" name="adj"/>
              </a:avLst>
            </a:prstGeom>
            <a:solidFill>
              <a:srgbClr val="96E5D2">
                <a:alpha val="557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grpSp>
        <p:nvGrpSpPr>
          <p:cNvPr id="186" name="Google Shape;186;p18"/>
          <p:cNvGrpSpPr/>
          <p:nvPr/>
        </p:nvGrpSpPr>
        <p:grpSpPr>
          <a:xfrm flipH="1">
            <a:off x="-121461" y="4608508"/>
            <a:ext cx="2843176" cy="412285"/>
            <a:chOff x="3978825" y="-2820900"/>
            <a:chExt cx="2466750" cy="357700"/>
          </a:xfrm>
        </p:grpSpPr>
        <p:sp>
          <p:nvSpPr>
            <p:cNvPr id="187" name="Google Shape;187;p18"/>
            <p:cNvSpPr/>
            <p:nvPr/>
          </p:nvSpPr>
          <p:spPr>
            <a:xfrm>
              <a:off x="3978825" y="-2820900"/>
              <a:ext cx="2295750" cy="216550"/>
            </a:xfrm>
            <a:custGeom>
              <a:rect b="b" l="l" r="r" t="t"/>
              <a:pathLst>
                <a:path extrusionOk="0" h="8662" w="91830">
                  <a:moveTo>
                    <a:pt x="38444" y="0"/>
                  </a:moveTo>
                  <a:lnTo>
                    <a:pt x="38444" y="8097"/>
                  </a:lnTo>
                  <a:lnTo>
                    <a:pt x="12928" y="8097"/>
                  </a:lnTo>
                  <a:lnTo>
                    <a:pt x="9323" y="4495"/>
                  </a:lnTo>
                  <a:lnTo>
                    <a:pt x="3216" y="4495"/>
                  </a:lnTo>
                  <a:cubicBezTo>
                    <a:pt x="3093" y="3728"/>
                    <a:pt x="2431" y="3125"/>
                    <a:pt x="1623" y="3125"/>
                  </a:cubicBezTo>
                  <a:cubicBezTo>
                    <a:pt x="726" y="3125"/>
                    <a:pt x="0" y="3850"/>
                    <a:pt x="0" y="4750"/>
                  </a:cubicBezTo>
                  <a:cubicBezTo>
                    <a:pt x="0" y="5647"/>
                    <a:pt x="726" y="6372"/>
                    <a:pt x="1623" y="6372"/>
                  </a:cubicBezTo>
                  <a:cubicBezTo>
                    <a:pt x="2409" y="6372"/>
                    <a:pt x="3064" y="5801"/>
                    <a:pt x="3206" y="5056"/>
                  </a:cubicBezTo>
                  <a:lnTo>
                    <a:pt x="9097" y="5056"/>
                  </a:lnTo>
                  <a:lnTo>
                    <a:pt x="12692" y="8661"/>
                  </a:lnTo>
                  <a:lnTo>
                    <a:pt x="39008" y="8661"/>
                  </a:lnTo>
                  <a:lnTo>
                    <a:pt x="39008" y="562"/>
                  </a:lnTo>
                  <a:lnTo>
                    <a:pt x="91829" y="562"/>
                  </a:lnTo>
                  <a:lnTo>
                    <a:pt x="9182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18"/>
            <p:cNvSpPr/>
            <p:nvPr/>
          </p:nvSpPr>
          <p:spPr>
            <a:xfrm>
              <a:off x="4017350" y="-2745600"/>
              <a:ext cx="2428225" cy="282400"/>
            </a:xfrm>
            <a:custGeom>
              <a:rect b="b" l="l" r="r" t="t"/>
              <a:pathLst>
                <a:path extrusionOk="0" h="11296" w="97129">
                  <a:moveTo>
                    <a:pt x="22424" y="0"/>
                  </a:moveTo>
                  <a:lnTo>
                    <a:pt x="18677" y="9609"/>
                  </a:lnTo>
                  <a:lnTo>
                    <a:pt x="2645" y="9609"/>
                  </a:lnTo>
                  <a:cubicBezTo>
                    <a:pt x="2493" y="9028"/>
                    <a:pt x="1971" y="8600"/>
                    <a:pt x="1349" y="8600"/>
                  </a:cubicBezTo>
                  <a:cubicBezTo>
                    <a:pt x="604" y="8600"/>
                    <a:pt x="1" y="9202"/>
                    <a:pt x="1" y="9947"/>
                  </a:cubicBezTo>
                  <a:cubicBezTo>
                    <a:pt x="1" y="10692"/>
                    <a:pt x="604" y="11295"/>
                    <a:pt x="1349" y="11295"/>
                  </a:cubicBezTo>
                  <a:cubicBezTo>
                    <a:pt x="2013" y="11295"/>
                    <a:pt x="2564" y="10795"/>
                    <a:pt x="2667" y="10161"/>
                  </a:cubicBezTo>
                  <a:lnTo>
                    <a:pt x="19045" y="10161"/>
                  </a:lnTo>
                  <a:lnTo>
                    <a:pt x="22802" y="552"/>
                  </a:lnTo>
                  <a:lnTo>
                    <a:pt x="58359" y="552"/>
                  </a:lnTo>
                  <a:lnTo>
                    <a:pt x="63983" y="6056"/>
                  </a:lnTo>
                  <a:lnTo>
                    <a:pt x="97128" y="6056"/>
                  </a:lnTo>
                  <a:lnTo>
                    <a:pt x="97128" y="5514"/>
                  </a:lnTo>
                  <a:lnTo>
                    <a:pt x="64198" y="5514"/>
                  </a:lnTo>
                  <a:lnTo>
                    <a:pt x="58582" y="0"/>
                  </a:lnTo>
                  <a:close/>
                </a:path>
              </a:pathLst>
            </a:custGeom>
            <a:solidFill>
              <a:srgbClr val="A0D4FC">
                <a:alpha val="5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9" name="Google Shape;189;p18"/>
          <p:cNvSpPr/>
          <p:nvPr/>
        </p:nvSpPr>
        <p:spPr>
          <a:xfrm>
            <a:off x="1" y="874928"/>
            <a:ext cx="384300" cy="384300"/>
          </a:xfrm>
          <a:prstGeom prst="plus">
            <a:avLst>
              <a:gd fmla="val 32768" name="adj"/>
            </a:avLst>
          </a:prstGeom>
          <a:solidFill>
            <a:srgbClr val="96E5D2">
              <a:alpha val="557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190" name="Google Shape;190;p18"/>
          <p:cNvGrpSpPr/>
          <p:nvPr/>
        </p:nvGrpSpPr>
        <p:grpSpPr>
          <a:xfrm>
            <a:off x="8487888" y="-118000"/>
            <a:ext cx="493775" cy="1903625"/>
            <a:chOff x="4419075" y="-2183412"/>
            <a:chExt cx="493775" cy="1903625"/>
          </a:xfrm>
        </p:grpSpPr>
        <p:sp>
          <p:nvSpPr>
            <p:cNvPr id="191" name="Google Shape;191;p18"/>
            <p:cNvSpPr/>
            <p:nvPr/>
          </p:nvSpPr>
          <p:spPr>
            <a:xfrm>
              <a:off x="4434950" y="-2183412"/>
              <a:ext cx="341575" cy="1817075"/>
            </a:xfrm>
            <a:custGeom>
              <a:rect b="b" l="l" r="r" t="t"/>
              <a:pathLst>
                <a:path extrusionOk="0" h="72683" w="13663">
                  <a:moveTo>
                    <a:pt x="0" y="1"/>
                  </a:moveTo>
                  <a:lnTo>
                    <a:pt x="0" y="23495"/>
                  </a:lnTo>
                  <a:lnTo>
                    <a:pt x="13212" y="23495"/>
                  </a:lnTo>
                  <a:lnTo>
                    <a:pt x="13212" y="72682"/>
                  </a:lnTo>
                  <a:lnTo>
                    <a:pt x="13663" y="72682"/>
                  </a:lnTo>
                  <a:lnTo>
                    <a:pt x="13663" y="23047"/>
                  </a:lnTo>
                  <a:lnTo>
                    <a:pt x="449" y="23047"/>
                  </a:lnTo>
                  <a:lnTo>
                    <a:pt x="44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18"/>
            <p:cNvSpPr/>
            <p:nvPr/>
          </p:nvSpPr>
          <p:spPr>
            <a:xfrm>
              <a:off x="4419075" y="-2089962"/>
              <a:ext cx="493775" cy="1810175"/>
            </a:xfrm>
            <a:custGeom>
              <a:rect b="b" l="l" r="r" t="t"/>
              <a:pathLst>
                <a:path extrusionOk="0" h="72407" w="19751">
                  <a:moveTo>
                    <a:pt x="19309" y="0"/>
                  </a:moveTo>
                  <a:lnTo>
                    <a:pt x="19309" y="55221"/>
                  </a:lnTo>
                  <a:lnTo>
                    <a:pt x="635" y="55221"/>
                  </a:lnTo>
                  <a:lnTo>
                    <a:pt x="635" y="70589"/>
                  </a:lnTo>
                  <a:cubicBezTo>
                    <a:pt x="268" y="70721"/>
                    <a:pt x="0" y="71059"/>
                    <a:pt x="0" y="71478"/>
                  </a:cubicBezTo>
                  <a:cubicBezTo>
                    <a:pt x="0" y="71988"/>
                    <a:pt x="420" y="72407"/>
                    <a:pt x="942" y="72407"/>
                  </a:cubicBezTo>
                  <a:cubicBezTo>
                    <a:pt x="1451" y="72407"/>
                    <a:pt x="1870" y="71988"/>
                    <a:pt x="1870" y="71478"/>
                  </a:cubicBezTo>
                  <a:cubicBezTo>
                    <a:pt x="1870" y="71008"/>
                    <a:pt x="1532" y="70620"/>
                    <a:pt x="1084" y="70559"/>
                  </a:cubicBezTo>
                  <a:lnTo>
                    <a:pt x="1084" y="55659"/>
                  </a:lnTo>
                  <a:lnTo>
                    <a:pt x="19750" y="55659"/>
                  </a:lnTo>
                  <a:lnTo>
                    <a:pt x="19750" y="0"/>
                  </a:lnTo>
                  <a:close/>
                </a:path>
              </a:pathLst>
            </a:custGeom>
            <a:solidFill>
              <a:srgbClr val="A0D4FC">
                <a:alpha val="5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3" name="Google Shape;193;p18"/>
          <p:cNvSpPr/>
          <p:nvPr/>
        </p:nvSpPr>
        <p:spPr>
          <a:xfrm>
            <a:off x="555351" y="137826"/>
            <a:ext cx="307500" cy="3072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194" name="Shape 194"/>
        <p:cNvGrpSpPr/>
        <p:nvPr/>
      </p:nvGrpSpPr>
      <p:grpSpPr>
        <a:xfrm>
          <a:off x="0" y="0"/>
          <a:ext cx="0" cy="0"/>
          <a:chOff x="0" y="0"/>
          <a:chExt cx="0" cy="0"/>
        </a:xfrm>
      </p:grpSpPr>
      <p:pic>
        <p:nvPicPr>
          <p:cNvPr id="195" name="Google Shape;195;p19"/>
          <p:cNvPicPr preferRelativeResize="0"/>
          <p:nvPr/>
        </p:nvPicPr>
        <p:blipFill>
          <a:blip r:embed="rId2">
            <a:alphaModFix amt="80000"/>
          </a:blip>
          <a:stretch>
            <a:fillRect/>
          </a:stretch>
        </p:blipFill>
        <p:spPr>
          <a:xfrm>
            <a:off x="0" y="8199"/>
            <a:ext cx="9144001" cy="5127121"/>
          </a:xfrm>
          <a:prstGeom prst="rect">
            <a:avLst/>
          </a:prstGeom>
          <a:noFill/>
          <a:ln>
            <a:noFill/>
          </a:ln>
        </p:spPr>
      </p:pic>
      <p:sp>
        <p:nvSpPr>
          <p:cNvPr id="196" name="Google Shape;196;p19"/>
          <p:cNvSpPr txBox="1"/>
          <p:nvPr>
            <p:ph hasCustomPrompt="1" type="title"/>
          </p:nvPr>
        </p:nvSpPr>
        <p:spPr>
          <a:xfrm>
            <a:off x="849950" y="3010288"/>
            <a:ext cx="2150700" cy="768900"/>
          </a:xfrm>
          <a:prstGeom prst="rect">
            <a:avLst/>
          </a:prstGeom>
          <a:solidFill>
            <a:schemeClr val="accent1"/>
          </a:solidFill>
        </p:spPr>
        <p:txBody>
          <a:bodyPr anchorCtr="0" anchor="b" bIns="91425" lIns="91425" spcFirstLastPara="1" rIns="91425" wrap="square" tIns="91425">
            <a:noAutofit/>
          </a:bodyPr>
          <a:lstStyle>
            <a:lvl1pPr lvl="0" rtl="0" algn="ctr">
              <a:spcBef>
                <a:spcPts val="0"/>
              </a:spcBef>
              <a:spcAft>
                <a:spcPts val="0"/>
              </a:spcAft>
              <a:buClr>
                <a:schemeClr val="lt1"/>
              </a:buClr>
              <a:buSzPts val="6000"/>
              <a:buNone/>
              <a:defRPr sz="3700">
                <a:solidFill>
                  <a:schemeClr val="dk2"/>
                </a:solidFill>
                <a:latin typeface="Krub Light"/>
                <a:ea typeface="Krub Light"/>
                <a:cs typeface="Krub Light"/>
                <a:sym typeface="Krub Light"/>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97" name="Google Shape;197;p19"/>
          <p:cNvSpPr txBox="1"/>
          <p:nvPr>
            <p:ph idx="1" type="subTitle"/>
          </p:nvPr>
        </p:nvSpPr>
        <p:spPr>
          <a:xfrm>
            <a:off x="849950" y="3823052"/>
            <a:ext cx="2150700" cy="52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200"/>
              <a:buNone/>
              <a:defRPr>
                <a:solidFill>
                  <a:schemeClr val="dk1"/>
                </a:solidFill>
              </a:defRPr>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0"/>
              </a:spcBef>
              <a:spcAft>
                <a:spcPts val="0"/>
              </a:spcAft>
              <a:buClr>
                <a:schemeClr val="dk1"/>
              </a:buClr>
              <a:buSzPts val="1200"/>
              <a:buNone/>
              <a:defRPr>
                <a:solidFill>
                  <a:schemeClr val="dk1"/>
                </a:solidFill>
              </a:defRPr>
            </a:lvl3pPr>
            <a:lvl4pPr lvl="3" rtl="0" algn="ctr">
              <a:lnSpc>
                <a:spcPct val="100000"/>
              </a:lnSpc>
              <a:spcBef>
                <a:spcPts val="0"/>
              </a:spcBef>
              <a:spcAft>
                <a:spcPts val="0"/>
              </a:spcAft>
              <a:buClr>
                <a:schemeClr val="dk1"/>
              </a:buClr>
              <a:buSzPts val="1200"/>
              <a:buNone/>
              <a:defRPr>
                <a:solidFill>
                  <a:schemeClr val="dk1"/>
                </a:solidFill>
              </a:defRPr>
            </a:lvl4pPr>
            <a:lvl5pPr lvl="4" rtl="0" algn="ctr">
              <a:lnSpc>
                <a:spcPct val="100000"/>
              </a:lnSpc>
              <a:spcBef>
                <a:spcPts val="0"/>
              </a:spcBef>
              <a:spcAft>
                <a:spcPts val="0"/>
              </a:spcAft>
              <a:buClr>
                <a:schemeClr val="dk1"/>
              </a:buClr>
              <a:buSzPts val="1200"/>
              <a:buNone/>
              <a:defRPr>
                <a:solidFill>
                  <a:schemeClr val="dk1"/>
                </a:solidFill>
              </a:defRPr>
            </a:lvl5pPr>
            <a:lvl6pPr lvl="5" rtl="0" algn="ctr">
              <a:lnSpc>
                <a:spcPct val="100000"/>
              </a:lnSpc>
              <a:spcBef>
                <a:spcPts val="0"/>
              </a:spcBef>
              <a:spcAft>
                <a:spcPts val="0"/>
              </a:spcAft>
              <a:buClr>
                <a:schemeClr val="dk1"/>
              </a:buClr>
              <a:buSzPts val="1200"/>
              <a:buNone/>
              <a:defRPr>
                <a:solidFill>
                  <a:schemeClr val="dk1"/>
                </a:solidFill>
              </a:defRPr>
            </a:lvl6pPr>
            <a:lvl7pPr lvl="6" rtl="0" algn="ctr">
              <a:lnSpc>
                <a:spcPct val="100000"/>
              </a:lnSpc>
              <a:spcBef>
                <a:spcPts val="0"/>
              </a:spcBef>
              <a:spcAft>
                <a:spcPts val="0"/>
              </a:spcAft>
              <a:buClr>
                <a:schemeClr val="dk1"/>
              </a:buClr>
              <a:buSzPts val="1200"/>
              <a:buNone/>
              <a:defRPr>
                <a:solidFill>
                  <a:schemeClr val="dk1"/>
                </a:solidFill>
              </a:defRPr>
            </a:lvl7pPr>
            <a:lvl8pPr lvl="7" rtl="0" algn="ctr">
              <a:lnSpc>
                <a:spcPct val="100000"/>
              </a:lnSpc>
              <a:spcBef>
                <a:spcPts val="0"/>
              </a:spcBef>
              <a:spcAft>
                <a:spcPts val="0"/>
              </a:spcAft>
              <a:buClr>
                <a:schemeClr val="dk1"/>
              </a:buClr>
              <a:buSzPts val="1200"/>
              <a:buNone/>
              <a:defRPr>
                <a:solidFill>
                  <a:schemeClr val="dk1"/>
                </a:solidFill>
              </a:defRPr>
            </a:lvl8pPr>
            <a:lvl9pPr lvl="8" rtl="0" algn="ctr">
              <a:lnSpc>
                <a:spcPct val="100000"/>
              </a:lnSpc>
              <a:spcBef>
                <a:spcPts val="0"/>
              </a:spcBef>
              <a:spcAft>
                <a:spcPts val="0"/>
              </a:spcAft>
              <a:buClr>
                <a:schemeClr val="dk1"/>
              </a:buClr>
              <a:buSzPts val="1200"/>
              <a:buNone/>
              <a:defRPr>
                <a:solidFill>
                  <a:schemeClr val="dk1"/>
                </a:solidFill>
              </a:defRPr>
            </a:lvl9pPr>
          </a:lstStyle>
          <a:p/>
        </p:txBody>
      </p:sp>
      <p:sp>
        <p:nvSpPr>
          <p:cNvPr id="198" name="Google Shape;198;p19"/>
          <p:cNvSpPr txBox="1"/>
          <p:nvPr>
            <p:ph hasCustomPrompt="1" idx="2" type="title"/>
          </p:nvPr>
        </p:nvSpPr>
        <p:spPr>
          <a:xfrm>
            <a:off x="3496650" y="3010288"/>
            <a:ext cx="2150700" cy="768900"/>
          </a:xfrm>
          <a:prstGeom prst="rect">
            <a:avLst/>
          </a:prstGeom>
          <a:solidFill>
            <a:schemeClr val="accent1"/>
          </a:solidFill>
        </p:spPr>
        <p:txBody>
          <a:bodyPr anchorCtr="0" anchor="b" bIns="91425" lIns="91425" spcFirstLastPara="1" rIns="91425" wrap="square" tIns="91425">
            <a:noAutofit/>
          </a:bodyPr>
          <a:lstStyle>
            <a:lvl1pPr lvl="0" rtl="0" algn="ctr">
              <a:spcBef>
                <a:spcPts val="0"/>
              </a:spcBef>
              <a:spcAft>
                <a:spcPts val="0"/>
              </a:spcAft>
              <a:buClr>
                <a:schemeClr val="lt1"/>
              </a:buClr>
              <a:buSzPts val="6000"/>
              <a:buNone/>
              <a:defRPr sz="3700">
                <a:solidFill>
                  <a:schemeClr val="dk2"/>
                </a:solidFill>
                <a:latin typeface="Krub Light"/>
                <a:ea typeface="Krub Light"/>
                <a:cs typeface="Krub Light"/>
                <a:sym typeface="Krub Light"/>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99" name="Google Shape;199;p19"/>
          <p:cNvSpPr txBox="1"/>
          <p:nvPr>
            <p:ph idx="3" type="subTitle"/>
          </p:nvPr>
        </p:nvSpPr>
        <p:spPr>
          <a:xfrm>
            <a:off x="3496650" y="3823052"/>
            <a:ext cx="2150700" cy="52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200"/>
              <a:buNone/>
              <a:defRPr>
                <a:solidFill>
                  <a:schemeClr val="dk1"/>
                </a:solidFill>
              </a:defRPr>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0"/>
              </a:spcBef>
              <a:spcAft>
                <a:spcPts val="0"/>
              </a:spcAft>
              <a:buClr>
                <a:schemeClr val="dk1"/>
              </a:buClr>
              <a:buSzPts val="1200"/>
              <a:buNone/>
              <a:defRPr>
                <a:solidFill>
                  <a:schemeClr val="dk1"/>
                </a:solidFill>
              </a:defRPr>
            </a:lvl3pPr>
            <a:lvl4pPr lvl="3" rtl="0" algn="ctr">
              <a:lnSpc>
                <a:spcPct val="100000"/>
              </a:lnSpc>
              <a:spcBef>
                <a:spcPts val="0"/>
              </a:spcBef>
              <a:spcAft>
                <a:spcPts val="0"/>
              </a:spcAft>
              <a:buClr>
                <a:schemeClr val="dk1"/>
              </a:buClr>
              <a:buSzPts val="1200"/>
              <a:buNone/>
              <a:defRPr>
                <a:solidFill>
                  <a:schemeClr val="dk1"/>
                </a:solidFill>
              </a:defRPr>
            </a:lvl4pPr>
            <a:lvl5pPr lvl="4" rtl="0" algn="ctr">
              <a:lnSpc>
                <a:spcPct val="100000"/>
              </a:lnSpc>
              <a:spcBef>
                <a:spcPts val="0"/>
              </a:spcBef>
              <a:spcAft>
                <a:spcPts val="0"/>
              </a:spcAft>
              <a:buClr>
                <a:schemeClr val="dk1"/>
              </a:buClr>
              <a:buSzPts val="1200"/>
              <a:buNone/>
              <a:defRPr>
                <a:solidFill>
                  <a:schemeClr val="dk1"/>
                </a:solidFill>
              </a:defRPr>
            </a:lvl5pPr>
            <a:lvl6pPr lvl="5" rtl="0" algn="ctr">
              <a:lnSpc>
                <a:spcPct val="100000"/>
              </a:lnSpc>
              <a:spcBef>
                <a:spcPts val="0"/>
              </a:spcBef>
              <a:spcAft>
                <a:spcPts val="0"/>
              </a:spcAft>
              <a:buClr>
                <a:schemeClr val="dk1"/>
              </a:buClr>
              <a:buSzPts val="1200"/>
              <a:buNone/>
              <a:defRPr>
                <a:solidFill>
                  <a:schemeClr val="dk1"/>
                </a:solidFill>
              </a:defRPr>
            </a:lvl6pPr>
            <a:lvl7pPr lvl="6" rtl="0" algn="ctr">
              <a:lnSpc>
                <a:spcPct val="100000"/>
              </a:lnSpc>
              <a:spcBef>
                <a:spcPts val="0"/>
              </a:spcBef>
              <a:spcAft>
                <a:spcPts val="0"/>
              </a:spcAft>
              <a:buClr>
                <a:schemeClr val="dk1"/>
              </a:buClr>
              <a:buSzPts val="1200"/>
              <a:buNone/>
              <a:defRPr>
                <a:solidFill>
                  <a:schemeClr val="dk1"/>
                </a:solidFill>
              </a:defRPr>
            </a:lvl7pPr>
            <a:lvl8pPr lvl="7" rtl="0" algn="ctr">
              <a:lnSpc>
                <a:spcPct val="100000"/>
              </a:lnSpc>
              <a:spcBef>
                <a:spcPts val="0"/>
              </a:spcBef>
              <a:spcAft>
                <a:spcPts val="0"/>
              </a:spcAft>
              <a:buClr>
                <a:schemeClr val="dk1"/>
              </a:buClr>
              <a:buSzPts val="1200"/>
              <a:buNone/>
              <a:defRPr>
                <a:solidFill>
                  <a:schemeClr val="dk1"/>
                </a:solidFill>
              </a:defRPr>
            </a:lvl8pPr>
            <a:lvl9pPr lvl="8" rtl="0" algn="ctr">
              <a:lnSpc>
                <a:spcPct val="100000"/>
              </a:lnSpc>
              <a:spcBef>
                <a:spcPts val="0"/>
              </a:spcBef>
              <a:spcAft>
                <a:spcPts val="0"/>
              </a:spcAft>
              <a:buClr>
                <a:schemeClr val="dk1"/>
              </a:buClr>
              <a:buSzPts val="1200"/>
              <a:buNone/>
              <a:defRPr>
                <a:solidFill>
                  <a:schemeClr val="dk1"/>
                </a:solidFill>
              </a:defRPr>
            </a:lvl9pPr>
          </a:lstStyle>
          <a:p/>
        </p:txBody>
      </p:sp>
      <p:sp>
        <p:nvSpPr>
          <p:cNvPr id="200" name="Google Shape;200;p19"/>
          <p:cNvSpPr txBox="1"/>
          <p:nvPr>
            <p:ph hasCustomPrompt="1" idx="4" type="title"/>
          </p:nvPr>
        </p:nvSpPr>
        <p:spPr>
          <a:xfrm>
            <a:off x="6143350" y="3010288"/>
            <a:ext cx="2150700" cy="768900"/>
          </a:xfrm>
          <a:prstGeom prst="rect">
            <a:avLst/>
          </a:prstGeom>
          <a:solidFill>
            <a:schemeClr val="accent1"/>
          </a:solidFill>
        </p:spPr>
        <p:txBody>
          <a:bodyPr anchorCtr="0" anchor="b" bIns="91425" lIns="91425" spcFirstLastPara="1" rIns="91425" wrap="square" tIns="91425">
            <a:noAutofit/>
          </a:bodyPr>
          <a:lstStyle>
            <a:lvl1pPr lvl="0" rtl="0" algn="ctr">
              <a:spcBef>
                <a:spcPts val="0"/>
              </a:spcBef>
              <a:spcAft>
                <a:spcPts val="0"/>
              </a:spcAft>
              <a:buClr>
                <a:schemeClr val="lt1"/>
              </a:buClr>
              <a:buSzPts val="6000"/>
              <a:buNone/>
              <a:defRPr sz="3700">
                <a:solidFill>
                  <a:schemeClr val="dk2"/>
                </a:solidFill>
                <a:latin typeface="Krub Light"/>
                <a:ea typeface="Krub Light"/>
                <a:cs typeface="Krub Light"/>
                <a:sym typeface="Krub Light"/>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01" name="Google Shape;201;p19"/>
          <p:cNvSpPr txBox="1"/>
          <p:nvPr>
            <p:ph idx="5" type="subTitle"/>
          </p:nvPr>
        </p:nvSpPr>
        <p:spPr>
          <a:xfrm>
            <a:off x="6143350" y="3823052"/>
            <a:ext cx="2150700" cy="52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200"/>
              <a:buNone/>
              <a:defRPr/>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0"/>
              </a:spcBef>
              <a:spcAft>
                <a:spcPts val="0"/>
              </a:spcAft>
              <a:buClr>
                <a:schemeClr val="dk1"/>
              </a:buClr>
              <a:buSzPts val="1200"/>
              <a:buNone/>
              <a:defRPr>
                <a:solidFill>
                  <a:schemeClr val="dk1"/>
                </a:solidFill>
              </a:defRPr>
            </a:lvl3pPr>
            <a:lvl4pPr lvl="3" rtl="0" algn="ctr">
              <a:lnSpc>
                <a:spcPct val="100000"/>
              </a:lnSpc>
              <a:spcBef>
                <a:spcPts val="0"/>
              </a:spcBef>
              <a:spcAft>
                <a:spcPts val="0"/>
              </a:spcAft>
              <a:buClr>
                <a:schemeClr val="dk1"/>
              </a:buClr>
              <a:buSzPts val="1200"/>
              <a:buNone/>
              <a:defRPr>
                <a:solidFill>
                  <a:schemeClr val="dk1"/>
                </a:solidFill>
              </a:defRPr>
            </a:lvl4pPr>
            <a:lvl5pPr lvl="4" rtl="0" algn="ctr">
              <a:lnSpc>
                <a:spcPct val="100000"/>
              </a:lnSpc>
              <a:spcBef>
                <a:spcPts val="0"/>
              </a:spcBef>
              <a:spcAft>
                <a:spcPts val="0"/>
              </a:spcAft>
              <a:buClr>
                <a:schemeClr val="dk1"/>
              </a:buClr>
              <a:buSzPts val="1200"/>
              <a:buNone/>
              <a:defRPr>
                <a:solidFill>
                  <a:schemeClr val="dk1"/>
                </a:solidFill>
              </a:defRPr>
            </a:lvl5pPr>
            <a:lvl6pPr lvl="5" rtl="0" algn="ctr">
              <a:lnSpc>
                <a:spcPct val="100000"/>
              </a:lnSpc>
              <a:spcBef>
                <a:spcPts val="0"/>
              </a:spcBef>
              <a:spcAft>
                <a:spcPts val="0"/>
              </a:spcAft>
              <a:buClr>
                <a:schemeClr val="dk1"/>
              </a:buClr>
              <a:buSzPts val="1200"/>
              <a:buNone/>
              <a:defRPr>
                <a:solidFill>
                  <a:schemeClr val="dk1"/>
                </a:solidFill>
              </a:defRPr>
            </a:lvl6pPr>
            <a:lvl7pPr lvl="6" rtl="0" algn="ctr">
              <a:lnSpc>
                <a:spcPct val="100000"/>
              </a:lnSpc>
              <a:spcBef>
                <a:spcPts val="0"/>
              </a:spcBef>
              <a:spcAft>
                <a:spcPts val="0"/>
              </a:spcAft>
              <a:buClr>
                <a:schemeClr val="dk1"/>
              </a:buClr>
              <a:buSzPts val="1200"/>
              <a:buNone/>
              <a:defRPr>
                <a:solidFill>
                  <a:schemeClr val="dk1"/>
                </a:solidFill>
              </a:defRPr>
            </a:lvl7pPr>
            <a:lvl8pPr lvl="7" rtl="0" algn="ctr">
              <a:lnSpc>
                <a:spcPct val="100000"/>
              </a:lnSpc>
              <a:spcBef>
                <a:spcPts val="0"/>
              </a:spcBef>
              <a:spcAft>
                <a:spcPts val="0"/>
              </a:spcAft>
              <a:buClr>
                <a:schemeClr val="dk1"/>
              </a:buClr>
              <a:buSzPts val="1200"/>
              <a:buNone/>
              <a:defRPr>
                <a:solidFill>
                  <a:schemeClr val="dk1"/>
                </a:solidFill>
              </a:defRPr>
            </a:lvl8pPr>
            <a:lvl9pPr lvl="8" rtl="0" algn="ctr">
              <a:lnSpc>
                <a:spcPct val="100000"/>
              </a:lnSpc>
              <a:spcBef>
                <a:spcPts val="0"/>
              </a:spcBef>
              <a:spcAft>
                <a:spcPts val="0"/>
              </a:spcAft>
              <a:buClr>
                <a:schemeClr val="dk1"/>
              </a:buClr>
              <a:buSzPts val="1200"/>
              <a:buNone/>
              <a:defRPr>
                <a:solidFill>
                  <a:schemeClr val="dk1"/>
                </a:solidFill>
              </a:defRPr>
            </a:lvl9pPr>
          </a:lstStyle>
          <a:p/>
        </p:txBody>
      </p:sp>
      <p:sp>
        <p:nvSpPr>
          <p:cNvPr id="202" name="Google Shape;202;p19"/>
          <p:cNvSpPr/>
          <p:nvPr>
            <p:ph idx="6" type="pic"/>
          </p:nvPr>
        </p:nvSpPr>
        <p:spPr>
          <a:xfrm>
            <a:off x="849950" y="797838"/>
            <a:ext cx="7444200" cy="1978500"/>
          </a:xfrm>
          <a:prstGeom prst="snip2DiagRect">
            <a:avLst>
              <a:gd fmla="val 0" name="adj1"/>
              <a:gd fmla="val 8572" name="adj2"/>
            </a:avLst>
          </a:prstGeom>
          <a:noFill/>
          <a:ln>
            <a:noFill/>
          </a:ln>
        </p:spPr>
      </p:sp>
      <p:grpSp>
        <p:nvGrpSpPr>
          <p:cNvPr id="203" name="Google Shape;203;p19"/>
          <p:cNvGrpSpPr/>
          <p:nvPr/>
        </p:nvGrpSpPr>
        <p:grpSpPr>
          <a:xfrm flipH="1">
            <a:off x="6143359" y="-56834"/>
            <a:ext cx="2995516" cy="775725"/>
            <a:chOff x="763375" y="-2867575"/>
            <a:chExt cx="2546125" cy="659350"/>
          </a:xfrm>
        </p:grpSpPr>
        <p:sp>
          <p:nvSpPr>
            <p:cNvPr id="204" name="Google Shape;204;p19"/>
            <p:cNvSpPr/>
            <p:nvPr/>
          </p:nvSpPr>
          <p:spPr>
            <a:xfrm>
              <a:off x="763375" y="-2829550"/>
              <a:ext cx="2546125" cy="295900"/>
            </a:xfrm>
            <a:custGeom>
              <a:rect b="b" l="l" r="r" t="t"/>
              <a:pathLst>
                <a:path extrusionOk="0" h="11836" w="101845">
                  <a:moveTo>
                    <a:pt x="100436" y="1"/>
                  </a:moveTo>
                  <a:cubicBezTo>
                    <a:pt x="99730" y="1"/>
                    <a:pt x="99149" y="511"/>
                    <a:pt x="99036" y="1185"/>
                  </a:cubicBezTo>
                  <a:lnTo>
                    <a:pt x="81872" y="1185"/>
                  </a:lnTo>
                  <a:lnTo>
                    <a:pt x="77941" y="11262"/>
                  </a:lnTo>
                  <a:lnTo>
                    <a:pt x="40659" y="11262"/>
                  </a:lnTo>
                  <a:lnTo>
                    <a:pt x="34758" y="5483"/>
                  </a:lnTo>
                  <a:lnTo>
                    <a:pt x="0" y="5483"/>
                  </a:lnTo>
                  <a:lnTo>
                    <a:pt x="0" y="6054"/>
                  </a:lnTo>
                  <a:lnTo>
                    <a:pt x="34523" y="6054"/>
                  </a:lnTo>
                  <a:lnTo>
                    <a:pt x="40424" y="11835"/>
                  </a:lnTo>
                  <a:lnTo>
                    <a:pt x="78328" y="11835"/>
                  </a:lnTo>
                  <a:lnTo>
                    <a:pt x="82259" y="1756"/>
                  </a:lnTo>
                  <a:lnTo>
                    <a:pt x="99068" y="1756"/>
                  </a:lnTo>
                  <a:cubicBezTo>
                    <a:pt x="99220" y="2368"/>
                    <a:pt x="99772" y="2819"/>
                    <a:pt x="100436" y="2819"/>
                  </a:cubicBezTo>
                  <a:cubicBezTo>
                    <a:pt x="101213" y="2819"/>
                    <a:pt x="101845" y="2184"/>
                    <a:pt x="101845" y="1410"/>
                  </a:cubicBezTo>
                  <a:cubicBezTo>
                    <a:pt x="101845" y="633"/>
                    <a:pt x="101213" y="1"/>
                    <a:pt x="1004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19"/>
            <p:cNvSpPr/>
            <p:nvPr/>
          </p:nvSpPr>
          <p:spPr>
            <a:xfrm>
              <a:off x="855500" y="-2867575"/>
              <a:ext cx="1809675" cy="512075"/>
            </a:xfrm>
            <a:custGeom>
              <a:rect b="b" l="l" r="r" t="t"/>
              <a:pathLst>
                <a:path extrusionOk="0" h="20483" w="72387">
                  <a:moveTo>
                    <a:pt x="1" y="0"/>
                  </a:moveTo>
                  <a:lnTo>
                    <a:pt x="1" y="571"/>
                  </a:lnTo>
                  <a:lnTo>
                    <a:pt x="40498" y="571"/>
                  </a:lnTo>
                  <a:lnTo>
                    <a:pt x="40498" y="20483"/>
                  </a:lnTo>
                  <a:lnTo>
                    <a:pt x="71538" y="20483"/>
                  </a:lnTo>
                  <a:lnTo>
                    <a:pt x="71538" y="2502"/>
                  </a:lnTo>
                  <a:cubicBezTo>
                    <a:pt x="72028" y="2358"/>
                    <a:pt x="72386" y="1899"/>
                    <a:pt x="72386" y="1367"/>
                  </a:cubicBezTo>
                  <a:cubicBezTo>
                    <a:pt x="72386" y="703"/>
                    <a:pt x="71857" y="162"/>
                    <a:pt x="71193" y="162"/>
                  </a:cubicBezTo>
                  <a:cubicBezTo>
                    <a:pt x="70529" y="162"/>
                    <a:pt x="69997" y="703"/>
                    <a:pt x="69997" y="1367"/>
                  </a:cubicBezTo>
                  <a:cubicBezTo>
                    <a:pt x="69997" y="1951"/>
                    <a:pt x="70416" y="2429"/>
                    <a:pt x="70967" y="2541"/>
                  </a:cubicBezTo>
                  <a:lnTo>
                    <a:pt x="70967" y="19902"/>
                  </a:lnTo>
                  <a:lnTo>
                    <a:pt x="41069" y="19902"/>
                  </a:lnTo>
                  <a:lnTo>
                    <a:pt x="41069" y="0"/>
                  </a:lnTo>
                  <a:close/>
                </a:path>
              </a:pathLst>
            </a:custGeom>
            <a:solidFill>
              <a:srgbClr val="A0D4FC">
                <a:alpha val="5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19"/>
            <p:cNvSpPr/>
            <p:nvPr/>
          </p:nvSpPr>
          <p:spPr>
            <a:xfrm>
              <a:off x="790925" y="-2429775"/>
              <a:ext cx="2345025" cy="221550"/>
            </a:xfrm>
            <a:custGeom>
              <a:rect b="b" l="l" r="r" t="t"/>
              <a:pathLst>
                <a:path extrusionOk="0" h="8862" w="93801">
                  <a:moveTo>
                    <a:pt x="54077" y="0"/>
                  </a:moveTo>
                  <a:lnTo>
                    <a:pt x="54077" y="8291"/>
                  </a:lnTo>
                  <a:lnTo>
                    <a:pt x="1" y="8291"/>
                  </a:lnTo>
                  <a:lnTo>
                    <a:pt x="1" y="8862"/>
                  </a:lnTo>
                  <a:lnTo>
                    <a:pt x="54651" y="8862"/>
                  </a:lnTo>
                  <a:lnTo>
                    <a:pt x="54651" y="571"/>
                  </a:lnTo>
                  <a:lnTo>
                    <a:pt x="80780" y="571"/>
                  </a:lnTo>
                  <a:lnTo>
                    <a:pt x="84466" y="4257"/>
                  </a:lnTo>
                  <a:lnTo>
                    <a:pt x="91001" y="4257"/>
                  </a:lnTo>
                  <a:cubicBezTo>
                    <a:pt x="91114" y="4931"/>
                    <a:pt x="91685" y="5441"/>
                    <a:pt x="92391" y="5441"/>
                  </a:cubicBezTo>
                  <a:cubicBezTo>
                    <a:pt x="93165" y="5441"/>
                    <a:pt x="93800" y="4809"/>
                    <a:pt x="93800" y="4032"/>
                  </a:cubicBezTo>
                  <a:cubicBezTo>
                    <a:pt x="93800" y="3247"/>
                    <a:pt x="93165" y="2613"/>
                    <a:pt x="92391" y="2613"/>
                  </a:cubicBezTo>
                  <a:cubicBezTo>
                    <a:pt x="91727" y="2613"/>
                    <a:pt x="91185" y="3073"/>
                    <a:pt x="91021" y="3686"/>
                  </a:cubicBezTo>
                  <a:lnTo>
                    <a:pt x="84711" y="3686"/>
                  </a:lnTo>
                  <a:lnTo>
                    <a:pt x="8102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 name="Google Shape;207;p19"/>
          <p:cNvGrpSpPr/>
          <p:nvPr/>
        </p:nvGrpSpPr>
        <p:grpSpPr>
          <a:xfrm flipH="1">
            <a:off x="-172661" y="4608508"/>
            <a:ext cx="2843176" cy="412285"/>
            <a:chOff x="3978825" y="-2820900"/>
            <a:chExt cx="2466750" cy="357700"/>
          </a:xfrm>
        </p:grpSpPr>
        <p:sp>
          <p:nvSpPr>
            <p:cNvPr id="208" name="Google Shape;208;p19"/>
            <p:cNvSpPr/>
            <p:nvPr/>
          </p:nvSpPr>
          <p:spPr>
            <a:xfrm>
              <a:off x="3978825" y="-2820900"/>
              <a:ext cx="2295750" cy="216550"/>
            </a:xfrm>
            <a:custGeom>
              <a:rect b="b" l="l" r="r" t="t"/>
              <a:pathLst>
                <a:path extrusionOk="0" h="8662" w="91830">
                  <a:moveTo>
                    <a:pt x="38444" y="0"/>
                  </a:moveTo>
                  <a:lnTo>
                    <a:pt x="38444" y="8097"/>
                  </a:lnTo>
                  <a:lnTo>
                    <a:pt x="12928" y="8097"/>
                  </a:lnTo>
                  <a:lnTo>
                    <a:pt x="9323" y="4495"/>
                  </a:lnTo>
                  <a:lnTo>
                    <a:pt x="3216" y="4495"/>
                  </a:lnTo>
                  <a:cubicBezTo>
                    <a:pt x="3093" y="3728"/>
                    <a:pt x="2431" y="3125"/>
                    <a:pt x="1623" y="3125"/>
                  </a:cubicBezTo>
                  <a:cubicBezTo>
                    <a:pt x="726" y="3125"/>
                    <a:pt x="0" y="3850"/>
                    <a:pt x="0" y="4750"/>
                  </a:cubicBezTo>
                  <a:cubicBezTo>
                    <a:pt x="0" y="5647"/>
                    <a:pt x="726" y="6372"/>
                    <a:pt x="1623" y="6372"/>
                  </a:cubicBezTo>
                  <a:cubicBezTo>
                    <a:pt x="2409" y="6372"/>
                    <a:pt x="3064" y="5801"/>
                    <a:pt x="3206" y="5056"/>
                  </a:cubicBezTo>
                  <a:lnTo>
                    <a:pt x="9097" y="5056"/>
                  </a:lnTo>
                  <a:lnTo>
                    <a:pt x="12692" y="8661"/>
                  </a:lnTo>
                  <a:lnTo>
                    <a:pt x="39008" y="8661"/>
                  </a:lnTo>
                  <a:lnTo>
                    <a:pt x="39008" y="562"/>
                  </a:lnTo>
                  <a:lnTo>
                    <a:pt x="91829" y="562"/>
                  </a:lnTo>
                  <a:lnTo>
                    <a:pt x="9182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19"/>
            <p:cNvSpPr/>
            <p:nvPr/>
          </p:nvSpPr>
          <p:spPr>
            <a:xfrm>
              <a:off x="4017350" y="-2745600"/>
              <a:ext cx="2428225" cy="282400"/>
            </a:xfrm>
            <a:custGeom>
              <a:rect b="b" l="l" r="r" t="t"/>
              <a:pathLst>
                <a:path extrusionOk="0" h="11296" w="97129">
                  <a:moveTo>
                    <a:pt x="22424" y="0"/>
                  </a:moveTo>
                  <a:lnTo>
                    <a:pt x="18677" y="9609"/>
                  </a:lnTo>
                  <a:lnTo>
                    <a:pt x="2645" y="9609"/>
                  </a:lnTo>
                  <a:cubicBezTo>
                    <a:pt x="2493" y="9028"/>
                    <a:pt x="1971" y="8600"/>
                    <a:pt x="1349" y="8600"/>
                  </a:cubicBezTo>
                  <a:cubicBezTo>
                    <a:pt x="604" y="8600"/>
                    <a:pt x="1" y="9202"/>
                    <a:pt x="1" y="9947"/>
                  </a:cubicBezTo>
                  <a:cubicBezTo>
                    <a:pt x="1" y="10692"/>
                    <a:pt x="604" y="11295"/>
                    <a:pt x="1349" y="11295"/>
                  </a:cubicBezTo>
                  <a:cubicBezTo>
                    <a:pt x="2013" y="11295"/>
                    <a:pt x="2564" y="10795"/>
                    <a:pt x="2667" y="10161"/>
                  </a:cubicBezTo>
                  <a:lnTo>
                    <a:pt x="19045" y="10161"/>
                  </a:lnTo>
                  <a:lnTo>
                    <a:pt x="22802" y="552"/>
                  </a:lnTo>
                  <a:lnTo>
                    <a:pt x="58359" y="552"/>
                  </a:lnTo>
                  <a:lnTo>
                    <a:pt x="63983" y="6056"/>
                  </a:lnTo>
                  <a:lnTo>
                    <a:pt x="97128" y="6056"/>
                  </a:lnTo>
                  <a:lnTo>
                    <a:pt x="97128" y="5514"/>
                  </a:lnTo>
                  <a:lnTo>
                    <a:pt x="64198" y="5514"/>
                  </a:lnTo>
                  <a:lnTo>
                    <a:pt x="58582" y="0"/>
                  </a:lnTo>
                  <a:close/>
                </a:path>
              </a:pathLst>
            </a:custGeom>
            <a:solidFill>
              <a:srgbClr val="A0D4FC">
                <a:alpha val="5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 name="Google Shape;210;p19"/>
          <p:cNvGrpSpPr/>
          <p:nvPr/>
        </p:nvGrpSpPr>
        <p:grpSpPr>
          <a:xfrm>
            <a:off x="167972" y="6"/>
            <a:ext cx="844534" cy="728406"/>
            <a:chOff x="7745496" y="3824717"/>
            <a:chExt cx="854705" cy="737104"/>
          </a:xfrm>
        </p:grpSpPr>
        <p:sp>
          <p:nvSpPr>
            <p:cNvPr id="211" name="Google Shape;211;p19"/>
            <p:cNvSpPr/>
            <p:nvPr/>
          </p:nvSpPr>
          <p:spPr>
            <a:xfrm>
              <a:off x="7745496" y="4220121"/>
              <a:ext cx="341700" cy="3417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12" name="Google Shape;212;p19"/>
            <p:cNvSpPr/>
            <p:nvPr/>
          </p:nvSpPr>
          <p:spPr>
            <a:xfrm>
              <a:off x="8087201" y="3824717"/>
              <a:ext cx="513000" cy="513000"/>
            </a:xfrm>
            <a:prstGeom prst="plus">
              <a:avLst>
                <a:gd fmla="val 32768" name="adj"/>
              </a:avLst>
            </a:prstGeom>
            <a:solidFill>
              <a:srgbClr val="95E7D3">
                <a:alpha val="5506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213" name="Google Shape;213;p19"/>
          <p:cNvSpPr/>
          <p:nvPr/>
        </p:nvSpPr>
        <p:spPr>
          <a:xfrm>
            <a:off x="8621397" y="4085900"/>
            <a:ext cx="522600" cy="522600"/>
          </a:xfrm>
          <a:prstGeom prst="plus">
            <a:avLst>
              <a:gd fmla="val 32768" name="adj"/>
            </a:avLst>
          </a:prstGeom>
          <a:solidFill>
            <a:srgbClr val="95E7D3">
              <a:alpha val="6962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14" name="Google Shape;214;p19"/>
          <p:cNvSpPr/>
          <p:nvPr/>
        </p:nvSpPr>
        <p:spPr>
          <a:xfrm>
            <a:off x="3971802" y="4664951"/>
            <a:ext cx="299400" cy="2994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215" name="Shape 215"/>
        <p:cNvGrpSpPr/>
        <p:nvPr/>
      </p:nvGrpSpPr>
      <p:grpSpPr>
        <a:xfrm>
          <a:off x="0" y="0"/>
          <a:ext cx="0" cy="0"/>
          <a:chOff x="0" y="0"/>
          <a:chExt cx="0" cy="0"/>
        </a:xfrm>
      </p:grpSpPr>
      <p:pic>
        <p:nvPicPr>
          <p:cNvPr id="216" name="Google Shape;216;p20"/>
          <p:cNvPicPr preferRelativeResize="0"/>
          <p:nvPr/>
        </p:nvPicPr>
        <p:blipFill>
          <a:blip r:embed="rId2">
            <a:alphaModFix amt="80000"/>
          </a:blip>
          <a:stretch>
            <a:fillRect/>
          </a:stretch>
        </p:blipFill>
        <p:spPr>
          <a:xfrm>
            <a:off x="0" y="8199"/>
            <a:ext cx="9144001" cy="5127121"/>
          </a:xfrm>
          <a:prstGeom prst="rect">
            <a:avLst/>
          </a:prstGeom>
          <a:noFill/>
          <a:ln>
            <a:noFill/>
          </a:ln>
        </p:spPr>
      </p:pic>
      <p:sp>
        <p:nvSpPr>
          <p:cNvPr id="217" name="Google Shape;217;p2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18" name="Google Shape;218;p20"/>
          <p:cNvSpPr txBox="1"/>
          <p:nvPr>
            <p:ph idx="1" type="subTitle"/>
          </p:nvPr>
        </p:nvSpPr>
        <p:spPr>
          <a:xfrm>
            <a:off x="720000" y="2304925"/>
            <a:ext cx="2273700" cy="1280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b="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19" name="Google Shape;219;p20"/>
          <p:cNvSpPr txBox="1"/>
          <p:nvPr>
            <p:ph idx="2" type="subTitle"/>
          </p:nvPr>
        </p:nvSpPr>
        <p:spPr>
          <a:xfrm>
            <a:off x="720000" y="1952150"/>
            <a:ext cx="2273700" cy="414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Raleway"/>
              <a:buNone/>
              <a:defRPr sz="1800">
                <a:solidFill>
                  <a:schemeClr val="accent6"/>
                </a:solidFill>
                <a:latin typeface="Krub Medium"/>
                <a:ea typeface="Krub Medium"/>
                <a:cs typeface="Krub Medium"/>
                <a:sym typeface="Krub Medium"/>
              </a:defRPr>
            </a:lvl1pPr>
            <a:lvl2pPr lvl="1" rtl="0" algn="ctr">
              <a:lnSpc>
                <a:spcPct val="100000"/>
              </a:lnSpc>
              <a:spcBef>
                <a:spcPts val="0"/>
              </a:spcBef>
              <a:spcAft>
                <a:spcPts val="0"/>
              </a:spcAft>
              <a:buSzPts val="2400"/>
              <a:buFont typeface="Raleway"/>
              <a:buNone/>
              <a:defRPr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sz="2400">
                <a:latin typeface="Raleway"/>
                <a:ea typeface="Raleway"/>
                <a:cs typeface="Raleway"/>
                <a:sym typeface="Raleway"/>
              </a:defRPr>
            </a:lvl9pPr>
          </a:lstStyle>
          <a:p/>
        </p:txBody>
      </p:sp>
      <p:sp>
        <p:nvSpPr>
          <p:cNvPr id="220" name="Google Shape;220;p20"/>
          <p:cNvSpPr txBox="1"/>
          <p:nvPr>
            <p:ph idx="3" type="subTitle"/>
          </p:nvPr>
        </p:nvSpPr>
        <p:spPr>
          <a:xfrm>
            <a:off x="3435151" y="3105000"/>
            <a:ext cx="2273700" cy="1280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b="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21" name="Google Shape;221;p20"/>
          <p:cNvSpPr txBox="1"/>
          <p:nvPr>
            <p:ph idx="4" type="subTitle"/>
          </p:nvPr>
        </p:nvSpPr>
        <p:spPr>
          <a:xfrm>
            <a:off x="3435151" y="2752225"/>
            <a:ext cx="2273700" cy="414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Raleway"/>
              <a:buNone/>
              <a:defRPr sz="1800">
                <a:solidFill>
                  <a:schemeClr val="accent6"/>
                </a:solidFill>
                <a:latin typeface="Krub Medium"/>
                <a:ea typeface="Krub Medium"/>
                <a:cs typeface="Krub Medium"/>
                <a:sym typeface="Krub Medium"/>
              </a:defRPr>
            </a:lvl1pPr>
            <a:lvl2pPr lvl="1" rtl="0" algn="ctr">
              <a:lnSpc>
                <a:spcPct val="100000"/>
              </a:lnSpc>
              <a:spcBef>
                <a:spcPts val="0"/>
              </a:spcBef>
              <a:spcAft>
                <a:spcPts val="0"/>
              </a:spcAft>
              <a:buSzPts val="2400"/>
              <a:buFont typeface="Raleway"/>
              <a:buNone/>
              <a:defRPr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sz="2400">
                <a:latin typeface="Raleway"/>
                <a:ea typeface="Raleway"/>
                <a:cs typeface="Raleway"/>
                <a:sym typeface="Raleway"/>
              </a:defRPr>
            </a:lvl9pPr>
          </a:lstStyle>
          <a:p/>
        </p:txBody>
      </p:sp>
      <p:sp>
        <p:nvSpPr>
          <p:cNvPr id="222" name="Google Shape;222;p20"/>
          <p:cNvSpPr txBox="1"/>
          <p:nvPr>
            <p:ph idx="5" type="subTitle"/>
          </p:nvPr>
        </p:nvSpPr>
        <p:spPr>
          <a:xfrm>
            <a:off x="6150297" y="2304925"/>
            <a:ext cx="2273700" cy="1280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b="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23" name="Google Shape;223;p20"/>
          <p:cNvSpPr txBox="1"/>
          <p:nvPr>
            <p:ph idx="6" type="subTitle"/>
          </p:nvPr>
        </p:nvSpPr>
        <p:spPr>
          <a:xfrm>
            <a:off x="6150297" y="1952150"/>
            <a:ext cx="2273700" cy="414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Raleway"/>
              <a:buNone/>
              <a:defRPr sz="1800">
                <a:solidFill>
                  <a:schemeClr val="accent6"/>
                </a:solidFill>
                <a:latin typeface="Krub Medium"/>
                <a:ea typeface="Krub Medium"/>
                <a:cs typeface="Krub Medium"/>
                <a:sym typeface="Krub Medium"/>
              </a:defRPr>
            </a:lvl1pPr>
            <a:lvl2pPr lvl="1" rtl="0" algn="ctr">
              <a:lnSpc>
                <a:spcPct val="100000"/>
              </a:lnSpc>
              <a:spcBef>
                <a:spcPts val="0"/>
              </a:spcBef>
              <a:spcAft>
                <a:spcPts val="0"/>
              </a:spcAft>
              <a:buSzPts val="2400"/>
              <a:buFont typeface="Raleway"/>
              <a:buNone/>
              <a:defRPr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sz="2400">
                <a:latin typeface="Raleway"/>
                <a:ea typeface="Raleway"/>
                <a:cs typeface="Raleway"/>
                <a:sym typeface="Raleway"/>
              </a:defRPr>
            </a:lvl9pPr>
          </a:lstStyle>
          <a:p/>
        </p:txBody>
      </p:sp>
      <p:grpSp>
        <p:nvGrpSpPr>
          <p:cNvPr id="224" name="Google Shape;224;p20"/>
          <p:cNvGrpSpPr/>
          <p:nvPr/>
        </p:nvGrpSpPr>
        <p:grpSpPr>
          <a:xfrm flipH="1">
            <a:off x="6462308" y="4269447"/>
            <a:ext cx="3892442" cy="640513"/>
            <a:chOff x="-78542" y="4269447"/>
            <a:chExt cx="3892442" cy="640513"/>
          </a:xfrm>
        </p:grpSpPr>
        <p:sp>
          <p:nvSpPr>
            <p:cNvPr id="225" name="Google Shape;225;p20"/>
            <p:cNvSpPr/>
            <p:nvPr/>
          </p:nvSpPr>
          <p:spPr>
            <a:xfrm flipH="1">
              <a:off x="-26956" y="4269447"/>
              <a:ext cx="3498330" cy="508988"/>
            </a:xfrm>
            <a:custGeom>
              <a:rect b="b" l="l" r="r" t="t"/>
              <a:pathLst>
                <a:path extrusionOk="0" h="17023" w="117001">
                  <a:moveTo>
                    <a:pt x="99111" y="0"/>
                  </a:moveTo>
                  <a:lnTo>
                    <a:pt x="99111" y="16481"/>
                  </a:lnTo>
                  <a:lnTo>
                    <a:pt x="1" y="16481"/>
                  </a:lnTo>
                  <a:lnTo>
                    <a:pt x="1" y="17022"/>
                  </a:lnTo>
                  <a:lnTo>
                    <a:pt x="99640" y="17022"/>
                  </a:lnTo>
                  <a:lnTo>
                    <a:pt x="99640" y="529"/>
                  </a:lnTo>
                  <a:lnTo>
                    <a:pt x="117001" y="529"/>
                  </a:lnTo>
                  <a:lnTo>
                    <a:pt x="117001" y="0"/>
                  </a:lnTo>
                  <a:close/>
                </a:path>
              </a:pathLst>
            </a:custGeom>
            <a:solidFill>
              <a:srgbClr val="A0D4FC">
                <a:alpha val="5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20"/>
            <p:cNvSpPr/>
            <p:nvPr/>
          </p:nvSpPr>
          <p:spPr>
            <a:xfrm flipH="1">
              <a:off x="-78542" y="4465736"/>
              <a:ext cx="3892442" cy="444224"/>
            </a:xfrm>
            <a:custGeom>
              <a:rect b="b" l="l" r="r" t="t"/>
              <a:pathLst>
                <a:path extrusionOk="0" h="14857" w="130182">
                  <a:moveTo>
                    <a:pt x="1122" y="0"/>
                  </a:moveTo>
                  <a:cubicBezTo>
                    <a:pt x="500" y="0"/>
                    <a:pt x="0" y="500"/>
                    <a:pt x="0" y="1113"/>
                  </a:cubicBezTo>
                  <a:cubicBezTo>
                    <a:pt x="0" y="1726"/>
                    <a:pt x="500" y="2226"/>
                    <a:pt x="1122" y="2226"/>
                  </a:cubicBezTo>
                  <a:cubicBezTo>
                    <a:pt x="1674" y="2226"/>
                    <a:pt x="2135" y="1829"/>
                    <a:pt x="2215" y="1297"/>
                  </a:cubicBezTo>
                  <a:lnTo>
                    <a:pt x="25671" y="1297"/>
                  </a:lnTo>
                  <a:lnTo>
                    <a:pt x="25671" y="14856"/>
                  </a:lnTo>
                  <a:lnTo>
                    <a:pt x="94034" y="14856"/>
                  </a:lnTo>
                  <a:lnTo>
                    <a:pt x="94034" y="3870"/>
                  </a:lnTo>
                  <a:lnTo>
                    <a:pt x="130182" y="3870"/>
                  </a:lnTo>
                  <a:lnTo>
                    <a:pt x="130182" y="3338"/>
                  </a:lnTo>
                  <a:lnTo>
                    <a:pt x="93503" y="3338"/>
                  </a:lnTo>
                  <a:lnTo>
                    <a:pt x="93503" y="14327"/>
                  </a:lnTo>
                  <a:lnTo>
                    <a:pt x="26203" y="14327"/>
                  </a:lnTo>
                  <a:lnTo>
                    <a:pt x="26203" y="755"/>
                  </a:lnTo>
                  <a:lnTo>
                    <a:pt x="2176" y="755"/>
                  </a:lnTo>
                  <a:cubicBezTo>
                    <a:pt x="2022" y="317"/>
                    <a:pt x="1613" y="0"/>
                    <a:pt x="11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 name="Google Shape;227;p20"/>
          <p:cNvGrpSpPr/>
          <p:nvPr/>
        </p:nvGrpSpPr>
        <p:grpSpPr>
          <a:xfrm>
            <a:off x="-1210742" y="4269447"/>
            <a:ext cx="3892442" cy="640513"/>
            <a:chOff x="-78542" y="4269447"/>
            <a:chExt cx="3892442" cy="640513"/>
          </a:xfrm>
        </p:grpSpPr>
        <p:sp>
          <p:nvSpPr>
            <p:cNvPr id="228" name="Google Shape;228;p20"/>
            <p:cNvSpPr/>
            <p:nvPr/>
          </p:nvSpPr>
          <p:spPr>
            <a:xfrm flipH="1">
              <a:off x="-26956" y="4269447"/>
              <a:ext cx="3498330" cy="508988"/>
            </a:xfrm>
            <a:custGeom>
              <a:rect b="b" l="l" r="r" t="t"/>
              <a:pathLst>
                <a:path extrusionOk="0" h="17023" w="117001">
                  <a:moveTo>
                    <a:pt x="99111" y="0"/>
                  </a:moveTo>
                  <a:lnTo>
                    <a:pt x="99111" y="16481"/>
                  </a:lnTo>
                  <a:lnTo>
                    <a:pt x="1" y="16481"/>
                  </a:lnTo>
                  <a:lnTo>
                    <a:pt x="1" y="17022"/>
                  </a:lnTo>
                  <a:lnTo>
                    <a:pt x="99640" y="17022"/>
                  </a:lnTo>
                  <a:lnTo>
                    <a:pt x="99640" y="529"/>
                  </a:lnTo>
                  <a:lnTo>
                    <a:pt x="117001" y="529"/>
                  </a:lnTo>
                  <a:lnTo>
                    <a:pt x="117001" y="0"/>
                  </a:lnTo>
                  <a:close/>
                </a:path>
              </a:pathLst>
            </a:custGeom>
            <a:solidFill>
              <a:srgbClr val="A0D4FC">
                <a:alpha val="5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20"/>
            <p:cNvSpPr/>
            <p:nvPr/>
          </p:nvSpPr>
          <p:spPr>
            <a:xfrm flipH="1">
              <a:off x="-78542" y="4465736"/>
              <a:ext cx="3892442" cy="444224"/>
            </a:xfrm>
            <a:custGeom>
              <a:rect b="b" l="l" r="r" t="t"/>
              <a:pathLst>
                <a:path extrusionOk="0" h="14857" w="130182">
                  <a:moveTo>
                    <a:pt x="1122" y="0"/>
                  </a:moveTo>
                  <a:cubicBezTo>
                    <a:pt x="500" y="0"/>
                    <a:pt x="0" y="500"/>
                    <a:pt x="0" y="1113"/>
                  </a:cubicBezTo>
                  <a:cubicBezTo>
                    <a:pt x="0" y="1726"/>
                    <a:pt x="500" y="2226"/>
                    <a:pt x="1122" y="2226"/>
                  </a:cubicBezTo>
                  <a:cubicBezTo>
                    <a:pt x="1674" y="2226"/>
                    <a:pt x="2135" y="1829"/>
                    <a:pt x="2215" y="1297"/>
                  </a:cubicBezTo>
                  <a:lnTo>
                    <a:pt x="25671" y="1297"/>
                  </a:lnTo>
                  <a:lnTo>
                    <a:pt x="25671" y="14856"/>
                  </a:lnTo>
                  <a:lnTo>
                    <a:pt x="94034" y="14856"/>
                  </a:lnTo>
                  <a:lnTo>
                    <a:pt x="94034" y="3870"/>
                  </a:lnTo>
                  <a:lnTo>
                    <a:pt x="130182" y="3870"/>
                  </a:lnTo>
                  <a:lnTo>
                    <a:pt x="130182" y="3338"/>
                  </a:lnTo>
                  <a:lnTo>
                    <a:pt x="93503" y="3338"/>
                  </a:lnTo>
                  <a:lnTo>
                    <a:pt x="93503" y="14327"/>
                  </a:lnTo>
                  <a:lnTo>
                    <a:pt x="26203" y="14327"/>
                  </a:lnTo>
                  <a:lnTo>
                    <a:pt x="26203" y="755"/>
                  </a:lnTo>
                  <a:lnTo>
                    <a:pt x="2176" y="755"/>
                  </a:lnTo>
                  <a:cubicBezTo>
                    <a:pt x="2022" y="317"/>
                    <a:pt x="1613" y="0"/>
                    <a:pt x="11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0" name="Google Shape;230;p20"/>
          <p:cNvSpPr/>
          <p:nvPr/>
        </p:nvSpPr>
        <p:spPr>
          <a:xfrm>
            <a:off x="8802298" y="572697"/>
            <a:ext cx="341700" cy="3417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31" name="Google Shape;231;p20"/>
          <p:cNvSpPr/>
          <p:nvPr/>
        </p:nvSpPr>
        <p:spPr>
          <a:xfrm>
            <a:off x="8330576" y="2"/>
            <a:ext cx="572700" cy="572700"/>
          </a:xfrm>
          <a:prstGeom prst="plus">
            <a:avLst>
              <a:gd fmla="val 32768" name="adj"/>
            </a:avLst>
          </a:prstGeom>
          <a:solidFill>
            <a:srgbClr val="95E7D3">
              <a:alpha val="5506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32" name="Google Shape;232;p20"/>
          <p:cNvSpPr/>
          <p:nvPr/>
        </p:nvSpPr>
        <p:spPr>
          <a:xfrm>
            <a:off x="276349" y="4022074"/>
            <a:ext cx="341700" cy="341700"/>
          </a:xfrm>
          <a:prstGeom prst="plus">
            <a:avLst>
              <a:gd fmla="val 32768" name="adj"/>
            </a:avLst>
          </a:prstGeom>
          <a:solidFill>
            <a:srgbClr val="95E7D3">
              <a:alpha val="5506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BLANK_1_1_1_2_1_1_1">
    <p:spTree>
      <p:nvGrpSpPr>
        <p:cNvPr id="233" name="Shape 233"/>
        <p:cNvGrpSpPr/>
        <p:nvPr/>
      </p:nvGrpSpPr>
      <p:grpSpPr>
        <a:xfrm>
          <a:off x="0" y="0"/>
          <a:ext cx="0" cy="0"/>
          <a:chOff x="0" y="0"/>
          <a:chExt cx="0" cy="0"/>
        </a:xfrm>
      </p:grpSpPr>
      <p:pic>
        <p:nvPicPr>
          <p:cNvPr id="234" name="Google Shape;234;p21"/>
          <p:cNvPicPr preferRelativeResize="0"/>
          <p:nvPr/>
        </p:nvPicPr>
        <p:blipFill>
          <a:blip r:embed="rId2">
            <a:alphaModFix amt="80000"/>
          </a:blip>
          <a:stretch>
            <a:fillRect/>
          </a:stretch>
        </p:blipFill>
        <p:spPr>
          <a:xfrm>
            <a:off x="0" y="8199"/>
            <a:ext cx="9144001" cy="5127121"/>
          </a:xfrm>
          <a:prstGeom prst="rect">
            <a:avLst/>
          </a:prstGeom>
          <a:noFill/>
          <a:ln>
            <a:noFill/>
          </a:ln>
        </p:spPr>
      </p:pic>
      <p:sp>
        <p:nvSpPr>
          <p:cNvPr id="235" name="Google Shape;235;p2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36" name="Google Shape;236;p21"/>
          <p:cNvSpPr txBox="1"/>
          <p:nvPr>
            <p:ph idx="1" type="subTitle"/>
          </p:nvPr>
        </p:nvSpPr>
        <p:spPr>
          <a:xfrm>
            <a:off x="1302103" y="3698276"/>
            <a:ext cx="2295900" cy="4662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Clr>
                <a:srgbClr val="FF0000"/>
              </a:buClr>
              <a:buSzPts val="2400"/>
              <a:buFont typeface="Raleway"/>
              <a:buNone/>
              <a:defRPr sz="1800">
                <a:solidFill>
                  <a:srgbClr val="107C8E"/>
                </a:solidFill>
                <a:latin typeface="Krub Medium"/>
                <a:ea typeface="Krub Medium"/>
                <a:cs typeface="Krub Medium"/>
                <a:sym typeface="Krub Medium"/>
              </a:defRPr>
            </a:lvl1pPr>
            <a:lvl2pPr lvl="1" rtl="0">
              <a:lnSpc>
                <a:spcPct val="100000"/>
              </a:lnSpc>
              <a:spcBef>
                <a:spcPts val="0"/>
              </a:spcBef>
              <a:spcAft>
                <a:spcPts val="0"/>
              </a:spcAft>
              <a:buClr>
                <a:srgbClr val="FF0000"/>
              </a:buClr>
              <a:buSzPts val="2400"/>
              <a:buFont typeface="Raleway"/>
              <a:buNone/>
              <a:defRPr sz="2400">
                <a:solidFill>
                  <a:srgbClr val="FF0000"/>
                </a:solidFill>
                <a:latin typeface="Raleway"/>
                <a:ea typeface="Raleway"/>
                <a:cs typeface="Raleway"/>
                <a:sym typeface="Raleway"/>
              </a:defRPr>
            </a:lvl2pPr>
            <a:lvl3pPr lvl="2" rtl="0">
              <a:lnSpc>
                <a:spcPct val="100000"/>
              </a:lnSpc>
              <a:spcBef>
                <a:spcPts val="0"/>
              </a:spcBef>
              <a:spcAft>
                <a:spcPts val="0"/>
              </a:spcAft>
              <a:buClr>
                <a:srgbClr val="FF0000"/>
              </a:buClr>
              <a:buSzPts val="2400"/>
              <a:buFont typeface="Raleway"/>
              <a:buNone/>
              <a:defRPr sz="2400">
                <a:solidFill>
                  <a:srgbClr val="FF0000"/>
                </a:solidFill>
                <a:latin typeface="Raleway"/>
                <a:ea typeface="Raleway"/>
                <a:cs typeface="Raleway"/>
                <a:sym typeface="Raleway"/>
              </a:defRPr>
            </a:lvl3pPr>
            <a:lvl4pPr lvl="3" rtl="0">
              <a:lnSpc>
                <a:spcPct val="100000"/>
              </a:lnSpc>
              <a:spcBef>
                <a:spcPts val="0"/>
              </a:spcBef>
              <a:spcAft>
                <a:spcPts val="0"/>
              </a:spcAft>
              <a:buClr>
                <a:srgbClr val="FF0000"/>
              </a:buClr>
              <a:buSzPts val="2400"/>
              <a:buFont typeface="Raleway"/>
              <a:buNone/>
              <a:defRPr sz="2400">
                <a:solidFill>
                  <a:srgbClr val="FF0000"/>
                </a:solidFill>
                <a:latin typeface="Raleway"/>
                <a:ea typeface="Raleway"/>
                <a:cs typeface="Raleway"/>
                <a:sym typeface="Raleway"/>
              </a:defRPr>
            </a:lvl4pPr>
            <a:lvl5pPr lvl="4" rtl="0">
              <a:lnSpc>
                <a:spcPct val="100000"/>
              </a:lnSpc>
              <a:spcBef>
                <a:spcPts val="0"/>
              </a:spcBef>
              <a:spcAft>
                <a:spcPts val="0"/>
              </a:spcAft>
              <a:buClr>
                <a:srgbClr val="FF0000"/>
              </a:buClr>
              <a:buSzPts val="2400"/>
              <a:buFont typeface="Raleway"/>
              <a:buNone/>
              <a:defRPr sz="2400">
                <a:solidFill>
                  <a:srgbClr val="FF0000"/>
                </a:solidFill>
                <a:latin typeface="Raleway"/>
                <a:ea typeface="Raleway"/>
                <a:cs typeface="Raleway"/>
                <a:sym typeface="Raleway"/>
              </a:defRPr>
            </a:lvl5pPr>
            <a:lvl6pPr lvl="5" rtl="0">
              <a:lnSpc>
                <a:spcPct val="100000"/>
              </a:lnSpc>
              <a:spcBef>
                <a:spcPts val="0"/>
              </a:spcBef>
              <a:spcAft>
                <a:spcPts val="0"/>
              </a:spcAft>
              <a:buClr>
                <a:srgbClr val="FF0000"/>
              </a:buClr>
              <a:buSzPts val="2400"/>
              <a:buFont typeface="Raleway"/>
              <a:buNone/>
              <a:defRPr sz="2400">
                <a:solidFill>
                  <a:srgbClr val="FF0000"/>
                </a:solidFill>
                <a:latin typeface="Raleway"/>
                <a:ea typeface="Raleway"/>
                <a:cs typeface="Raleway"/>
                <a:sym typeface="Raleway"/>
              </a:defRPr>
            </a:lvl6pPr>
            <a:lvl7pPr lvl="6" rtl="0">
              <a:lnSpc>
                <a:spcPct val="100000"/>
              </a:lnSpc>
              <a:spcBef>
                <a:spcPts val="0"/>
              </a:spcBef>
              <a:spcAft>
                <a:spcPts val="0"/>
              </a:spcAft>
              <a:buClr>
                <a:srgbClr val="FF0000"/>
              </a:buClr>
              <a:buSzPts val="2400"/>
              <a:buFont typeface="Raleway"/>
              <a:buNone/>
              <a:defRPr sz="2400">
                <a:solidFill>
                  <a:srgbClr val="FF0000"/>
                </a:solidFill>
                <a:latin typeface="Raleway"/>
                <a:ea typeface="Raleway"/>
                <a:cs typeface="Raleway"/>
                <a:sym typeface="Raleway"/>
              </a:defRPr>
            </a:lvl7pPr>
            <a:lvl8pPr lvl="7" rtl="0">
              <a:lnSpc>
                <a:spcPct val="100000"/>
              </a:lnSpc>
              <a:spcBef>
                <a:spcPts val="0"/>
              </a:spcBef>
              <a:spcAft>
                <a:spcPts val="0"/>
              </a:spcAft>
              <a:buClr>
                <a:srgbClr val="FF0000"/>
              </a:buClr>
              <a:buSzPts val="2400"/>
              <a:buFont typeface="Raleway"/>
              <a:buNone/>
              <a:defRPr sz="2400">
                <a:solidFill>
                  <a:srgbClr val="FF0000"/>
                </a:solidFill>
                <a:latin typeface="Raleway"/>
                <a:ea typeface="Raleway"/>
                <a:cs typeface="Raleway"/>
                <a:sym typeface="Raleway"/>
              </a:defRPr>
            </a:lvl8pPr>
            <a:lvl9pPr lvl="8" rtl="0">
              <a:lnSpc>
                <a:spcPct val="100000"/>
              </a:lnSpc>
              <a:spcBef>
                <a:spcPts val="0"/>
              </a:spcBef>
              <a:spcAft>
                <a:spcPts val="0"/>
              </a:spcAft>
              <a:buClr>
                <a:srgbClr val="FF0000"/>
              </a:buClr>
              <a:buSzPts val="2400"/>
              <a:buFont typeface="Raleway"/>
              <a:buNone/>
              <a:defRPr sz="2400">
                <a:solidFill>
                  <a:srgbClr val="FF0000"/>
                </a:solidFill>
                <a:latin typeface="Raleway"/>
                <a:ea typeface="Raleway"/>
                <a:cs typeface="Raleway"/>
                <a:sym typeface="Raleway"/>
              </a:defRPr>
            </a:lvl9pPr>
          </a:lstStyle>
          <a:p/>
        </p:txBody>
      </p:sp>
      <p:sp>
        <p:nvSpPr>
          <p:cNvPr id="237" name="Google Shape;237;p21"/>
          <p:cNvSpPr txBox="1"/>
          <p:nvPr>
            <p:ph idx="2" type="subTitle"/>
          </p:nvPr>
        </p:nvSpPr>
        <p:spPr>
          <a:xfrm>
            <a:off x="1302103" y="3003775"/>
            <a:ext cx="2295900" cy="694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a:solidFill>
                  <a:srgbClr val="0F343D"/>
                </a:solidFill>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38" name="Google Shape;238;p21"/>
          <p:cNvSpPr txBox="1"/>
          <p:nvPr>
            <p:ph idx="3" type="subTitle"/>
          </p:nvPr>
        </p:nvSpPr>
        <p:spPr>
          <a:xfrm>
            <a:off x="5829957" y="2112188"/>
            <a:ext cx="2295900" cy="466200"/>
          </a:xfrm>
          <a:prstGeom prst="rect">
            <a:avLst/>
          </a:prstGeom>
          <a:ln>
            <a:noFill/>
          </a:ln>
        </p:spPr>
        <p:txBody>
          <a:bodyPr anchorCtr="0" anchor="b" bIns="91425" lIns="91425" spcFirstLastPara="1" rIns="91425" wrap="square" tIns="91425">
            <a:noAutofit/>
          </a:bodyPr>
          <a:lstStyle>
            <a:lvl1pPr lvl="0" rtl="0">
              <a:spcBef>
                <a:spcPts val="0"/>
              </a:spcBef>
              <a:spcAft>
                <a:spcPts val="0"/>
              </a:spcAft>
              <a:buClr>
                <a:srgbClr val="FF0000"/>
              </a:buClr>
              <a:buSzPts val="2400"/>
              <a:buFont typeface="Raleway"/>
              <a:buNone/>
              <a:defRPr sz="1800">
                <a:solidFill>
                  <a:srgbClr val="107C8E"/>
                </a:solidFill>
                <a:latin typeface="Krub Medium"/>
                <a:ea typeface="Krub Medium"/>
                <a:cs typeface="Krub Medium"/>
                <a:sym typeface="Krub Medium"/>
              </a:defRPr>
            </a:lvl1pPr>
            <a:lvl2pPr lvl="1" rtl="0">
              <a:lnSpc>
                <a:spcPct val="100000"/>
              </a:lnSpc>
              <a:spcBef>
                <a:spcPts val="0"/>
              </a:spcBef>
              <a:spcAft>
                <a:spcPts val="0"/>
              </a:spcAft>
              <a:buClr>
                <a:srgbClr val="FF0000"/>
              </a:buClr>
              <a:buSzPts val="2400"/>
              <a:buFont typeface="Raleway"/>
              <a:buNone/>
              <a:defRPr sz="2400">
                <a:solidFill>
                  <a:srgbClr val="FF0000"/>
                </a:solidFill>
                <a:latin typeface="Raleway"/>
                <a:ea typeface="Raleway"/>
                <a:cs typeface="Raleway"/>
                <a:sym typeface="Raleway"/>
              </a:defRPr>
            </a:lvl2pPr>
            <a:lvl3pPr lvl="2" rtl="0">
              <a:lnSpc>
                <a:spcPct val="100000"/>
              </a:lnSpc>
              <a:spcBef>
                <a:spcPts val="0"/>
              </a:spcBef>
              <a:spcAft>
                <a:spcPts val="0"/>
              </a:spcAft>
              <a:buClr>
                <a:srgbClr val="FF0000"/>
              </a:buClr>
              <a:buSzPts val="2400"/>
              <a:buFont typeface="Raleway"/>
              <a:buNone/>
              <a:defRPr sz="2400">
                <a:solidFill>
                  <a:srgbClr val="FF0000"/>
                </a:solidFill>
                <a:latin typeface="Raleway"/>
                <a:ea typeface="Raleway"/>
                <a:cs typeface="Raleway"/>
                <a:sym typeface="Raleway"/>
              </a:defRPr>
            </a:lvl3pPr>
            <a:lvl4pPr lvl="3" rtl="0">
              <a:lnSpc>
                <a:spcPct val="100000"/>
              </a:lnSpc>
              <a:spcBef>
                <a:spcPts val="0"/>
              </a:spcBef>
              <a:spcAft>
                <a:spcPts val="0"/>
              </a:spcAft>
              <a:buClr>
                <a:srgbClr val="FF0000"/>
              </a:buClr>
              <a:buSzPts val="2400"/>
              <a:buFont typeface="Raleway"/>
              <a:buNone/>
              <a:defRPr sz="2400">
                <a:solidFill>
                  <a:srgbClr val="FF0000"/>
                </a:solidFill>
                <a:latin typeface="Raleway"/>
                <a:ea typeface="Raleway"/>
                <a:cs typeface="Raleway"/>
                <a:sym typeface="Raleway"/>
              </a:defRPr>
            </a:lvl4pPr>
            <a:lvl5pPr lvl="4" rtl="0">
              <a:lnSpc>
                <a:spcPct val="100000"/>
              </a:lnSpc>
              <a:spcBef>
                <a:spcPts val="0"/>
              </a:spcBef>
              <a:spcAft>
                <a:spcPts val="0"/>
              </a:spcAft>
              <a:buClr>
                <a:srgbClr val="FF0000"/>
              </a:buClr>
              <a:buSzPts val="2400"/>
              <a:buFont typeface="Raleway"/>
              <a:buNone/>
              <a:defRPr sz="2400">
                <a:solidFill>
                  <a:srgbClr val="FF0000"/>
                </a:solidFill>
                <a:latin typeface="Raleway"/>
                <a:ea typeface="Raleway"/>
                <a:cs typeface="Raleway"/>
                <a:sym typeface="Raleway"/>
              </a:defRPr>
            </a:lvl5pPr>
            <a:lvl6pPr lvl="5" rtl="0">
              <a:lnSpc>
                <a:spcPct val="100000"/>
              </a:lnSpc>
              <a:spcBef>
                <a:spcPts val="0"/>
              </a:spcBef>
              <a:spcAft>
                <a:spcPts val="0"/>
              </a:spcAft>
              <a:buClr>
                <a:srgbClr val="FF0000"/>
              </a:buClr>
              <a:buSzPts val="2400"/>
              <a:buFont typeface="Raleway"/>
              <a:buNone/>
              <a:defRPr sz="2400">
                <a:solidFill>
                  <a:srgbClr val="FF0000"/>
                </a:solidFill>
                <a:latin typeface="Raleway"/>
                <a:ea typeface="Raleway"/>
                <a:cs typeface="Raleway"/>
                <a:sym typeface="Raleway"/>
              </a:defRPr>
            </a:lvl6pPr>
            <a:lvl7pPr lvl="6" rtl="0">
              <a:lnSpc>
                <a:spcPct val="100000"/>
              </a:lnSpc>
              <a:spcBef>
                <a:spcPts val="0"/>
              </a:spcBef>
              <a:spcAft>
                <a:spcPts val="0"/>
              </a:spcAft>
              <a:buClr>
                <a:srgbClr val="FF0000"/>
              </a:buClr>
              <a:buSzPts val="2400"/>
              <a:buFont typeface="Raleway"/>
              <a:buNone/>
              <a:defRPr sz="2400">
                <a:solidFill>
                  <a:srgbClr val="FF0000"/>
                </a:solidFill>
                <a:latin typeface="Raleway"/>
                <a:ea typeface="Raleway"/>
                <a:cs typeface="Raleway"/>
                <a:sym typeface="Raleway"/>
              </a:defRPr>
            </a:lvl7pPr>
            <a:lvl8pPr lvl="7" rtl="0">
              <a:lnSpc>
                <a:spcPct val="100000"/>
              </a:lnSpc>
              <a:spcBef>
                <a:spcPts val="0"/>
              </a:spcBef>
              <a:spcAft>
                <a:spcPts val="0"/>
              </a:spcAft>
              <a:buClr>
                <a:srgbClr val="FF0000"/>
              </a:buClr>
              <a:buSzPts val="2400"/>
              <a:buFont typeface="Raleway"/>
              <a:buNone/>
              <a:defRPr sz="2400">
                <a:solidFill>
                  <a:srgbClr val="FF0000"/>
                </a:solidFill>
                <a:latin typeface="Raleway"/>
                <a:ea typeface="Raleway"/>
                <a:cs typeface="Raleway"/>
                <a:sym typeface="Raleway"/>
              </a:defRPr>
            </a:lvl8pPr>
            <a:lvl9pPr lvl="8" rtl="0">
              <a:lnSpc>
                <a:spcPct val="100000"/>
              </a:lnSpc>
              <a:spcBef>
                <a:spcPts val="0"/>
              </a:spcBef>
              <a:spcAft>
                <a:spcPts val="0"/>
              </a:spcAft>
              <a:buClr>
                <a:srgbClr val="FF0000"/>
              </a:buClr>
              <a:buSzPts val="2400"/>
              <a:buFont typeface="Raleway"/>
              <a:buNone/>
              <a:defRPr sz="2400">
                <a:solidFill>
                  <a:srgbClr val="FF0000"/>
                </a:solidFill>
                <a:latin typeface="Raleway"/>
                <a:ea typeface="Raleway"/>
                <a:cs typeface="Raleway"/>
                <a:sym typeface="Raleway"/>
              </a:defRPr>
            </a:lvl9pPr>
          </a:lstStyle>
          <a:p/>
        </p:txBody>
      </p:sp>
      <p:sp>
        <p:nvSpPr>
          <p:cNvPr id="239" name="Google Shape;239;p21"/>
          <p:cNvSpPr txBox="1"/>
          <p:nvPr>
            <p:ph idx="4" type="subTitle"/>
          </p:nvPr>
        </p:nvSpPr>
        <p:spPr>
          <a:xfrm>
            <a:off x="5827200" y="1421100"/>
            <a:ext cx="2295900" cy="694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solidFill>
                  <a:srgbClr val="0F343D"/>
                </a:solidFill>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40" name="Google Shape;240;p21"/>
          <p:cNvSpPr txBox="1"/>
          <p:nvPr>
            <p:ph idx="5" type="subTitle"/>
          </p:nvPr>
        </p:nvSpPr>
        <p:spPr>
          <a:xfrm>
            <a:off x="5829957" y="3766026"/>
            <a:ext cx="2295900" cy="466200"/>
          </a:xfrm>
          <a:prstGeom prst="rect">
            <a:avLst/>
          </a:prstGeom>
          <a:ln>
            <a:noFill/>
          </a:ln>
        </p:spPr>
        <p:txBody>
          <a:bodyPr anchorCtr="0" anchor="b" bIns="91425" lIns="91425" spcFirstLastPara="1" rIns="91425" wrap="square" tIns="91425">
            <a:noAutofit/>
          </a:bodyPr>
          <a:lstStyle>
            <a:lvl1pPr lvl="0" rtl="0">
              <a:spcBef>
                <a:spcPts val="0"/>
              </a:spcBef>
              <a:spcAft>
                <a:spcPts val="0"/>
              </a:spcAft>
              <a:buClr>
                <a:srgbClr val="FF0000"/>
              </a:buClr>
              <a:buSzPts val="2400"/>
              <a:buFont typeface="Raleway"/>
              <a:buNone/>
              <a:defRPr sz="1800">
                <a:solidFill>
                  <a:srgbClr val="107C8E"/>
                </a:solidFill>
                <a:latin typeface="Krub Medium"/>
                <a:ea typeface="Krub Medium"/>
                <a:cs typeface="Krub Medium"/>
                <a:sym typeface="Krub Medium"/>
              </a:defRPr>
            </a:lvl1pPr>
            <a:lvl2pPr lvl="1" rtl="0">
              <a:lnSpc>
                <a:spcPct val="100000"/>
              </a:lnSpc>
              <a:spcBef>
                <a:spcPts val="0"/>
              </a:spcBef>
              <a:spcAft>
                <a:spcPts val="0"/>
              </a:spcAft>
              <a:buClr>
                <a:srgbClr val="FF0000"/>
              </a:buClr>
              <a:buSzPts val="2400"/>
              <a:buFont typeface="Raleway"/>
              <a:buNone/>
              <a:defRPr sz="2400">
                <a:solidFill>
                  <a:srgbClr val="FF0000"/>
                </a:solidFill>
                <a:latin typeface="Raleway"/>
                <a:ea typeface="Raleway"/>
                <a:cs typeface="Raleway"/>
                <a:sym typeface="Raleway"/>
              </a:defRPr>
            </a:lvl2pPr>
            <a:lvl3pPr lvl="2" rtl="0">
              <a:lnSpc>
                <a:spcPct val="100000"/>
              </a:lnSpc>
              <a:spcBef>
                <a:spcPts val="0"/>
              </a:spcBef>
              <a:spcAft>
                <a:spcPts val="0"/>
              </a:spcAft>
              <a:buClr>
                <a:srgbClr val="FF0000"/>
              </a:buClr>
              <a:buSzPts val="2400"/>
              <a:buFont typeface="Raleway"/>
              <a:buNone/>
              <a:defRPr sz="2400">
                <a:solidFill>
                  <a:srgbClr val="FF0000"/>
                </a:solidFill>
                <a:latin typeface="Raleway"/>
                <a:ea typeface="Raleway"/>
                <a:cs typeface="Raleway"/>
                <a:sym typeface="Raleway"/>
              </a:defRPr>
            </a:lvl3pPr>
            <a:lvl4pPr lvl="3" rtl="0">
              <a:lnSpc>
                <a:spcPct val="100000"/>
              </a:lnSpc>
              <a:spcBef>
                <a:spcPts val="0"/>
              </a:spcBef>
              <a:spcAft>
                <a:spcPts val="0"/>
              </a:spcAft>
              <a:buClr>
                <a:srgbClr val="FF0000"/>
              </a:buClr>
              <a:buSzPts val="2400"/>
              <a:buFont typeface="Raleway"/>
              <a:buNone/>
              <a:defRPr sz="2400">
                <a:solidFill>
                  <a:srgbClr val="FF0000"/>
                </a:solidFill>
                <a:latin typeface="Raleway"/>
                <a:ea typeface="Raleway"/>
                <a:cs typeface="Raleway"/>
                <a:sym typeface="Raleway"/>
              </a:defRPr>
            </a:lvl4pPr>
            <a:lvl5pPr lvl="4" rtl="0">
              <a:lnSpc>
                <a:spcPct val="100000"/>
              </a:lnSpc>
              <a:spcBef>
                <a:spcPts val="0"/>
              </a:spcBef>
              <a:spcAft>
                <a:spcPts val="0"/>
              </a:spcAft>
              <a:buClr>
                <a:srgbClr val="FF0000"/>
              </a:buClr>
              <a:buSzPts val="2400"/>
              <a:buFont typeface="Raleway"/>
              <a:buNone/>
              <a:defRPr sz="2400">
                <a:solidFill>
                  <a:srgbClr val="FF0000"/>
                </a:solidFill>
                <a:latin typeface="Raleway"/>
                <a:ea typeface="Raleway"/>
                <a:cs typeface="Raleway"/>
                <a:sym typeface="Raleway"/>
              </a:defRPr>
            </a:lvl5pPr>
            <a:lvl6pPr lvl="5" rtl="0">
              <a:lnSpc>
                <a:spcPct val="100000"/>
              </a:lnSpc>
              <a:spcBef>
                <a:spcPts val="0"/>
              </a:spcBef>
              <a:spcAft>
                <a:spcPts val="0"/>
              </a:spcAft>
              <a:buClr>
                <a:srgbClr val="FF0000"/>
              </a:buClr>
              <a:buSzPts val="2400"/>
              <a:buFont typeface="Raleway"/>
              <a:buNone/>
              <a:defRPr sz="2400">
                <a:solidFill>
                  <a:srgbClr val="FF0000"/>
                </a:solidFill>
                <a:latin typeface="Raleway"/>
                <a:ea typeface="Raleway"/>
                <a:cs typeface="Raleway"/>
                <a:sym typeface="Raleway"/>
              </a:defRPr>
            </a:lvl6pPr>
            <a:lvl7pPr lvl="6" rtl="0">
              <a:lnSpc>
                <a:spcPct val="100000"/>
              </a:lnSpc>
              <a:spcBef>
                <a:spcPts val="0"/>
              </a:spcBef>
              <a:spcAft>
                <a:spcPts val="0"/>
              </a:spcAft>
              <a:buClr>
                <a:srgbClr val="FF0000"/>
              </a:buClr>
              <a:buSzPts val="2400"/>
              <a:buFont typeface="Raleway"/>
              <a:buNone/>
              <a:defRPr sz="2400">
                <a:solidFill>
                  <a:srgbClr val="FF0000"/>
                </a:solidFill>
                <a:latin typeface="Raleway"/>
                <a:ea typeface="Raleway"/>
                <a:cs typeface="Raleway"/>
                <a:sym typeface="Raleway"/>
              </a:defRPr>
            </a:lvl7pPr>
            <a:lvl8pPr lvl="7" rtl="0">
              <a:lnSpc>
                <a:spcPct val="100000"/>
              </a:lnSpc>
              <a:spcBef>
                <a:spcPts val="0"/>
              </a:spcBef>
              <a:spcAft>
                <a:spcPts val="0"/>
              </a:spcAft>
              <a:buClr>
                <a:srgbClr val="FF0000"/>
              </a:buClr>
              <a:buSzPts val="2400"/>
              <a:buFont typeface="Raleway"/>
              <a:buNone/>
              <a:defRPr sz="2400">
                <a:solidFill>
                  <a:srgbClr val="FF0000"/>
                </a:solidFill>
                <a:latin typeface="Raleway"/>
                <a:ea typeface="Raleway"/>
                <a:cs typeface="Raleway"/>
                <a:sym typeface="Raleway"/>
              </a:defRPr>
            </a:lvl8pPr>
            <a:lvl9pPr lvl="8" rtl="0">
              <a:lnSpc>
                <a:spcPct val="100000"/>
              </a:lnSpc>
              <a:spcBef>
                <a:spcPts val="0"/>
              </a:spcBef>
              <a:spcAft>
                <a:spcPts val="0"/>
              </a:spcAft>
              <a:buClr>
                <a:srgbClr val="FF0000"/>
              </a:buClr>
              <a:buSzPts val="2400"/>
              <a:buFont typeface="Raleway"/>
              <a:buNone/>
              <a:defRPr sz="2400">
                <a:solidFill>
                  <a:srgbClr val="FF0000"/>
                </a:solidFill>
                <a:latin typeface="Raleway"/>
                <a:ea typeface="Raleway"/>
                <a:cs typeface="Raleway"/>
                <a:sym typeface="Raleway"/>
              </a:defRPr>
            </a:lvl9pPr>
          </a:lstStyle>
          <a:p/>
        </p:txBody>
      </p:sp>
      <p:sp>
        <p:nvSpPr>
          <p:cNvPr id="241" name="Google Shape;241;p21"/>
          <p:cNvSpPr txBox="1"/>
          <p:nvPr>
            <p:ph idx="6" type="subTitle"/>
          </p:nvPr>
        </p:nvSpPr>
        <p:spPr>
          <a:xfrm>
            <a:off x="5827200" y="3071525"/>
            <a:ext cx="2295900" cy="6945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solidFill>
                  <a:srgbClr val="0F343D"/>
                </a:solidFill>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42" name="Google Shape;242;p21"/>
          <p:cNvSpPr/>
          <p:nvPr>
            <p:ph idx="7" type="pic"/>
          </p:nvPr>
        </p:nvSpPr>
        <p:spPr>
          <a:xfrm>
            <a:off x="1845103" y="1606625"/>
            <a:ext cx="1209900" cy="1241400"/>
          </a:xfrm>
          <a:prstGeom prst="snip2DiagRect">
            <a:avLst>
              <a:gd fmla="val 0" name="adj1"/>
              <a:gd fmla="val 8572" name="adj2"/>
            </a:avLst>
          </a:prstGeom>
          <a:noFill/>
          <a:ln>
            <a:noFill/>
          </a:ln>
        </p:spPr>
      </p:sp>
      <p:sp>
        <p:nvSpPr>
          <p:cNvPr id="243" name="Google Shape;243;p21"/>
          <p:cNvSpPr/>
          <p:nvPr>
            <p:ph idx="8" type="pic"/>
          </p:nvPr>
        </p:nvSpPr>
        <p:spPr>
          <a:xfrm>
            <a:off x="4483625" y="1379050"/>
            <a:ext cx="1209900" cy="1241400"/>
          </a:xfrm>
          <a:prstGeom prst="snip2DiagRect">
            <a:avLst>
              <a:gd fmla="val 0" name="adj1"/>
              <a:gd fmla="val 8572" name="adj2"/>
            </a:avLst>
          </a:prstGeom>
          <a:noFill/>
          <a:ln>
            <a:noFill/>
          </a:ln>
        </p:spPr>
      </p:sp>
      <p:sp>
        <p:nvSpPr>
          <p:cNvPr id="244" name="Google Shape;244;p21"/>
          <p:cNvSpPr/>
          <p:nvPr>
            <p:ph idx="9" type="pic"/>
          </p:nvPr>
        </p:nvSpPr>
        <p:spPr>
          <a:xfrm>
            <a:off x="4483625" y="3031175"/>
            <a:ext cx="1209900" cy="1241400"/>
          </a:xfrm>
          <a:prstGeom prst="snip2DiagRect">
            <a:avLst>
              <a:gd fmla="val 0" name="adj1"/>
              <a:gd fmla="val 8572" name="adj2"/>
            </a:avLst>
          </a:prstGeom>
          <a:noFill/>
          <a:ln>
            <a:noFill/>
          </a:ln>
        </p:spPr>
      </p:sp>
      <p:grpSp>
        <p:nvGrpSpPr>
          <p:cNvPr id="245" name="Google Shape;245;p21"/>
          <p:cNvGrpSpPr/>
          <p:nvPr/>
        </p:nvGrpSpPr>
        <p:grpSpPr>
          <a:xfrm rot="-5400000">
            <a:off x="-1546479" y="3030772"/>
            <a:ext cx="3892442" cy="640513"/>
            <a:chOff x="-78542" y="4269447"/>
            <a:chExt cx="3892442" cy="640513"/>
          </a:xfrm>
        </p:grpSpPr>
        <p:sp>
          <p:nvSpPr>
            <p:cNvPr id="246" name="Google Shape;246;p21"/>
            <p:cNvSpPr/>
            <p:nvPr/>
          </p:nvSpPr>
          <p:spPr>
            <a:xfrm flipH="1">
              <a:off x="-26956" y="4269447"/>
              <a:ext cx="3498330" cy="508988"/>
            </a:xfrm>
            <a:custGeom>
              <a:rect b="b" l="l" r="r" t="t"/>
              <a:pathLst>
                <a:path extrusionOk="0" h="17023" w="117001">
                  <a:moveTo>
                    <a:pt x="99111" y="0"/>
                  </a:moveTo>
                  <a:lnTo>
                    <a:pt x="99111" y="16481"/>
                  </a:lnTo>
                  <a:lnTo>
                    <a:pt x="1" y="16481"/>
                  </a:lnTo>
                  <a:lnTo>
                    <a:pt x="1" y="17022"/>
                  </a:lnTo>
                  <a:lnTo>
                    <a:pt x="99640" y="17022"/>
                  </a:lnTo>
                  <a:lnTo>
                    <a:pt x="99640" y="529"/>
                  </a:lnTo>
                  <a:lnTo>
                    <a:pt x="117001" y="529"/>
                  </a:lnTo>
                  <a:lnTo>
                    <a:pt x="117001" y="0"/>
                  </a:lnTo>
                  <a:close/>
                </a:path>
              </a:pathLst>
            </a:custGeom>
            <a:solidFill>
              <a:srgbClr val="A0D4FC">
                <a:alpha val="5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21"/>
            <p:cNvSpPr/>
            <p:nvPr/>
          </p:nvSpPr>
          <p:spPr>
            <a:xfrm flipH="1">
              <a:off x="-78542" y="4465736"/>
              <a:ext cx="3892442" cy="444224"/>
            </a:xfrm>
            <a:custGeom>
              <a:rect b="b" l="l" r="r" t="t"/>
              <a:pathLst>
                <a:path extrusionOk="0" h="14857" w="130182">
                  <a:moveTo>
                    <a:pt x="1122" y="0"/>
                  </a:moveTo>
                  <a:cubicBezTo>
                    <a:pt x="500" y="0"/>
                    <a:pt x="0" y="500"/>
                    <a:pt x="0" y="1113"/>
                  </a:cubicBezTo>
                  <a:cubicBezTo>
                    <a:pt x="0" y="1726"/>
                    <a:pt x="500" y="2226"/>
                    <a:pt x="1122" y="2226"/>
                  </a:cubicBezTo>
                  <a:cubicBezTo>
                    <a:pt x="1674" y="2226"/>
                    <a:pt x="2135" y="1829"/>
                    <a:pt x="2215" y="1297"/>
                  </a:cubicBezTo>
                  <a:lnTo>
                    <a:pt x="25671" y="1297"/>
                  </a:lnTo>
                  <a:lnTo>
                    <a:pt x="25671" y="14856"/>
                  </a:lnTo>
                  <a:lnTo>
                    <a:pt x="94034" y="14856"/>
                  </a:lnTo>
                  <a:lnTo>
                    <a:pt x="94034" y="3870"/>
                  </a:lnTo>
                  <a:lnTo>
                    <a:pt x="130182" y="3870"/>
                  </a:lnTo>
                  <a:lnTo>
                    <a:pt x="130182" y="3338"/>
                  </a:lnTo>
                  <a:lnTo>
                    <a:pt x="93503" y="3338"/>
                  </a:lnTo>
                  <a:lnTo>
                    <a:pt x="93503" y="14327"/>
                  </a:lnTo>
                  <a:lnTo>
                    <a:pt x="26203" y="14327"/>
                  </a:lnTo>
                  <a:lnTo>
                    <a:pt x="26203" y="755"/>
                  </a:lnTo>
                  <a:lnTo>
                    <a:pt x="2176" y="755"/>
                  </a:lnTo>
                  <a:cubicBezTo>
                    <a:pt x="2022" y="317"/>
                    <a:pt x="1613" y="0"/>
                    <a:pt x="11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 name="Google Shape;248;p21"/>
          <p:cNvGrpSpPr/>
          <p:nvPr/>
        </p:nvGrpSpPr>
        <p:grpSpPr>
          <a:xfrm flipH="1" rot="5400000">
            <a:off x="7314994" y="1136004"/>
            <a:ext cx="2843176" cy="412285"/>
            <a:chOff x="3978825" y="-2820900"/>
            <a:chExt cx="2466750" cy="357700"/>
          </a:xfrm>
        </p:grpSpPr>
        <p:sp>
          <p:nvSpPr>
            <p:cNvPr id="249" name="Google Shape;249;p21"/>
            <p:cNvSpPr/>
            <p:nvPr/>
          </p:nvSpPr>
          <p:spPr>
            <a:xfrm>
              <a:off x="3978825" y="-2820900"/>
              <a:ext cx="2295750" cy="216550"/>
            </a:xfrm>
            <a:custGeom>
              <a:rect b="b" l="l" r="r" t="t"/>
              <a:pathLst>
                <a:path extrusionOk="0" h="8662" w="91830">
                  <a:moveTo>
                    <a:pt x="38444" y="0"/>
                  </a:moveTo>
                  <a:lnTo>
                    <a:pt x="38444" y="8097"/>
                  </a:lnTo>
                  <a:lnTo>
                    <a:pt x="12928" y="8097"/>
                  </a:lnTo>
                  <a:lnTo>
                    <a:pt x="9323" y="4495"/>
                  </a:lnTo>
                  <a:lnTo>
                    <a:pt x="3216" y="4495"/>
                  </a:lnTo>
                  <a:cubicBezTo>
                    <a:pt x="3093" y="3728"/>
                    <a:pt x="2431" y="3125"/>
                    <a:pt x="1623" y="3125"/>
                  </a:cubicBezTo>
                  <a:cubicBezTo>
                    <a:pt x="726" y="3125"/>
                    <a:pt x="0" y="3850"/>
                    <a:pt x="0" y="4750"/>
                  </a:cubicBezTo>
                  <a:cubicBezTo>
                    <a:pt x="0" y="5647"/>
                    <a:pt x="726" y="6372"/>
                    <a:pt x="1623" y="6372"/>
                  </a:cubicBezTo>
                  <a:cubicBezTo>
                    <a:pt x="2409" y="6372"/>
                    <a:pt x="3064" y="5801"/>
                    <a:pt x="3206" y="5056"/>
                  </a:cubicBezTo>
                  <a:lnTo>
                    <a:pt x="9097" y="5056"/>
                  </a:lnTo>
                  <a:lnTo>
                    <a:pt x="12692" y="8661"/>
                  </a:lnTo>
                  <a:lnTo>
                    <a:pt x="39008" y="8661"/>
                  </a:lnTo>
                  <a:lnTo>
                    <a:pt x="39008" y="562"/>
                  </a:lnTo>
                  <a:lnTo>
                    <a:pt x="91829" y="562"/>
                  </a:lnTo>
                  <a:lnTo>
                    <a:pt x="9182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21"/>
            <p:cNvSpPr/>
            <p:nvPr/>
          </p:nvSpPr>
          <p:spPr>
            <a:xfrm>
              <a:off x="4017350" y="-2745600"/>
              <a:ext cx="2428225" cy="282400"/>
            </a:xfrm>
            <a:custGeom>
              <a:rect b="b" l="l" r="r" t="t"/>
              <a:pathLst>
                <a:path extrusionOk="0" h="11296" w="97129">
                  <a:moveTo>
                    <a:pt x="22424" y="0"/>
                  </a:moveTo>
                  <a:lnTo>
                    <a:pt x="18677" y="9609"/>
                  </a:lnTo>
                  <a:lnTo>
                    <a:pt x="2645" y="9609"/>
                  </a:lnTo>
                  <a:cubicBezTo>
                    <a:pt x="2493" y="9028"/>
                    <a:pt x="1971" y="8600"/>
                    <a:pt x="1349" y="8600"/>
                  </a:cubicBezTo>
                  <a:cubicBezTo>
                    <a:pt x="604" y="8600"/>
                    <a:pt x="1" y="9202"/>
                    <a:pt x="1" y="9947"/>
                  </a:cubicBezTo>
                  <a:cubicBezTo>
                    <a:pt x="1" y="10692"/>
                    <a:pt x="604" y="11295"/>
                    <a:pt x="1349" y="11295"/>
                  </a:cubicBezTo>
                  <a:cubicBezTo>
                    <a:pt x="2013" y="11295"/>
                    <a:pt x="2564" y="10795"/>
                    <a:pt x="2667" y="10161"/>
                  </a:cubicBezTo>
                  <a:lnTo>
                    <a:pt x="19045" y="10161"/>
                  </a:lnTo>
                  <a:lnTo>
                    <a:pt x="22802" y="552"/>
                  </a:lnTo>
                  <a:lnTo>
                    <a:pt x="58359" y="552"/>
                  </a:lnTo>
                  <a:lnTo>
                    <a:pt x="63983" y="6056"/>
                  </a:lnTo>
                  <a:lnTo>
                    <a:pt x="97128" y="6056"/>
                  </a:lnTo>
                  <a:lnTo>
                    <a:pt x="97128" y="5514"/>
                  </a:lnTo>
                  <a:lnTo>
                    <a:pt x="64198" y="5514"/>
                  </a:lnTo>
                  <a:lnTo>
                    <a:pt x="58582" y="0"/>
                  </a:lnTo>
                  <a:close/>
                </a:path>
              </a:pathLst>
            </a:custGeom>
            <a:solidFill>
              <a:srgbClr val="A0D4FC">
                <a:alpha val="5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1" name="Google Shape;251;p21"/>
          <p:cNvSpPr/>
          <p:nvPr/>
        </p:nvSpPr>
        <p:spPr>
          <a:xfrm>
            <a:off x="8123103" y="4415099"/>
            <a:ext cx="728400" cy="728400"/>
          </a:xfrm>
          <a:prstGeom prst="plus">
            <a:avLst>
              <a:gd fmla="val 32768" name="adj"/>
            </a:avLst>
          </a:prstGeom>
          <a:solidFill>
            <a:srgbClr val="95E7D3">
              <a:alpha val="6962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52" name="Google Shape;252;p21"/>
          <p:cNvSpPr/>
          <p:nvPr/>
        </p:nvSpPr>
        <p:spPr>
          <a:xfrm>
            <a:off x="715103" y="4415099"/>
            <a:ext cx="728400" cy="7284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53" name="Google Shape;253;p21"/>
          <p:cNvSpPr/>
          <p:nvPr/>
        </p:nvSpPr>
        <p:spPr>
          <a:xfrm>
            <a:off x="271861" y="560524"/>
            <a:ext cx="341700" cy="341700"/>
          </a:xfrm>
          <a:prstGeom prst="plus">
            <a:avLst>
              <a:gd fmla="val 32768" name="adj"/>
            </a:avLst>
          </a:prstGeom>
          <a:solidFill>
            <a:srgbClr val="95E7D3">
              <a:alpha val="5506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54" name="Google Shape;254;p21"/>
          <p:cNvSpPr/>
          <p:nvPr/>
        </p:nvSpPr>
        <p:spPr>
          <a:xfrm>
            <a:off x="8613301" y="3806965"/>
            <a:ext cx="384300" cy="384300"/>
          </a:xfrm>
          <a:prstGeom prst="plus">
            <a:avLst>
              <a:gd fmla="val 32768" name="adj"/>
            </a:avLst>
          </a:prstGeom>
          <a:solidFill>
            <a:srgbClr val="96E5D2">
              <a:alpha val="557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
    <p:spTree>
      <p:nvGrpSpPr>
        <p:cNvPr id="255" name="Shape 255"/>
        <p:cNvGrpSpPr/>
        <p:nvPr/>
      </p:nvGrpSpPr>
      <p:grpSpPr>
        <a:xfrm>
          <a:off x="0" y="0"/>
          <a:ext cx="0" cy="0"/>
          <a:chOff x="0" y="0"/>
          <a:chExt cx="0" cy="0"/>
        </a:xfrm>
      </p:grpSpPr>
      <p:pic>
        <p:nvPicPr>
          <p:cNvPr id="256" name="Google Shape;256;p22"/>
          <p:cNvPicPr preferRelativeResize="0"/>
          <p:nvPr/>
        </p:nvPicPr>
        <p:blipFill>
          <a:blip r:embed="rId2">
            <a:alphaModFix amt="80000"/>
          </a:blip>
          <a:stretch>
            <a:fillRect/>
          </a:stretch>
        </p:blipFill>
        <p:spPr>
          <a:xfrm>
            <a:off x="0" y="8199"/>
            <a:ext cx="9144001" cy="5127121"/>
          </a:xfrm>
          <a:prstGeom prst="rect">
            <a:avLst/>
          </a:prstGeom>
          <a:noFill/>
          <a:ln>
            <a:noFill/>
          </a:ln>
        </p:spPr>
      </p:pic>
      <p:sp>
        <p:nvSpPr>
          <p:cNvPr id="257" name="Google Shape;257;p2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58" name="Google Shape;258;p22"/>
          <p:cNvSpPr txBox="1"/>
          <p:nvPr>
            <p:ph idx="1" type="subTitle"/>
          </p:nvPr>
        </p:nvSpPr>
        <p:spPr>
          <a:xfrm>
            <a:off x="931675" y="1858175"/>
            <a:ext cx="2778000" cy="8646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200"/>
              <a:buNone/>
              <a:defRPr b="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59" name="Google Shape;259;p22"/>
          <p:cNvSpPr txBox="1"/>
          <p:nvPr>
            <p:ph idx="2" type="subTitle"/>
          </p:nvPr>
        </p:nvSpPr>
        <p:spPr>
          <a:xfrm>
            <a:off x="931675" y="1505400"/>
            <a:ext cx="2778000" cy="4146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400"/>
              <a:buFont typeface="Raleway"/>
              <a:buNone/>
              <a:defRPr sz="1800">
                <a:solidFill>
                  <a:schemeClr val="accent6"/>
                </a:solidFill>
                <a:latin typeface="Krub Medium"/>
                <a:ea typeface="Krub Medium"/>
                <a:cs typeface="Krub Medium"/>
                <a:sym typeface="Krub Medium"/>
              </a:defRPr>
            </a:lvl1pPr>
            <a:lvl2pPr lvl="1" rtl="0" algn="ctr">
              <a:lnSpc>
                <a:spcPct val="100000"/>
              </a:lnSpc>
              <a:spcBef>
                <a:spcPts val="0"/>
              </a:spcBef>
              <a:spcAft>
                <a:spcPts val="0"/>
              </a:spcAft>
              <a:buSzPts val="2400"/>
              <a:buFont typeface="Raleway"/>
              <a:buNone/>
              <a:defRPr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sz="2400">
                <a:latin typeface="Raleway"/>
                <a:ea typeface="Raleway"/>
                <a:cs typeface="Raleway"/>
                <a:sym typeface="Raleway"/>
              </a:defRPr>
            </a:lvl9pPr>
          </a:lstStyle>
          <a:p/>
        </p:txBody>
      </p:sp>
      <p:sp>
        <p:nvSpPr>
          <p:cNvPr id="260" name="Google Shape;260;p22"/>
          <p:cNvSpPr txBox="1"/>
          <p:nvPr>
            <p:ph idx="3" type="subTitle"/>
          </p:nvPr>
        </p:nvSpPr>
        <p:spPr>
          <a:xfrm>
            <a:off x="931675" y="3358575"/>
            <a:ext cx="2778000" cy="8646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200"/>
              <a:buNone/>
              <a:defRPr b="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61" name="Google Shape;261;p22"/>
          <p:cNvSpPr txBox="1"/>
          <p:nvPr>
            <p:ph idx="4" type="subTitle"/>
          </p:nvPr>
        </p:nvSpPr>
        <p:spPr>
          <a:xfrm>
            <a:off x="931675" y="3005800"/>
            <a:ext cx="2778000" cy="4146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400"/>
              <a:buFont typeface="Raleway"/>
              <a:buNone/>
              <a:defRPr sz="1800">
                <a:solidFill>
                  <a:schemeClr val="accent6"/>
                </a:solidFill>
                <a:latin typeface="Krub Medium"/>
                <a:ea typeface="Krub Medium"/>
                <a:cs typeface="Krub Medium"/>
                <a:sym typeface="Krub Medium"/>
              </a:defRPr>
            </a:lvl1pPr>
            <a:lvl2pPr lvl="1" rtl="0" algn="ctr">
              <a:lnSpc>
                <a:spcPct val="100000"/>
              </a:lnSpc>
              <a:spcBef>
                <a:spcPts val="0"/>
              </a:spcBef>
              <a:spcAft>
                <a:spcPts val="0"/>
              </a:spcAft>
              <a:buSzPts val="2400"/>
              <a:buFont typeface="Raleway"/>
              <a:buNone/>
              <a:defRPr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sz="2400">
                <a:latin typeface="Raleway"/>
                <a:ea typeface="Raleway"/>
                <a:cs typeface="Raleway"/>
                <a:sym typeface="Raleway"/>
              </a:defRPr>
            </a:lvl9pPr>
          </a:lstStyle>
          <a:p/>
        </p:txBody>
      </p:sp>
      <p:sp>
        <p:nvSpPr>
          <p:cNvPr id="262" name="Google Shape;262;p22"/>
          <p:cNvSpPr txBox="1"/>
          <p:nvPr>
            <p:ph idx="5" type="subTitle"/>
          </p:nvPr>
        </p:nvSpPr>
        <p:spPr>
          <a:xfrm>
            <a:off x="5434325" y="1858175"/>
            <a:ext cx="2778000" cy="864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b="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63" name="Google Shape;263;p22"/>
          <p:cNvSpPr txBox="1"/>
          <p:nvPr>
            <p:ph idx="6" type="subTitle"/>
          </p:nvPr>
        </p:nvSpPr>
        <p:spPr>
          <a:xfrm>
            <a:off x="5434325" y="1505400"/>
            <a:ext cx="2778000" cy="414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Raleway"/>
              <a:buNone/>
              <a:defRPr sz="1800">
                <a:solidFill>
                  <a:schemeClr val="accent6"/>
                </a:solidFill>
                <a:latin typeface="Krub Medium"/>
                <a:ea typeface="Krub Medium"/>
                <a:cs typeface="Krub Medium"/>
                <a:sym typeface="Krub Medium"/>
              </a:defRPr>
            </a:lvl1pPr>
            <a:lvl2pPr lvl="1" rtl="0" algn="ctr">
              <a:lnSpc>
                <a:spcPct val="100000"/>
              </a:lnSpc>
              <a:spcBef>
                <a:spcPts val="0"/>
              </a:spcBef>
              <a:spcAft>
                <a:spcPts val="0"/>
              </a:spcAft>
              <a:buSzPts val="2400"/>
              <a:buFont typeface="Raleway"/>
              <a:buNone/>
              <a:defRPr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sz="2400">
                <a:latin typeface="Raleway"/>
                <a:ea typeface="Raleway"/>
                <a:cs typeface="Raleway"/>
                <a:sym typeface="Raleway"/>
              </a:defRPr>
            </a:lvl9pPr>
          </a:lstStyle>
          <a:p/>
        </p:txBody>
      </p:sp>
      <p:sp>
        <p:nvSpPr>
          <p:cNvPr id="264" name="Google Shape;264;p22"/>
          <p:cNvSpPr txBox="1"/>
          <p:nvPr>
            <p:ph idx="7" type="subTitle"/>
          </p:nvPr>
        </p:nvSpPr>
        <p:spPr>
          <a:xfrm>
            <a:off x="5434325" y="3358575"/>
            <a:ext cx="2778000" cy="864600"/>
          </a:xfrm>
          <a:prstGeom prst="rect">
            <a:avLst/>
          </a:prstGeom>
        </p:spPr>
        <p:txBody>
          <a:bodyPr anchorCtr="0" anchor="t" bIns="91425" lIns="91425" spcFirstLastPara="1" rIns="91425" wrap="square" tIns="91425">
            <a:noAutofit/>
          </a:bodyPr>
          <a:lstStyle>
            <a:lvl1pPr lvl="0" rtl="0">
              <a:spcBef>
                <a:spcPts val="0"/>
              </a:spcBef>
              <a:spcAft>
                <a:spcPts val="0"/>
              </a:spcAft>
              <a:buSzPts val="1200"/>
              <a:buNone/>
              <a:defRPr b="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65" name="Google Shape;265;p22"/>
          <p:cNvSpPr txBox="1"/>
          <p:nvPr>
            <p:ph idx="8" type="subTitle"/>
          </p:nvPr>
        </p:nvSpPr>
        <p:spPr>
          <a:xfrm>
            <a:off x="5434325" y="3005800"/>
            <a:ext cx="2778000" cy="414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Raleway"/>
              <a:buNone/>
              <a:defRPr sz="1800">
                <a:solidFill>
                  <a:schemeClr val="accent6"/>
                </a:solidFill>
                <a:latin typeface="Krub Medium"/>
                <a:ea typeface="Krub Medium"/>
                <a:cs typeface="Krub Medium"/>
                <a:sym typeface="Krub Medium"/>
              </a:defRPr>
            </a:lvl1pPr>
            <a:lvl2pPr lvl="1" rtl="0" algn="ctr">
              <a:lnSpc>
                <a:spcPct val="100000"/>
              </a:lnSpc>
              <a:spcBef>
                <a:spcPts val="0"/>
              </a:spcBef>
              <a:spcAft>
                <a:spcPts val="0"/>
              </a:spcAft>
              <a:buSzPts val="2400"/>
              <a:buFont typeface="Raleway"/>
              <a:buNone/>
              <a:defRPr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sz="2400">
                <a:latin typeface="Raleway"/>
                <a:ea typeface="Raleway"/>
                <a:cs typeface="Raleway"/>
                <a:sym typeface="Raleway"/>
              </a:defRPr>
            </a:lvl9pPr>
          </a:lstStyle>
          <a:p/>
        </p:txBody>
      </p:sp>
      <p:sp>
        <p:nvSpPr>
          <p:cNvPr id="266" name="Google Shape;266;p22"/>
          <p:cNvSpPr/>
          <p:nvPr/>
        </p:nvSpPr>
        <p:spPr>
          <a:xfrm>
            <a:off x="8424003" y="4415099"/>
            <a:ext cx="728400" cy="728400"/>
          </a:xfrm>
          <a:prstGeom prst="plus">
            <a:avLst>
              <a:gd fmla="val 32768" name="adj"/>
            </a:avLst>
          </a:prstGeom>
          <a:solidFill>
            <a:srgbClr val="95E7D3">
              <a:alpha val="6962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267" name="Google Shape;267;p22"/>
          <p:cNvGrpSpPr/>
          <p:nvPr/>
        </p:nvGrpSpPr>
        <p:grpSpPr>
          <a:xfrm flipH="1">
            <a:off x="-106486" y="4608508"/>
            <a:ext cx="2843176" cy="412285"/>
            <a:chOff x="3978825" y="-2820900"/>
            <a:chExt cx="2466750" cy="357700"/>
          </a:xfrm>
        </p:grpSpPr>
        <p:sp>
          <p:nvSpPr>
            <p:cNvPr id="268" name="Google Shape;268;p22"/>
            <p:cNvSpPr/>
            <p:nvPr/>
          </p:nvSpPr>
          <p:spPr>
            <a:xfrm>
              <a:off x="3978825" y="-2820900"/>
              <a:ext cx="2295750" cy="216550"/>
            </a:xfrm>
            <a:custGeom>
              <a:rect b="b" l="l" r="r" t="t"/>
              <a:pathLst>
                <a:path extrusionOk="0" h="8662" w="91830">
                  <a:moveTo>
                    <a:pt x="38444" y="0"/>
                  </a:moveTo>
                  <a:lnTo>
                    <a:pt x="38444" y="8097"/>
                  </a:lnTo>
                  <a:lnTo>
                    <a:pt x="12928" y="8097"/>
                  </a:lnTo>
                  <a:lnTo>
                    <a:pt x="9323" y="4495"/>
                  </a:lnTo>
                  <a:lnTo>
                    <a:pt x="3216" y="4495"/>
                  </a:lnTo>
                  <a:cubicBezTo>
                    <a:pt x="3093" y="3728"/>
                    <a:pt x="2431" y="3125"/>
                    <a:pt x="1623" y="3125"/>
                  </a:cubicBezTo>
                  <a:cubicBezTo>
                    <a:pt x="726" y="3125"/>
                    <a:pt x="0" y="3850"/>
                    <a:pt x="0" y="4750"/>
                  </a:cubicBezTo>
                  <a:cubicBezTo>
                    <a:pt x="0" y="5647"/>
                    <a:pt x="726" y="6372"/>
                    <a:pt x="1623" y="6372"/>
                  </a:cubicBezTo>
                  <a:cubicBezTo>
                    <a:pt x="2409" y="6372"/>
                    <a:pt x="3064" y="5801"/>
                    <a:pt x="3206" y="5056"/>
                  </a:cubicBezTo>
                  <a:lnTo>
                    <a:pt x="9097" y="5056"/>
                  </a:lnTo>
                  <a:lnTo>
                    <a:pt x="12692" y="8661"/>
                  </a:lnTo>
                  <a:lnTo>
                    <a:pt x="39008" y="8661"/>
                  </a:lnTo>
                  <a:lnTo>
                    <a:pt x="39008" y="562"/>
                  </a:lnTo>
                  <a:lnTo>
                    <a:pt x="91829" y="562"/>
                  </a:lnTo>
                  <a:lnTo>
                    <a:pt x="9182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22"/>
            <p:cNvSpPr/>
            <p:nvPr/>
          </p:nvSpPr>
          <p:spPr>
            <a:xfrm>
              <a:off x="4017350" y="-2745600"/>
              <a:ext cx="2428225" cy="282400"/>
            </a:xfrm>
            <a:custGeom>
              <a:rect b="b" l="l" r="r" t="t"/>
              <a:pathLst>
                <a:path extrusionOk="0" h="11296" w="97129">
                  <a:moveTo>
                    <a:pt x="22424" y="0"/>
                  </a:moveTo>
                  <a:lnTo>
                    <a:pt x="18677" y="9609"/>
                  </a:lnTo>
                  <a:lnTo>
                    <a:pt x="2645" y="9609"/>
                  </a:lnTo>
                  <a:cubicBezTo>
                    <a:pt x="2493" y="9028"/>
                    <a:pt x="1971" y="8600"/>
                    <a:pt x="1349" y="8600"/>
                  </a:cubicBezTo>
                  <a:cubicBezTo>
                    <a:pt x="604" y="8600"/>
                    <a:pt x="1" y="9202"/>
                    <a:pt x="1" y="9947"/>
                  </a:cubicBezTo>
                  <a:cubicBezTo>
                    <a:pt x="1" y="10692"/>
                    <a:pt x="604" y="11295"/>
                    <a:pt x="1349" y="11295"/>
                  </a:cubicBezTo>
                  <a:cubicBezTo>
                    <a:pt x="2013" y="11295"/>
                    <a:pt x="2564" y="10795"/>
                    <a:pt x="2667" y="10161"/>
                  </a:cubicBezTo>
                  <a:lnTo>
                    <a:pt x="19045" y="10161"/>
                  </a:lnTo>
                  <a:lnTo>
                    <a:pt x="22802" y="552"/>
                  </a:lnTo>
                  <a:lnTo>
                    <a:pt x="58359" y="552"/>
                  </a:lnTo>
                  <a:lnTo>
                    <a:pt x="63983" y="6056"/>
                  </a:lnTo>
                  <a:lnTo>
                    <a:pt x="97128" y="6056"/>
                  </a:lnTo>
                  <a:lnTo>
                    <a:pt x="97128" y="5514"/>
                  </a:lnTo>
                  <a:lnTo>
                    <a:pt x="64198" y="5514"/>
                  </a:lnTo>
                  <a:lnTo>
                    <a:pt x="58582" y="0"/>
                  </a:lnTo>
                  <a:close/>
                </a:path>
              </a:pathLst>
            </a:custGeom>
            <a:solidFill>
              <a:srgbClr val="A0D4FC">
                <a:alpha val="5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 name="Google Shape;270;p22"/>
          <p:cNvGrpSpPr/>
          <p:nvPr/>
        </p:nvGrpSpPr>
        <p:grpSpPr>
          <a:xfrm>
            <a:off x="8423988" y="-145525"/>
            <a:ext cx="493775" cy="1903625"/>
            <a:chOff x="4419075" y="-2183412"/>
            <a:chExt cx="493775" cy="1903625"/>
          </a:xfrm>
        </p:grpSpPr>
        <p:sp>
          <p:nvSpPr>
            <p:cNvPr id="271" name="Google Shape;271;p22"/>
            <p:cNvSpPr/>
            <p:nvPr/>
          </p:nvSpPr>
          <p:spPr>
            <a:xfrm>
              <a:off x="4434950" y="-2183412"/>
              <a:ext cx="341575" cy="1817075"/>
            </a:xfrm>
            <a:custGeom>
              <a:rect b="b" l="l" r="r" t="t"/>
              <a:pathLst>
                <a:path extrusionOk="0" h="72683" w="13663">
                  <a:moveTo>
                    <a:pt x="0" y="1"/>
                  </a:moveTo>
                  <a:lnTo>
                    <a:pt x="0" y="23495"/>
                  </a:lnTo>
                  <a:lnTo>
                    <a:pt x="13212" y="23495"/>
                  </a:lnTo>
                  <a:lnTo>
                    <a:pt x="13212" y="72682"/>
                  </a:lnTo>
                  <a:lnTo>
                    <a:pt x="13663" y="72682"/>
                  </a:lnTo>
                  <a:lnTo>
                    <a:pt x="13663" y="23047"/>
                  </a:lnTo>
                  <a:lnTo>
                    <a:pt x="449" y="23047"/>
                  </a:lnTo>
                  <a:lnTo>
                    <a:pt x="44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22"/>
            <p:cNvSpPr/>
            <p:nvPr/>
          </p:nvSpPr>
          <p:spPr>
            <a:xfrm>
              <a:off x="4419075" y="-2089962"/>
              <a:ext cx="493775" cy="1810175"/>
            </a:xfrm>
            <a:custGeom>
              <a:rect b="b" l="l" r="r" t="t"/>
              <a:pathLst>
                <a:path extrusionOk="0" h="72407" w="19751">
                  <a:moveTo>
                    <a:pt x="19309" y="0"/>
                  </a:moveTo>
                  <a:lnTo>
                    <a:pt x="19309" y="55221"/>
                  </a:lnTo>
                  <a:lnTo>
                    <a:pt x="635" y="55221"/>
                  </a:lnTo>
                  <a:lnTo>
                    <a:pt x="635" y="70589"/>
                  </a:lnTo>
                  <a:cubicBezTo>
                    <a:pt x="268" y="70721"/>
                    <a:pt x="0" y="71059"/>
                    <a:pt x="0" y="71478"/>
                  </a:cubicBezTo>
                  <a:cubicBezTo>
                    <a:pt x="0" y="71988"/>
                    <a:pt x="420" y="72407"/>
                    <a:pt x="942" y="72407"/>
                  </a:cubicBezTo>
                  <a:cubicBezTo>
                    <a:pt x="1451" y="72407"/>
                    <a:pt x="1870" y="71988"/>
                    <a:pt x="1870" y="71478"/>
                  </a:cubicBezTo>
                  <a:cubicBezTo>
                    <a:pt x="1870" y="71008"/>
                    <a:pt x="1532" y="70620"/>
                    <a:pt x="1084" y="70559"/>
                  </a:cubicBezTo>
                  <a:lnTo>
                    <a:pt x="1084" y="55659"/>
                  </a:lnTo>
                  <a:lnTo>
                    <a:pt x="19750" y="55659"/>
                  </a:lnTo>
                  <a:lnTo>
                    <a:pt x="19750" y="0"/>
                  </a:lnTo>
                  <a:close/>
                </a:path>
              </a:pathLst>
            </a:custGeom>
            <a:solidFill>
              <a:srgbClr val="A0D4FC">
                <a:alpha val="5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3" name="Google Shape;273;p22"/>
          <p:cNvSpPr/>
          <p:nvPr/>
        </p:nvSpPr>
        <p:spPr>
          <a:xfrm>
            <a:off x="148599" y="116578"/>
            <a:ext cx="651600" cy="651600"/>
          </a:xfrm>
          <a:prstGeom prst="plus">
            <a:avLst>
              <a:gd fmla="val 32768" name="adj"/>
            </a:avLst>
          </a:prstGeom>
          <a:solidFill>
            <a:srgbClr val="95E7D3">
              <a:alpha val="5506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74" name="Google Shape;274;p22"/>
          <p:cNvSpPr/>
          <p:nvPr/>
        </p:nvSpPr>
        <p:spPr>
          <a:xfrm>
            <a:off x="307299" y="1758101"/>
            <a:ext cx="334200" cy="3342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275" name="Shape 275"/>
        <p:cNvGrpSpPr/>
        <p:nvPr/>
      </p:nvGrpSpPr>
      <p:grpSpPr>
        <a:xfrm>
          <a:off x="0" y="0"/>
          <a:ext cx="0" cy="0"/>
          <a:chOff x="0" y="0"/>
          <a:chExt cx="0" cy="0"/>
        </a:xfrm>
      </p:grpSpPr>
      <p:pic>
        <p:nvPicPr>
          <p:cNvPr id="276" name="Google Shape;276;p23"/>
          <p:cNvPicPr preferRelativeResize="0"/>
          <p:nvPr/>
        </p:nvPicPr>
        <p:blipFill>
          <a:blip r:embed="rId2">
            <a:alphaModFix amt="80000"/>
          </a:blip>
          <a:stretch>
            <a:fillRect/>
          </a:stretch>
        </p:blipFill>
        <p:spPr>
          <a:xfrm>
            <a:off x="0" y="8199"/>
            <a:ext cx="9144001" cy="5127121"/>
          </a:xfrm>
          <a:prstGeom prst="rect">
            <a:avLst/>
          </a:prstGeom>
          <a:noFill/>
          <a:ln>
            <a:noFill/>
          </a:ln>
        </p:spPr>
      </p:pic>
      <p:sp>
        <p:nvSpPr>
          <p:cNvPr id="277" name="Google Shape;277;p2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78" name="Google Shape;278;p23"/>
          <p:cNvSpPr txBox="1"/>
          <p:nvPr>
            <p:ph idx="1" type="subTitle"/>
          </p:nvPr>
        </p:nvSpPr>
        <p:spPr>
          <a:xfrm>
            <a:off x="1647513" y="1563175"/>
            <a:ext cx="2749200" cy="636900"/>
          </a:xfrm>
          <a:prstGeom prst="rect">
            <a:avLst/>
          </a:prstGeom>
        </p:spPr>
        <p:txBody>
          <a:bodyPr anchorCtr="0" anchor="t" bIns="91425" lIns="91425" spcFirstLastPara="1" rIns="91425" wrap="square" tIns="91425">
            <a:noAutofit/>
          </a:bodyPr>
          <a:lstStyle>
            <a:lvl1pPr lvl="0" rtl="0">
              <a:spcBef>
                <a:spcPts val="0"/>
              </a:spcBef>
              <a:spcAft>
                <a:spcPts val="0"/>
              </a:spcAft>
              <a:buSzPts val="1200"/>
              <a:buNone/>
              <a:defRPr b="0"/>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p:txBody>
      </p:sp>
      <p:sp>
        <p:nvSpPr>
          <p:cNvPr id="279" name="Google Shape;279;p23"/>
          <p:cNvSpPr txBox="1"/>
          <p:nvPr>
            <p:ph idx="2" type="subTitle"/>
          </p:nvPr>
        </p:nvSpPr>
        <p:spPr>
          <a:xfrm>
            <a:off x="1647513" y="1210400"/>
            <a:ext cx="2749200" cy="414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Raleway"/>
              <a:buNone/>
              <a:defRPr sz="1800">
                <a:solidFill>
                  <a:schemeClr val="accent6"/>
                </a:solidFill>
                <a:latin typeface="Krub Medium"/>
                <a:ea typeface="Krub Medium"/>
                <a:cs typeface="Krub Medium"/>
                <a:sym typeface="Krub Medium"/>
              </a:defRPr>
            </a:lvl1pPr>
            <a:lvl2pPr lvl="1" rtl="0">
              <a:lnSpc>
                <a:spcPct val="100000"/>
              </a:lnSpc>
              <a:spcBef>
                <a:spcPts val="0"/>
              </a:spcBef>
              <a:spcAft>
                <a:spcPts val="0"/>
              </a:spcAft>
              <a:buSzPts val="2400"/>
              <a:buFont typeface="Raleway"/>
              <a:buNone/>
              <a:defRPr sz="2400">
                <a:latin typeface="Raleway"/>
                <a:ea typeface="Raleway"/>
                <a:cs typeface="Raleway"/>
                <a:sym typeface="Raleway"/>
              </a:defRPr>
            </a:lvl2pPr>
            <a:lvl3pPr lvl="2" rtl="0">
              <a:lnSpc>
                <a:spcPct val="100000"/>
              </a:lnSpc>
              <a:spcBef>
                <a:spcPts val="0"/>
              </a:spcBef>
              <a:spcAft>
                <a:spcPts val="0"/>
              </a:spcAft>
              <a:buSzPts val="2400"/>
              <a:buFont typeface="Raleway"/>
              <a:buNone/>
              <a:defRPr sz="2400">
                <a:latin typeface="Raleway"/>
                <a:ea typeface="Raleway"/>
                <a:cs typeface="Raleway"/>
                <a:sym typeface="Raleway"/>
              </a:defRPr>
            </a:lvl3pPr>
            <a:lvl4pPr lvl="3" rtl="0">
              <a:lnSpc>
                <a:spcPct val="100000"/>
              </a:lnSpc>
              <a:spcBef>
                <a:spcPts val="0"/>
              </a:spcBef>
              <a:spcAft>
                <a:spcPts val="0"/>
              </a:spcAft>
              <a:buSzPts val="2400"/>
              <a:buFont typeface="Raleway"/>
              <a:buNone/>
              <a:defRPr sz="2400">
                <a:latin typeface="Raleway"/>
                <a:ea typeface="Raleway"/>
                <a:cs typeface="Raleway"/>
                <a:sym typeface="Raleway"/>
              </a:defRPr>
            </a:lvl4pPr>
            <a:lvl5pPr lvl="4" rtl="0">
              <a:lnSpc>
                <a:spcPct val="100000"/>
              </a:lnSpc>
              <a:spcBef>
                <a:spcPts val="0"/>
              </a:spcBef>
              <a:spcAft>
                <a:spcPts val="0"/>
              </a:spcAft>
              <a:buSzPts val="2400"/>
              <a:buFont typeface="Raleway"/>
              <a:buNone/>
              <a:defRPr sz="2400">
                <a:latin typeface="Raleway"/>
                <a:ea typeface="Raleway"/>
                <a:cs typeface="Raleway"/>
                <a:sym typeface="Raleway"/>
              </a:defRPr>
            </a:lvl5pPr>
            <a:lvl6pPr lvl="5" rtl="0">
              <a:lnSpc>
                <a:spcPct val="100000"/>
              </a:lnSpc>
              <a:spcBef>
                <a:spcPts val="0"/>
              </a:spcBef>
              <a:spcAft>
                <a:spcPts val="0"/>
              </a:spcAft>
              <a:buSzPts val="2400"/>
              <a:buFont typeface="Raleway"/>
              <a:buNone/>
              <a:defRPr sz="2400">
                <a:latin typeface="Raleway"/>
                <a:ea typeface="Raleway"/>
                <a:cs typeface="Raleway"/>
                <a:sym typeface="Raleway"/>
              </a:defRPr>
            </a:lvl6pPr>
            <a:lvl7pPr lvl="6" rtl="0">
              <a:lnSpc>
                <a:spcPct val="100000"/>
              </a:lnSpc>
              <a:spcBef>
                <a:spcPts val="0"/>
              </a:spcBef>
              <a:spcAft>
                <a:spcPts val="0"/>
              </a:spcAft>
              <a:buSzPts val="2400"/>
              <a:buFont typeface="Raleway"/>
              <a:buNone/>
              <a:defRPr sz="2400">
                <a:latin typeface="Raleway"/>
                <a:ea typeface="Raleway"/>
                <a:cs typeface="Raleway"/>
                <a:sym typeface="Raleway"/>
              </a:defRPr>
            </a:lvl7pPr>
            <a:lvl8pPr lvl="7" rtl="0">
              <a:lnSpc>
                <a:spcPct val="100000"/>
              </a:lnSpc>
              <a:spcBef>
                <a:spcPts val="0"/>
              </a:spcBef>
              <a:spcAft>
                <a:spcPts val="0"/>
              </a:spcAft>
              <a:buSzPts val="2400"/>
              <a:buFont typeface="Raleway"/>
              <a:buNone/>
              <a:defRPr sz="2400">
                <a:latin typeface="Raleway"/>
                <a:ea typeface="Raleway"/>
                <a:cs typeface="Raleway"/>
                <a:sym typeface="Raleway"/>
              </a:defRPr>
            </a:lvl8pPr>
            <a:lvl9pPr lvl="8" rtl="0">
              <a:lnSpc>
                <a:spcPct val="100000"/>
              </a:lnSpc>
              <a:spcBef>
                <a:spcPts val="0"/>
              </a:spcBef>
              <a:spcAft>
                <a:spcPts val="0"/>
              </a:spcAft>
              <a:buSzPts val="2400"/>
              <a:buFont typeface="Raleway"/>
              <a:buNone/>
              <a:defRPr sz="2400">
                <a:latin typeface="Raleway"/>
                <a:ea typeface="Raleway"/>
                <a:cs typeface="Raleway"/>
                <a:sym typeface="Raleway"/>
              </a:defRPr>
            </a:lvl9pPr>
          </a:lstStyle>
          <a:p/>
        </p:txBody>
      </p:sp>
      <p:sp>
        <p:nvSpPr>
          <p:cNvPr id="280" name="Google Shape;280;p23"/>
          <p:cNvSpPr txBox="1"/>
          <p:nvPr>
            <p:ph idx="3" type="subTitle"/>
          </p:nvPr>
        </p:nvSpPr>
        <p:spPr>
          <a:xfrm>
            <a:off x="1647513" y="2712600"/>
            <a:ext cx="2749200" cy="636900"/>
          </a:xfrm>
          <a:prstGeom prst="rect">
            <a:avLst/>
          </a:prstGeom>
        </p:spPr>
        <p:txBody>
          <a:bodyPr anchorCtr="0" anchor="t" bIns="91425" lIns="91425" spcFirstLastPara="1" rIns="91425" wrap="square" tIns="91425">
            <a:noAutofit/>
          </a:bodyPr>
          <a:lstStyle>
            <a:lvl1pPr lvl="0" rtl="0">
              <a:spcBef>
                <a:spcPts val="0"/>
              </a:spcBef>
              <a:spcAft>
                <a:spcPts val="0"/>
              </a:spcAft>
              <a:buSzPts val="1200"/>
              <a:buNone/>
              <a:defRPr b="0"/>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p:txBody>
      </p:sp>
      <p:sp>
        <p:nvSpPr>
          <p:cNvPr id="281" name="Google Shape;281;p23"/>
          <p:cNvSpPr txBox="1"/>
          <p:nvPr>
            <p:ph idx="4" type="subTitle"/>
          </p:nvPr>
        </p:nvSpPr>
        <p:spPr>
          <a:xfrm>
            <a:off x="1647513" y="2359825"/>
            <a:ext cx="2749200" cy="414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Raleway"/>
              <a:buNone/>
              <a:defRPr sz="1800">
                <a:solidFill>
                  <a:schemeClr val="accent6"/>
                </a:solidFill>
                <a:latin typeface="Krub Medium"/>
                <a:ea typeface="Krub Medium"/>
                <a:cs typeface="Krub Medium"/>
                <a:sym typeface="Krub Medium"/>
              </a:defRPr>
            </a:lvl1pPr>
            <a:lvl2pPr lvl="1" rtl="0">
              <a:lnSpc>
                <a:spcPct val="100000"/>
              </a:lnSpc>
              <a:spcBef>
                <a:spcPts val="0"/>
              </a:spcBef>
              <a:spcAft>
                <a:spcPts val="0"/>
              </a:spcAft>
              <a:buSzPts val="2400"/>
              <a:buFont typeface="Raleway"/>
              <a:buNone/>
              <a:defRPr sz="2400">
                <a:latin typeface="Raleway"/>
                <a:ea typeface="Raleway"/>
                <a:cs typeface="Raleway"/>
                <a:sym typeface="Raleway"/>
              </a:defRPr>
            </a:lvl2pPr>
            <a:lvl3pPr lvl="2" rtl="0">
              <a:lnSpc>
                <a:spcPct val="100000"/>
              </a:lnSpc>
              <a:spcBef>
                <a:spcPts val="0"/>
              </a:spcBef>
              <a:spcAft>
                <a:spcPts val="0"/>
              </a:spcAft>
              <a:buSzPts val="2400"/>
              <a:buFont typeface="Raleway"/>
              <a:buNone/>
              <a:defRPr sz="2400">
                <a:latin typeface="Raleway"/>
                <a:ea typeface="Raleway"/>
                <a:cs typeface="Raleway"/>
                <a:sym typeface="Raleway"/>
              </a:defRPr>
            </a:lvl3pPr>
            <a:lvl4pPr lvl="3" rtl="0">
              <a:lnSpc>
                <a:spcPct val="100000"/>
              </a:lnSpc>
              <a:spcBef>
                <a:spcPts val="0"/>
              </a:spcBef>
              <a:spcAft>
                <a:spcPts val="0"/>
              </a:spcAft>
              <a:buSzPts val="2400"/>
              <a:buFont typeface="Raleway"/>
              <a:buNone/>
              <a:defRPr sz="2400">
                <a:latin typeface="Raleway"/>
                <a:ea typeface="Raleway"/>
                <a:cs typeface="Raleway"/>
                <a:sym typeface="Raleway"/>
              </a:defRPr>
            </a:lvl4pPr>
            <a:lvl5pPr lvl="4" rtl="0">
              <a:lnSpc>
                <a:spcPct val="100000"/>
              </a:lnSpc>
              <a:spcBef>
                <a:spcPts val="0"/>
              </a:spcBef>
              <a:spcAft>
                <a:spcPts val="0"/>
              </a:spcAft>
              <a:buSzPts val="2400"/>
              <a:buFont typeface="Raleway"/>
              <a:buNone/>
              <a:defRPr sz="2400">
                <a:latin typeface="Raleway"/>
                <a:ea typeface="Raleway"/>
                <a:cs typeface="Raleway"/>
                <a:sym typeface="Raleway"/>
              </a:defRPr>
            </a:lvl5pPr>
            <a:lvl6pPr lvl="5" rtl="0">
              <a:lnSpc>
                <a:spcPct val="100000"/>
              </a:lnSpc>
              <a:spcBef>
                <a:spcPts val="0"/>
              </a:spcBef>
              <a:spcAft>
                <a:spcPts val="0"/>
              </a:spcAft>
              <a:buSzPts val="2400"/>
              <a:buFont typeface="Raleway"/>
              <a:buNone/>
              <a:defRPr sz="2400">
                <a:latin typeface="Raleway"/>
                <a:ea typeface="Raleway"/>
                <a:cs typeface="Raleway"/>
                <a:sym typeface="Raleway"/>
              </a:defRPr>
            </a:lvl6pPr>
            <a:lvl7pPr lvl="6" rtl="0">
              <a:lnSpc>
                <a:spcPct val="100000"/>
              </a:lnSpc>
              <a:spcBef>
                <a:spcPts val="0"/>
              </a:spcBef>
              <a:spcAft>
                <a:spcPts val="0"/>
              </a:spcAft>
              <a:buSzPts val="2400"/>
              <a:buFont typeface="Raleway"/>
              <a:buNone/>
              <a:defRPr sz="2400">
                <a:latin typeface="Raleway"/>
                <a:ea typeface="Raleway"/>
                <a:cs typeface="Raleway"/>
                <a:sym typeface="Raleway"/>
              </a:defRPr>
            </a:lvl7pPr>
            <a:lvl8pPr lvl="7" rtl="0">
              <a:lnSpc>
                <a:spcPct val="100000"/>
              </a:lnSpc>
              <a:spcBef>
                <a:spcPts val="0"/>
              </a:spcBef>
              <a:spcAft>
                <a:spcPts val="0"/>
              </a:spcAft>
              <a:buSzPts val="2400"/>
              <a:buFont typeface="Raleway"/>
              <a:buNone/>
              <a:defRPr sz="2400">
                <a:latin typeface="Raleway"/>
                <a:ea typeface="Raleway"/>
                <a:cs typeface="Raleway"/>
                <a:sym typeface="Raleway"/>
              </a:defRPr>
            </a:lvl8pPr>
            <a:lvl9pPr lvl="8" rtl="0">
              <a:lnSpc>
                <a:spcPct val="100000"/>
              </a:lnSpc>
              <a:spcBef>
                <a:spcPts val="0"/>
              </a:spcBef>
              <a:spcAft>
                <a:spcPts val="0"/>
              </a:spcAft>
              <a:buSzPts val="2400"/>
              <a:buFont typeface="Raleway"/>
              <a:buNone/>
              <a:defRPr sz="2400">
                <a:latin typeface="Raleway"/>
                <a:ea typeface="Raleway"/>
                <a:cs typeface="Raleway"/>
                <a:sym typeface="Raleway"/>
              </a:defRPr>
            </a:lvl9pPr>
          </a:lstStyle>
          <a:p/>
        </p:txBody>
      </p:sp>
      <p:sp>
        <p:nvSpPr>
          <p:cNvPr id="282" name="Google Shape;282;p23"/>
          <p:cNvSpPr txBox="1"/>
          <p:nvPr>
            <p:ph idx="5" type="subTitle"/>
          </p:nvPr>
        </p:nvSpPr>
        <p:spPr>
          <a:xfrm>
            <a:off x="1647513" y="3862025"/>
            <a:ext cx="2749200" cy="636900"/>
          </a:xfrm>
          <a:prstGeom prst="rect">
            <a:avLst/>
          </a:prstGeom>
        </p:spPr>
        <p:txBody>
          <a:bodyPr anchorCtr="0" anchor="t" bIns="91425" lIns="91425" spcFirstLastPara="1" rIns="91425" wrap="square" tIns="91425">
            <a:noAutofit/>
          </a:bodyPr>
          <a:lstStyle>
            <a:lvl1pPr lvl="0" rtl="0">
              <a:spcBef>
                <a:spcPts val="0"/>
              </a:spcBef>
              <a:spcAft>
                <a:spcPts val="0"/>
              </a:spcAft>
              <a:buSzPts val="1200"/>
              <a:buNone/>
              <a:defRPr b="0"/>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p:txBody>
      </p:sp>
      <p:sp>
        <p:nvSpPr>
          <p:cNvPr id="283" name="Google Shape;283;p23"/>
          <p:cNvSpPr txBox="1"/>
          <p:nvPr>
            <p:ph idx="6" type="subTitle"/>
          </p:nvPr>
        </p:nvSpPr>
        <p:spPr>
          <a:xfrm>
            <a:off x="1647513" y="3509250"/>
            <a:ext cx="2749200" cy="414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Raleway"/>
              <a:buNone/>
              <a:defRPr sz="1800">
                <a:solidFill>
                  <a:schemeClr val="accent6"/>
                </a:solidFill>
                <a:latin typeface="Krub Medium"/>
                <a:ea typeface="Krub Medium"/>
                <a:cs typeface="Krub Medium"/>
                <a:sym typeface="Krub Medium"/>
              </a:defRPr>
            </a:lvl1pPr>
            <a:lvl2pPr lvl="1" rtl="0">
              <a:lnSpc>
                <a:spcPct val="100000"/>
              </a:lnSpc>
              <a:spcBef>
                <a:spcPts val="0"/>
              </a:spcBef>
              <a:spcAft>
                <a:spcPts val="0"/>
              </a:spcAft>
              <a:buSzPts val="2400"/>
              <a:buFont typeface="Raleway"/>
              <a:buNone/>
              <a:defRPr sz="2400">
                <a:latin typeface="Raleway"/>
                <a:ea typeface="Raleway"/>
                <a:cs typeface="Raleway"/>
                <a:sym typeface="Raleway"/>
              </a:defRPr>
            </a:lvl2pPr>
            <a:lvl3pPr lvl="2" rtl="0">
              <a:lnSpc>
                <a:spcPct val="100000"/>
              </a:lnSpc>
              <a:spcBef>
                <a:spcPts val="0"/>
              </a:spcBef>
              <a:spcAft>
                <a:spcPts val="0"/>
              </a:spcAft>
              <a:buSzPts val="2400"/>
              <a:buFont typeface="Raleway"/>
              <a:buNone/>
              <a:defRPr sz="2400">
                <a:latin typeface="Raleway"/>
                <a:ea typeface="Raleway"/>
                <a:cs typeface="Raleway"/>
                <a:sym typeface="Raleway"/>
              </a:defRPr>
            </a:lvl3pPr>
            <a:lvl4pPr lvl="3" rtl="0">
              <a:lnSpc>
                <a:spcPct val="100000"/>
              </a:lnSpc>
              <a:spcBef>
                <a:spcPts val="0"/>
              </a:spcBef>
              <a:spcAft>
                <a:spcPts val="0"/>
              </a:spcAft>
              <a:buSzPts val="2400"/>
              <a:buFont typeface="Raleway"/>
              <a:buNone/>
              <a:defRPr sz="2400">
                <a:latin typeface="Raleway"/>
                <a:ea typeface="Raleway"/>
                <a:cs typeface="Raleway"/>
                <a:sym typeface="Raleway"/>
              </a:defRPr>
            </a:lvl4pPr>
            <a:lvl5pPr lvl="4" rtl="0">
              <a:lnSpc>
                <a:spcPct val="100000"/>
              </a:lnSpc>
              <a:spcBef>
                <a:spcPts val="0"/>
              </a:spcBef>
              <a:spcAft>
                <a:spcPts val="0"/>
              </a:spcAft>
              <a:buSzPts val="2400"/>
              <a:buFont typeface="Raleway"/>
              <a:buNone/>
              <a:defRPr sz="2400">
                <a:latin typeface="Raleway"/>
                <a:ea typeface="Raleway"/>
                <a:cs typeface="Raleway"/>
                <a:sym typeface="Raleway"/>
              </a:defRPr>
            </a:lvl5pPr>
            <a:lvl6pPr lvl="5" rtl="0">
              <a:lnSpc>
                <a:spcPct val="100000"/>
              </a:lnSpc>
              <a:spcBef>
                <a:spcPts val="0"/>
              </a:spcBef>
              <a:spcAft>
                <a:spcPts val="0"/>
              </a:spcAft>
              <a:buSzPts val="2400"/>
              <a:buFont typeface="Raleway"/>
              <a:buNone/>
              <a:defRPr sz="2400">
                <a:latin typeface="Raleway"/>
                <a:ea typeface="Raleway"/>
                <a:cs typeface="Raleway"/>
                <a:sym typeface="Raleway"/>
              </a:defRPr>
            </a:lvl6pPr>
            <a:lvl7pPr lvl="6" rtl="0">
              <a:lnSpc>
                <a:spcPct val="100000"/>
              </a:lnSpc>
              <a:spcBef>
                <a:spcPts val="0"/>
              </a:spcBef>
              <a:spcAft>
                <a:spcPts val="0"/>
              </a:spcAft>
              <a:buSzPts val="2400"/>
              <a:buFont typeface="Raleway"/>
              <a:buNone/>
              <a:defRPr sz="2400">
                <a:latin typeface="Raleway"/>
                <a:ea typeface="Raleway"/>
                <a:cs typeface="Raleway"/>
                <a:sym typeface="Raleway"/>
              </a:defRPr>
            </a:lvl7pPr>
            <a:lvl8pPr lvl="7" rtl="0">
              <a:lnSpc>
                <a:spcPct val="100000"/>
              </a:lnSpc>
              <a:spcBef>
                <a:spcPts val="0"/>
              </a:spcBef>
              <a:spcAft>
                <a:spcPts val="0"/>
              </a:spcAft>
              <a:buSzPts val="2400"/>
              <a:buFont typeface="Raleway"/>
              <a:buNone/>
              <a:defRPr sz="2400">
                <a:latin typeface="Raleway"/>
                <a:ea typeface="Raleway"/>
                <a:cs typeface="Raleway"/>
                <a:sym typeface="Raleway"/>
              </a:defRPr>
            </a:lvl8pPr>
            <a:lvl9pPr lvl="8" rtl="0">
              <a:lnSpc>
                <a:spcPct val="100000"/>
              </a:lnSpc>
              <a:spcBef>
                <a:spcPts val="0"/>
              </a:spcBef>
              <a:spcAft>
                <a:spcPts val="0"/>
              </a:spcAft>
              <a:buSzPts val="2400"/>
              <a:buFont typeface="Raleway"/>
              <a:buNone/>
              <a:defRPr sz="2400">
                <a:latin typeface="Raleway"/>
                <a:ea typeface="Raleway"/>
                <a:cs typeface="Raleway"/>
                <a:sym typeface="Raleway"/>
              </a:defRPr>
            </a:lvl9pPr>
          </a:lstStyle>
          <a:p/>
        </p:txBody>
      </p:sp>
      <p:sp>
        <p:nvSpPr>
          <p:cNvPr id="284" name="Google Shape;284;p23"/>
          <p:cNvSpPr txBox="1"/>
          <p:nvPr>
            <p:ph idx="7" type="subTitle"/>
          </p:nvPr>
        </p:nvSpPr>
        <p:spPr>
          <a:xfrm>
            <a:off x="5339488" y="1563175"/>
            <a:ext cx="2749200" cy="636900"/>
          </a:xfrm>
          <a:prstGeom prst="rect">
            <a:avLst/>
          </a:prstGeom>
        </p:spPr>
        <p:txBody>
          <a:bodyPr anchorCtr="0" anchor="t" bIns="91425" lIns="91425" spcFirstLastPara="1" rIns="91425" wrap="square" tIns="91425">
            <a:noAutofit/>
          </a:bodyPr>
          <a:lstStyle>
            <a:lvl1pPr lvl="0" rtl="0">
              <a:spcBef>
                <a:spcPts val="0"/>
              </a:spcBef>
              <a:spcAft>
                <a:spcPts val="0"/>
              </a:spcAft>
              <a:buSzPts val="1200"/>
              <a:buNone/>
              <a:defRPr b="0"/>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p:txBody>
      </p:sp>
      <p:sp>
        <p:nvSpPr>
          <p:cNvPr id="285" name="Google Shape;285;p23"/>
          <p:cNvSpPr txBox="1"/>
          <p:nvPr>
            <p:ph idx="8" type="subTitle"/>
          </p:nvPr>
        </p:nvSpPr>
        <p:spPr>
          <a:xfrm>
            <a:off x="5339488" y="1210400"/>
            <a:ext cx="2749200" cy="414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Raleway"/>
              <a:buNone/>
              <a:defRPr sz="1800">
                <a:solidFill>
                  <a:schemeClr val="accent6"/>
                </a:solidFill>
                <a:latin typeface="Krub Medium"/>
                <a:ea typeface="Krub Medium"/>
                <a:cs typeface="Krub Medium"/>
                <a:sym typeface="Krub Medium"/>
              </a:defRPr>
            </a:lvl1pPr>
            <a:lvl2pPr lvl="1" rtl="0">
              <a:lnSpc>
                <a:spcPct val="100000"/>
              </a:lnSpc>
              <a:spcBef>
                <a:spcPts val="0"/>
              </a:spcBef>
              <a:spcAft>
                <a:spcPts val="0"/>
              </a:spcAft>
              <a:buSzPts val="2400"/>
              <a:buFont typeface="Raleway"/>
              <a:buNone/>
              <a:defRPr sz="2400">
                <a:latin typeface="Raleway"/>
                <a:ea typeface="Raleway"/>
                <a:cs typeface="Raleway"/>
                <a:sym typeface="Raleway"/>
              </a:defRPr>
            </a:lvl2pPr>
            <a:lvl3pPr lvl="2" rtl="0">
              <a:lnSpc>
                <a:spcPct val="100000"/>
              </a:lnSpc>
              <a:spcBef>
                <a:spcPts val="0"/>
              </a:spcBef>
              <a:spcAft>
                <a:spcPts val="0"/>
              </a:spcAft>
              <a:buSzPts val="2400"/>
              <a:buFont typeface="Raleway"/>
              <a:buNone/>
              <a:defRPr sz="2400">
                <a:latin typeface="Raleway"/>
                <a:ea typeface="Raleway"/>
                <a:cs typeface="Raleway"/>
                <a:sym typeface="Raleway"/>
              </a:defRPr>
            </a:lvl3pPr>
            <a:lvl4pPr lvl="3" rtl="0">
              <a:lnSpc>
                <a:spcPct val="100000"/>
              </a:lnSpc>
              <a:spcBef>
                <a:spcPts val="0"/>
              </a:spcBef>
              <a:spcAft>
                <a:spcPts val="0"/>
              </a:spcAft>
              <a:buSzPts val="2400"/>
              <a:buFont typeface="Raleway"/>
              <a:buNone/>
              <a:defRPr sz="2400">
                <a:latin typeface="Raleway"/>
                <a:ea typeface="Raleway"/>
                <a:cs typeface="Raleway"/>
                <a:sym typeface="Raleway"/>
              </a:defRPr>
            </a:lvl4pPr>
            <a:lvl5pPr lvl="4" rtl="0">
              <a:lnSpc>
                <a:spcPct val="100000"/>
              </a:lnSpc>
              <a:spcBef>
                <a:spcPts val="0"/>
              </a:spcBef>
              <a:spcAft>
                <a:spcPts val="0"/>
              </a:spcAft>
              <a:buSzPts val="2400"/>
              <a:buFont typeface="Raleway"/>
              <a:buNone/>
              <a:defRPr sz="2400">
                <a:latin typeface="Raleway"/>
                <a:ea typeface="Raleway"/>
                <a:cs typeface="Raleway"/>
                <a:sym typeface="Raleway"/>
              </a:defRPr>
            </a:lvl5pPr>
            <a:lvl6pPr lvl="5" rtl="0">
              <a:lnSpc>
                <a:spcPct val="100000"/>
              </a:lnSpc>
              <a:spcBef>
                <a:spcPts val="0"/>
              </a:spcBef>
              <a:spcAft>
                <a:spcPts val="0"/>
              </a:spcAft>
              <a:buSzPts val="2400"/>
              <a:buFont typeface="Raleway"/>
              <a:buNone/>
              <a:defRPr sz="2400">
                <a:latin typeface="Raleway"/>
                <a:ea typeface="Raleway"/>
                <a:cs typeface="Raleway"/>
                <a:sym typeface="Raleway"/>
              </a:defRPr>
            </a:lvl6pPr>
            <a:lvl7pPr lvl="6" rtl="0">
              <a:lnSpc>
                <a:spcPct val="100000"/>
              </a:lnSpc>
              <a:spcBef>
                <a:spcPts val="0"/>
              </a:spcBef>
              <a:spcAft>
                <a:spcPts val="0"/>
              </a:spcAft>
              <a:buSzPts val="2400"/>
              <a:buFont typeface="Raleway"/>
              <a:buNone/>
              <a:defRPr sz="2400">
                <a:latin typeface="Raleway"/>
                <a:ea typeface="Raleway"/>
                <a:cs typeface="Raleway"/>
                <a:sym typeface="Raleway"/>
              </a:defRPr>
            </a:lvl7pPr>
            <a:lvl8pPr lvl="7" rtl="0">
              <a:lnSpc>
                <a:spcPct val="100000"/>
              </a:lnSpc>
              <a:spcBef>
                <a:spcPts val="0"/>
              </a:spcBef>
              <a:spcAft>
                <a:spcPts val="0"/>
              </a:spcAft>
              <a:buSzPts val="2400"/>
              <a:buFont typeface="Raleway"/>
              <a:buNone/>
              <a:defRPr sz="2400">
                <a:latin typeface="Raleway"/>
                <a:ea typeface="Raleway"/>
                <a:cs typeface="Raleway"/>
                <a:sym typeface="Raleway"/>
              </a:defRPr>
            </a:lvl8pPr>
            <a:lvl9pPr lvl="8" rtl="0">
              <a:lnSpc>
                <a:spcPct val="100000"/>
              </a:lnSpc>
              <a:spcBef>
                <a:spcPts val="0"/>
              </a:spcBef>
              <a:spcAft>
                <a:spcPts val="0"/>
              </a:spcAft>
              <a:buSzPts val="2400"/>
              <a:buFont typeface="Raleway"/>
              <a:buNone/>
              <a:defRPr sz="2400">
                <a:latin typeface="Raleway"/>
                <a:ea typeface="Raleway"/>
                <a:cs typeface="Raleway"/>
                <a:sym typeface="Raleway"/>
              </a:defRPr>
            </a:lvl9pPr>
          </a:lstStyle>
          <a:p/>
        </p:txBody>
      </p:sp>
      <p:sp>
        <p:nvSpPr>
          <p:cNvPr id="286" name="Google Shape;286;p23"/>
          <p:cNvSpPr txBox="1"/>
          <p:nvPr>
            <p:ph idx="9" type="subTitle"/>
          </p:nvPr>
        </p:nvSpPr>
        <p:spPr>
          <a:xfrm>
            <a:off x="5339488" y="2712600"/>
            <a:ext cx="2749200" cy="636900"/>
          </a:xfrm>
          <a:prstGeom prst="rect">
            <a:avLst/>
          </a:prstGeom>
        </p:spPr>
        <p:txBody>
          <a:bodyPr anchorCtr="0" anchor="t" bIns="91425" lIns="91425" spcFirstLastPara="1" rIns="91425" wrap="square" tIns="91425">
            <a:noAutofit/>
          </a:bodyPr>
          <a:lstStyle>
            <a:lvl1pPr lvl="0" rtl="0">
              <a:spcBef>
                <a:spcPts val="0"/>
              </a:spcBef>
              <a:spcAft>
                <a:spcPts val="0"/>
              </a:spcAft>
              <a:buSzPts val="1200"/>
              <a:buNone/>
              <a:defRPr b="0"/>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p:txBody>
      </p:sp>
      <p:sp>
        <p:nvSpPr>
          <p:cNvPr id="287" name="Google Shape;287;p23"/>
          <p:cNvSpPr txBox="1"/>
          <p:nvPr>
            <p:ph idx="13" type="subTitle"/>
          </p:nvPr>
        </p:nvSpPr>
        <p:spPr>
          <a:xfrm>
            <a:off x="5339488" y="2359825"/>
            <a:ext cx="2749200" cy="414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Raleway"/>
              <a:buNone/>
              <a:defRPr sz="1800">
                <a:solidFill>
                  <a:schemeClr val="accent6"/>
                </a:solidFill>
                <a:latin typeface="Krub Medium"/>
                <a:ea typeface="Krub Medium"/>
                <a:cs typeface="Krub Medium"/>
                <a:sym typeface="Krub Medium"/>
              </a:defRPr>
            </a:lvl1pPr>
            <a:lvl2pPr lvl="1" rtl="0">
              <a:lnSpc>
                <a:spcPct val="100000"/>
              </a:lnSpc>
              <a:spcBef>
                <a:spcPts val="0"/>
              </a:spcBef>
              <a:spcAft>
                <a:spcPts val="0"/>
              </a:spcAft>
              <a:buSzPts val="2400"/>
              <a:buFont typeface="Raleway"/>
              <a:buNone/>
              <a:defRPr sz="2400">
                <a:latin typeface="Raleway"/>
                <a:ea typeface="Raleway"/>
                <a:cs typeface="Raleway"/>
                <a:sym typeface="Raleway"/>
              </a:defRPr>
            </a:lvl2pPr>
            <a:lvl3pPr lvl="2" rtl="0">
              <a:lnSpc>
                <a:spcPct val="100000"/>
              </a:lnSpc>
              <a:spcBef>
                <a:spcPts val="0"/>
              </a:spcBef>
              <a:spcAft>
                <a:spcPts val="0"/>
              </a:spcAft>
              <a:buSzPts val="2400"/>
              <a:buFont typeface="Raleway"/>
              <a:buNone/>
              <a:defRPr sz="2400">
                <a:latin typeface="Raleway"/>
                <a:ea typeface="Raleway"/>
                <a:cs typeface="Raleway"/>
                <a:sym typeface="Raleway"/>
              </a:defRPr>
            </a:lvl3pPr>
            <a:lvl4pPr lvl="3" rtl="0">
              <a:lnSpc>
                <a:spcPct val="100000"/>
              </a:lnSpc>
              <a:spcBef>
                <a:spcPts val="0"/>
              </a:spcBef>
              <a:spcAft>
                <a:spcPts val="0"/>
              </a:spcAft>
              <a:buSzPts val="2400"/>
              <a:buFont typeface="Raleway"/>
              <a:buNone/>
              <a:defRPr sz="2400">
                <a:latin typeface="Raleway"/>
                <a:ea typeface="Raleway"/>
                <a:cs typeface="Raleway"/>
                <a:sym typeface="Raleway"/>
              </a:defRPr>
            </a:lvl4pPr>
            <a:lvl5pPr lvl="4" rtl="0">
              <a:lnSpc>
                <a:spcPct val="100000"/>
              </a:lnSpc>
              <a:spcBef>
                <a:spcPts val="0"/>
              </a:spcBef>
              <a:spcAft>
                <a:spcPts val="0"/>
              </a:spcAft>
              <a:buSzPts val="2400"/>
              <a:buFont typeface="Raleway"/>
              <a:buNone/>
              <a:defRPr sz="2400">
                <a:latin typeface="Raleway"/>
                <a:ea typeface="Raleway"/>
                <a:cs typeface="Raleway"/>
                <a:sym typeface="Raleway"/>
              </a:defRPr>
            </a:lvl5pPr>
            <a:lvl6pPr lvl="5" rtl="0">
              <a:lnSpc>
                <a:spcPct val="100000"/>
              </a:lnSpc>
              <a:spcBef>
                <a:spcPts val="0"/>
              </a:spcBef>
              <a:spcAft>
                <a:spcPts val="0"/>
              </a:spcAft>
              <a:buSzPts val="2400"/>
              <a:buFont typeface="Raleway"/>
              <a:buNone/>
              <a:defRPr sz="2400">
                <a:latin typeface="Raleway"/>
                <a:ea typeface="Raleway"/>
                <a:cs typeface="Raleway"/>
                <a:sym typeface="Raleway"/>
              </a:defRPr>
            </a:lvl6pPr>
            <a:lvl7pPr lvl="6" rtl="0">
              <a:lnSpc>
                <a:spcPct val="100000"/>
              </a:lnSpc>
              <a:spcBef>
                <a:spcPts val="0"/>
              </a:spcBef>
              <a:spcAft>
                <a:spcPts val="0"/>
              </a:spcAft>
              <a:buSzPts val="2400"/>
              <a:buFont typeface="Raleway"/>
              <a:buNone/>
              <a:defRPr sz="2400">
                <a:latin typeface="Raleway"/>
                <a:ea typeface="Raleway"/>
                <a:cs typeface="Raleway"/>
                <a:sym typeface="Raleway"/>
              </a:defRPr>
            </a:lvl7pPr>
            <a:lvl8pPr lvl="7" rtl="0">
              <a:lnSpc>
                <a:spcPct val="100000"/>
              </a:lnSpc>
              <a:spcBef>
                <a:spcPts val="0"/>
              </a:spcBef>
              <a:spcAft>
                <a:spcPts val="0"/>
              </a:spcAft>
              <a:buSzPts val="2400"/>
              <a:buFont typeface="Raleway"/>
              <a:buNone/>
              <a:defRPr sz="2400">
                <a:latin typeface="Raleway"/>
                <a:ea typeface="Raleway"/>
                <a:cs typeface="Raleway"/>
                <a:sym typeface="Raleway"/>
              </a:defRPr>
            </a:lvl8pPr>
            <a:lvl9pPr lvl="8" rtl="0">
              <a:lnSpc>
                <a:spcPct val="100000"/>
              </a:lnSpc>
              <a:spcBef>
                <a:spcPts val="0"/>
              </a:spcBef>
              <a:spcAft>
                <a:spcPts val="0"/>
              </a:spcAft>
              <a:buSzPts val="2400"/>
              <a:buFont typeface="Raleway"/>
              <a:buNone/>
              <a:defRPr sz="2400">
                <a:latin typeface="Raleway"/>
                <a:ea typeface="Raleway"/>
                <a:cs typeface="Raleway"/>
                <a:sym typeface="Raleway"/>
              </a:defRPr>
            </a:lvl9pPr>
          </a:lstStyle>
          <a:p/>
        </p:txBody>
      </p:sp>
      <p:sp>
        <p:nvSpPr>
          <p:cNvPr id="288" name="Google Shape;288;p23"/>
          <p:cNvSpPr txBox="1"/>
          <p:nvPr>
            <p:ph idx="14" type="subTitle"/>
          </p:nvPr>
        </p:nvSpPr>
        <p:spPr>
          <a:xfrm>
            <a:off x="5339488" y="3862025"/>
            <a:ext cx="2749200" cy="636900"/>
          </a:xfrm>
          <a:prstGeom prst="rect">
            <a:avLst/>
          </a:prstGeom>
        </p:spPr>
        <p:txBody>
          <a:bodyPr anchorCtr="0" anchor="t" bIns="91425" lIns="91425" spcFirstLastPara="1" rIns="91425" wrap="square" tIns="91425">
            <a:noAutofit/>
          </a:bodyPr>
          <a:lstStyle>
            <a:lvl1pPr lvl="0" rtl="0">
              <a:spcBef>
                <a:spcPts val="0"/>
              </a:spcBef>
              <a:spcAft>
                <a:spcPts val="0"/>
              </a:spcAft>
              <a:buSzPts val="1200"/>
              <a:buNone/>
              <a:defRPr b="0"/>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p:txBody>
      </p:sp>
      <p:sp>
        <p:nvSpPr>
          <p:cNvPr id="289" name="Google Shape;289;p23"/>
          <p:cNvSpPr txBox="1"/>
          <p:nvPr>
            <p:ph idx="15" type="subTitle"/>
          </p:nvPr>
        </p:nvSpPr>
        <p:spPr>
          <a:xfrm>
            <a:off x="5339488" y="3509250"/>
            <a:ext cx="2749200" cy="414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Raleway"/>
              <a:buNone/>
              <a:defRPr sz="1800">
                <a:solidFill>
                  <a:schemeClr val="accent6"/>
                </a:solidFill>
                <a:latin typeface="Krub Medium"/>
                <a:ea typeface="Krub Medium"/>
                <a:cs typeface="Krub Medium"/>
                <a:sym typeface="Krub Medium"/>
              </a:defRPr>
            </a:lvl1pPr>
            <a:lvl2pPr lvl="1" rtl="0">
              <a:lnSpc>
                <a:spcPct val="100000"/>
              </a:lnSpc>
              <a:spcBef>
                <a:spcPts val="0"/>
              </a:spcBef>
              <a:spcAft>
                <a:spcPts val="0"/>
              </a:spcAft>
              <a:buSzPts val="2400"/>
              <a:buFont typeface="Raleway"/>
              <a:buNone/>
              <a:defRPr sz="2400">
                <a:latin typeface="Raleway"/>
                <a:ea typeface="Raleway"/>
                <a:cs typeface="Raleway"/>
                <a:sym typeface="Raleway"/>
              </a:defRPr>
            </a:lvl2pPr>
            <a:lvl3pPr lvl="2" rtl="0">
              <a:lnSpc>
                <a:spcPct val="100000"/>
              </a:lnSpc>
              <a:spcBef>
                <a:spcPts val="0"/>
              </a:spcBef>
              <a:spcAft>
                <a:spcPts val="0"/>
              </a:spcAft>
              <a:buSzPts val="2400"/>
              <a:buFont typeface="Raleway"/>
              <a:buNone/>
              <a:defRPr sz="2400">
                <a:latin typeface="Raleway"/>
                <a:ea typeface="Raleway"/>
                <a:cs typeface="Raleway"/>
                <a:sym typeface="Raleway"/>
              </a:defRPr>
            </a:lvl3pPr>
            <a:lvl4pPr lvl="3" rtl="0">
              <a:lnSpc>
                <a:spcPct val="100000"/>
              </a:lnSpc>
              <a:spcBef>
                <a:spcPts val="0"/>
              </a:spcBef>
              <a:spcAft>
                <a:spcPts val="0"/>
              </a:spcAft>
              <a:buSzPts val="2400"/>
              <a:buFont typeface="Raleway"/>
              <a:buNone/>
              <a:defRPr sz="2400">
                <a:latin typeface="Raleway"/>
                <a:ea typeface="Raleway"/>
                <a:cs typeface="Raleway"/>
                <a:sym typeface="Raleway"/>
              </a:defRPr>
            </a:lvl4pPr>
            <a:lvl5pPr lvl="4" rtl="0">
              <a:lnSpc>
                <a:spcPct val="100000"/>
              </a:lnSpc>
              <a:spcBef>
                <a:spcPts val="0"/>
              </a:spcBef>
              <a:spcAft>
                <a:spcPts val="0"/>
              </a:spcAft>
              <a:buSzPts val="2400"/>
              <a:buFont typeface="Raleway"/>
              <a:buNone/>
              <a:defRPr sz="2400">
                <a:latin typeface="Raleway"/>
                <a:ea typeface="Raleway"/>
                <a:cs typeface="Raleway"/>
                <a:sym typeface="Raleway"/>
              </a:defRPr>
            </a:lvl5pPr>
            <a:lvl6pPr lvl="5" rtl="0">
              <a:lnSpc>
                <a:spcPct val="100000"/>
              </a:lnSpc>
              <a:spcBef>
                <a:spcPts val="0"/>
              </a:spcBef>
              <a:spcAft>
                <a:spcPts val="0"/>
              </a:spcAft>
              <a:buSzPts val="2400"/>
              <a:buFont typeface="Raleway"/>
              <a:buNone/>
              <a:defRPr sz="2400">
                <a:latin typeface="Raleway"/>
                <a:ea typeface="Raleway"/>
                <a:cs typeface="Raleway"/>
                <a:sym typeface="Raleway"/>
              </a:defRPr>
            </a:lvl6pPr>
            <a:lvl7pPr lvl="6" rtl="0">
              <a:lnSpc>
                <a:spcPct val="100000"/>
              </a:lnSpc>
              <a:spcBef>
                <a:spcPts val="0"/>
              </a:spcBef>
              <a:spcAft>
                <a:spcPts val="0"/>
              </a:spcAft>
              <a:buSzPts val="2400"/>
              <a:buFont typeface="Raleway"/>
              <a:buNone/>
              <a:defRPr sz="2400">
                <a:latin typeface="Raleway"/>
                <a:ea typeface="Raleway"/>
                <a:cs typeface="Raleway"/>
                <a:sym typeface="Raleway"/>
              </a:defRPr>
            </a:lvl7pPr>
            <a:lvl8pPr lvl="7" rtl="0">
              <a:lnSpc>
                <a:spcPct val="100000"/>
              </a:lnSpc>
              <a:spcBef>
                <a:spcPts val="0"/>
              </a:spcBef>
              <a:spcAft>
                <a:spcPts val="0"/>
              </a:spcAft>
              <a:buSzPts val="2400"/>
              <a:buFont typeface="Raleway"/>
              <a:buNone/>
              <a:defRPr sz="2400">
                <a:latin typeface="Raleway"/>
                <a:ea typeface="Raleway"/>
                <a:cs typeface="Raleway"/>
                <a:sym typeface="Raleway"/>
              </a:defRPr>
            </a:lvl8pPr>
            <a:lvl9pPr lvl="8" rtl="0">
              <a:lnSpc>
                <a:spcPct val="100000"/>
              </a:lnSpc>
              <a:spcBef>
                <a:spcPts val="0"/>
              </a:spcBef>
              <a:spcAft>
                <a:spcPts val="0"/>
              </a:spcAft>
              <a:buSzPts val="2400"/>
              <a:buFont typeface="Raleway"/>
              <a:buNone/>
              <a:defRPr sz="2400">
                <a:latin typeface="Raleway"/>
                <a:ea typeface="Raleway"/>
                <a:cs typeface="Raleway"/>
                <a:sym typeface="Raleway"/>
              </a:defRPr>
            </a:lvl9pPr>
          </a:lstStyle>
          <a:p/>
        </p:txBody>
      </p:sp>
      <p:grpSp>
        <p:nvGrpSpPr>
          <p:cNvPr id="290" name="Google Shape;290;p23"/>
          <p:cNvGrpSpPr/>
          <p:nvPr/>
        </p:nvGrpSpPr>
        <p:grpSpPr>
          <a:xfrm flipH="1" rot="5400000">
            <a:off x="-1455904" y="2953672"/>
            <a:ext cx="3892442" cy="640513"/>
            <a:chOff x="-78542" y="4269447"/>
            <a:chExt cx="3892442" cy="640513"/>
          </a:xfrm>
        </p:grpSpPr>
        <p:sp>
          <p:nvSpPr>
            <p:cNvPr id="291" name="Google Shape;291;p23"/>
            <p:cNvSpPr/>
            <p:nvPr/>
          </p:nvSpPr>
          <p:spPr>
            <a:xfrm flipH="1">
              <a:off x="-26956" y="4269447"/>
              <a:ext cx="3498330" cy="508988"/>
            </a:xfrm>
            <a:custGeom>
              <a:rect b="b" l="l" r="r" t="t"/>
              <a:pathLst>
                <a:path extrusionOk="0" h="17023" w="117001">
                  <a:moveTo>
                    <a:pt x="99111" y="0"/>
                  </a:moveTo>
                  <a:lnTo>
                    <a:pt x="99111" y="16481"/>
                  </a:lnTo>
                  <a:lnTo>
                    <a:pt x="1" y="16481"/>
                  </a:lnTo>
                  <a:lnTo>
                    <a:pt x="1" y="17022"/>
                  </a:lnTo>
                  <a:lnTo>
                    <a:pt x="99640" y="17022"/>
                  </a:lnTo>
                  <a:lnTo>
                    <a:pt x="99640" y="529"/>
                  </a:lnTo>
                  <a:lnTo>
                    <a:pt x="117001" y="529"/>
                  </a:lnTo>
                  <a:lnTo>
                    <a:pt x="117001" y="0"/>
                  </a:lnTo>
                  <a:close/>
                </a:path>
              </a:pathLst>
            </a:custGeom>
            <a:solidFill>
              <a:srgbClr val="A0D4FC">
                <a:alpha val="5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23"/>
            <p:cNvSpPr/>
            <p:nvPr/>
          </p:nvSpPr>
          <p:spPr>
            <a:xfrm flipH="1">
              <a:off x="-78542" y="4465736"/>
              <a:ext cx="3892442" cy="444224"/>
            </a:xfrm>
            <a:custGeom>
              <a:rect b="b" l="l" r="r" t="t"/>
              <a:pathLst>
                <a:path extrusionOk="0" h="14857" w="130182">
                  <a:moveTo>
                    <a:pt x="1122" y="0"/>
                  </a:moveTo>
                  <a:cubicBezTo>
                    <a:pt x="500" y="0"/>
                    <a:pt x="0" y="500"/>
                    <a:pt x="0" y="1113"/>
                  </a:cubicBezTo>
                  <a:cubicBezTo>
                    <a:pt x="0" y="1726"/>
                    <a:pt x="500" y="2226"/>
                    <a:pt x="1122" y="2226"/>
                  </a:cubicBezTo>
                  <a:cubicBezTo>
                    <a:pt x="1674" y="2226"/>
                    <a:pt x="2135" y="1829"/>
                    <a:pt x="2215" y="1297"/>
                  </a:cubicBezTo>
                  <a:lnTo>
                    <a:pt x="25671" y="1297"/>
                  </a:lnTo>
                  <a:lnTo>
                    <a:pt x="25671" y="14856"/>
                  </a:lnTo>
                  <a:lnTo>
                    <a:pt x="94034" y="14856"/>
                  </a:lnTo>
                  <a:lnTo>
                    <a:pt x="94034" y="3870"/>
                  </a:lnTo>
                  <a:lnTo>
                    <a:pt x="130182" y="3870"/>
                  </a:lnTo>
                  <a:lnTo>
                    <a:pt x="130182" y="3338"/>
                  </a:lnTo>
                  <a:lnTo>
                    <a:pt x="93503" y="3338"/>
                  </a:lnTo>
                  <a:lnTo>
                    <a:pt x="93503" y="14327"/>
                  </a:lnTo>
                  <a:lnTo>
                    <a:pt x="26203" y="14327"/>
                  </a:lnTo>
                  <a:lnTo>
                    <a:pt x="26203" y="755"/>
                  </a:lnTo>
                  <a:lnTo>
                    <a:pt x="2176" y="755"/>
                  </a:lnTo>
                  <a:cubicBezTo>
                    <a:pt x="2022" y="317"/>
                    <a:pt x="1613" y="0"/>
                    <a:pt x="11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3" name="Google Shape;293;p23"/>
          <p:cNvSpPr/>
          <p:nvPr/>
        </p:nvSpPr>
        <p:spPr>
          <a:xfrm>
            <a:off x="6260302" y="4743849"/>
            <a:ext cx="311400" cy="311400"/>
          </a:xfrm>
          <a:prstGeom prst="plus">
            <a:avLst>
              <a:gd fmla="val 32768" name="adj"/>
            </a:avLst>
          </a:prstGeom>
          <a:solidFill>
            <a:srgbClr val="95E7D3">
              <a:alpha val="6962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294" name="Google Shape;294;p23"/>
          <p:cNvGrpSpPr/>
          <p:nvPr/>
        </p:nvGrpSpPr>
        <p:grpSpPr>
          <a:xfrm>
            <a:off x="8424001" y="625975"/>
            <a:ext cx="720085" cy="1186513"/>
            <a:chOff x="7745494" y="3764527"/>
            <a:chExt cx="476152" cy="784523"/>
          </a:xfrm>
        </p:grpSpPr>
        <p:sp>
          <p:nvSpPr>
            <p:cNvPr id="295" name="Google Shape;295;p23"/>
            <p:cNvSpPr/>
            <p:nvPr/>
          </p:nvSpPr>
          <p:spPr>
            <a:xfrm>
              <a:off x="7745494" y="4274851"/>
              <a:ext cx="274200" cy="2742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96" name="Google Shape;296;p23"/>
            <p:cNvSpPr/>
            <p:nvPr/>
          </p:nvSpPr>
          <p:spPr>
            <a:xfrm>
              <a:off x="7798046" y="3764527"/>
              <a:ext cx="423600" cy="423600"/>
            </a:xfrm>
            <a:prstGeom prst="plus">
              <a:avLst>
                <a:gd fmla="val 32768" name="adj"/>
              </a:avLst>
            </a:prstGeom>
            <a:solidFill>
              <a:srgbClr val="95E7D3">
                <a:alpha val="5506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297" name="Google Shape;297;p23"/>
          <p:cNvSpPr/>
          <p:nvPr/>
        </p:nvSpPr>
        <p:spPr>
          <a:xfrm>
            <a:off x="2067625" y="133622"/>
            <a:ext cx="311400" cy="3114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98" name="Google Shape;298;p23"/>
          <p:cNvSpPr/>
          <p:nvPr/>
        </p:nvSpPr>
        <p:spPr>
          <a:xfrm flipH="1" rot="5400000">
            <a:off x="7286284" y="4614965"/>
            <a:ext cx="2995516" cy="348126"/>
          </a:xfrm>
          <a:custGeom>
            <a:rect b="b" l="l" r="r" t="t"/>
            <a:pathLst>
              <a:path extrusionOk="0" h="11836" w="101845">
                <a:moveTo>
                  <a:pt x="100436" y="1"/>
                </a:moveTo>
                <a:cubicBezTo>
                  <a:pt x="99730" y="1"/>
                  <a:pt x="99149" y="511"/>
                  <a:pt x="99036" y="1185"/>
                </a:cubicBezTo>
                <a:lnTo>
                  <a:pt x="81872" y="1185"/>
                </a:lnTo>
                <a:lnTo>
                  <a:pt x="77941" y="11262"/>
                </a:lnTo>
                <a:lnTo>
                  <a:pt x="40659" y="11262"/>
                </a:lnTo>
                <a:lnTo>
                  <a:pt x="34758" y="5483"/>
                </a:lnTo>
                <a:lnTo>
                  <a:pt x="0" y="5483"/>
                </a:lnTo>
                <a:lnTo>
                  <a:pt x="0" y="6054"/>
                </a:lnTo>
                <a:lnTo>
                  <a:pt x="34523" y="6054"/>
                </a:lnTo>
                <a:lnTo>
                  <a:pt x="40424" y="11835"/>
                </a:lnTo>
                <a:lnTo>
                  <a:pt x="78328" y="11835"/>
                </a:lnTo>
                <a:lnTo>
                  <a:pt x="82259" y="1756"/>
                </a:lnTo>
                <a:lnTo>
                  <a:pt x="99068" y="1756"/>
                </a:lnTo>
                <a:cubicBezTo>
                  <a:pt x="99220" y="2368"/>
                  <a:pt x="99772" y="2819"/>
                  <a:pt x="100436" y="2819"/>
                </a:cubicBezTo>
                <a:cubicBezTo>
                  <a:pt x="101213" y="2819"/>
                  <a:pt x="101845" y="2184"/>
                  <a:pt x="101845" y="1410"/>
                </a:cubicBezTo>
                <a:cubicBezTo>
                  <a:pt x="101845" y="633"/>
                  <a:pt x="101213" y="1"/>
                  <a:pt x="1004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spTree>
      <p:nvGrpSpPr>
        <p:cNvPr id="299" name="Shape 299"/>
        <p:cNvGrpSpPr/>
        <p:nvPr/>
      </p:nvGrpSpPr>
      <p:grpSpPr>
        <a:xfrm>
          <a:off x="0" y="0"/>
          <a:ext cx="0" cy="0"/>
          <a:chOff x="0" y="0"/>
          <a:chExt cx="0" cy="0"/>
        </a:xfrm>
      </p:grpSpPr>
      <p:pic>
        <p:nvPicPr>
          <p:cNvPr id="300" name="Google Shape;300;p24"/>
          <p:cNvPicPr preferRelativeResize="0"/>
          <p:nvPr/>
        </p:nvPicPr>
        <p:blipFill>
          <a:blip r:embed="rId2">
            <a:alphaModFix amt="80000"/>
          </a:blip>
          <a:stretch>
            <a:fillRect/>
          </a:stretch>
        </p:blipFill>
        <p:spPr>
          <a:xfrm>
            <a:off x="0" y="8199"/>
            <a:ext cx="9144001" cy="5127121"/>
          </a:xfrm>
          <a:prstGeom prst="rect">
            <a:avLst/>
          </a:prstGeom>
          <a:noFill/>
          <a:ln>
            <a:noFill/>
          </a:ln>
        </p:spPr>
      </p:pic>
      <p:sp>
        <p:nvSpPr>
          <p:cNvPr id="301" name="Google Shape;301;p24"/>
          <p:cNvSpPr txBox="1"/>
          <p:nvPr>
            <p:ph type="ctrTitle"/>
          </p:nvPr>
        </p:nvSpPr>
        <p:spPr>
          <a:xfrm>
            <a:off x="2461075" y="1464875"/>
            <a:ext cx="4201500" cy="1166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5200"/>
              <a:buNone/>
              <a:defRPr sz="70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302" name="Google Shape;302;p24"/>
          <p:cNvSpPr txBox="1"/>
          <p:nvPr>
            <p:ph idx="1" type="subTitle"/>
          </p:nvPr>
        </p:nvSpPr>
        <p:spPr>
          <a:xfrm>
            <a:off x="2461100" y="2631425"/>
            <a:ext cx="4201500" cy="1035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400"/>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grpSp>
        <p:nvGrpSpPr>
          <p:cNvPr id="303" name="Google Shape;303;p24"/>
          <p:cNvGrpSpPr/>
          <p:nvPr/>
        </p:nvGrpSpPr>
        <p:grpSpPr>
          <a:xfrm flipH="1" rot="5400000">
            <a:off x="-615316" y="3350491"/>
            <a:ext cx="2995516" cy="775725"/>
            <a:chOff x="763375" y="-2867575"/>
            <a:chExt cx="2546125" cy="659350"/>
          </a:xfrm>
        </p:grpSpPr>
        <p:sp>
          <p:nvSpPr>
            <p:cNvPr id="304" name="Google Shape;304;p24"/>
            <p:cNvSpPr/>
            <p:nvPr/>
          </p:nvSpPr>
          <p:spPr>
            <a:xfrm>
              <a:off x="763375" y="-2829550"/>
              <a:ext cx="2546125" cy="295900"/>
            </a:xfrm>
            <a:custGeom>
              <a:rect b="b" l="l" r="r" t="t"/>
              <a:pathLst>
                <a:path extrusionOk="0" h="11836" w="101845">
                  <a:moveTo>
                    <a:pt x="100436" y="1"/>
                  </a:moveTo>
                  <a:cubicBezTo>
                    <a:pt x="99730" y="1"/>
                    <a:pt x="99149" y="511"/>
                    <a:pt x="99036" y="1185"/>
                  </a:cubicBezTo>
                  <a:lnTo>
                    <a:pt x="81872" y="1185"/>
                  </a:lnTo>
                  <a:lnTo>
                    <a:pt x="77941" y="11262"/>
                  </a:lnTo>
                  <a:lnTo>
                    <a:pt x="40659" y="11262"/>
                  </a:lnTo>
                  <a:lnTo>
                    <a:pt x="34758" y="5483"/>
                  </a:lnTo>
                  <a:lnTo>
                    <a:pt x="0" y="5483"/>
                  </a:lnTo>
                  <a:lnTo>
                    <a:pt x="0" y="6054"/>
                  </a:lnTo>
                  <a:lnTo>
                    <a:pt x="34523" y="6054"/>
                  </a:lnTo>
                  <a:lnTo>
                    <a:pt x="40424" y="11835"/>
                  </a:lnTo>
                  <a:lnTo>
                    <a:pt x="78328" y="11835"/>
                  </a:lnTo>
                  <a:lnTo>
                    <a:pt x="82259" y="1756"/>
                  </a:lnTo>
                  <a:lnTo>
                    <a:pt x="99068" y="1756"/>
                  </a:lnTo>
                  <a:cubicBezTo>
                    <a:pt x="99220" y="2368"/>
                    <a:pt x="99772" y="2819"/>
                    <a:pt x="100436" y="2819"/>
                  </a:cubicBezTo>
                  <a:cubicBezTo>
                    <a:pt x="101213" y="2819"/>
                    <a:pt x="101845" y="2184"/>
                    <a:pt x="101845" y="1410"/>
                  </a:cubicBezTo>
                  <a:cubicBezTo>
                    <a:pt x="101845" y="633"/>
                    <a:pt x="101213" y="1"/>
                    <a:pt x="1004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24"/>
            <p:cNvSpPr/>
            <p:nvPr/>
          </p:nvSpPr>
          <p:spPr>
            <a:xfrm>
              <a:off x="855500" y="-2867575"/>
              <a:ext cx="1809675" cy="512075"/>
            </a:xfrm>
            <a:custGeom>
              <a:rect b="b" l="l" r="r" t="t"/>
              <a:pathLst>
                <a:path extrusionOk="0" h="20483" w="72387">
                  <a:moveTo>
                    <a:pt x="1" y="0"/>
                  </a:moveTo>
                  <a:lnTo>
                    <a:pt x="1" y="571"/>
                  </a:lnTo>
                  <a:lnTo>
                    <a:pt x="40498" y="571"/>
                  </a:lnTo>
                  <a:lnTo>
                    <a:pt x="40498" y="20483"/>
                  </a:lnTo>
                  <a:lnTo>
                    <a:pt x="71538" y="20483"/>
                  </a:lnTo>
                  <a:lnTo>
                    <a:pt x="71538" y="2502"/>
                  </a:lnTo>
                  <a:cubicBezTo>
                    <a:pt x="72028" y="2358"/>
                    <a:pt x="72386" y="1899"/>
                    <a:pt x="72386" y="1367"/>
                  </a:cubicBezTo>
                  <a:cubicBezTo>
                    <a:pt x="72386" y="703"/>
                    <a:pt x="71857" y="162"/>
                    <a:pt x="71193" y="162"/>
                  </a:cubicBezTo>
                  <a:cubicBezTo>
                    <a:pt x="70529" y="162"/>
                    <a:pt x="69997" y="703"/>
                    <a:pt x="69997" y="1367"/>
                  </a:cubicBezTo>
                  <a:cubicBezTo>
                    <a:pt x="69997" y="1951"/>
                    <a:pt x="70416" y="2429"/>
                    <a:pt x="70967" y="2541"/>
                  </a:cubicBezTo>
                  <a:lnTo>
                    <a:pt x="70967" y="19902"/>
                  </a:lnTo>
                  <a:lnTo>
                    <a:pt x="41069" y="19902"/>
                  </a:lnTo>
                  <a:lnTo>
                    <a:pt x="41069" y="0"/>
                  </a:lnTo>
                  <a:close/>
                </a:path>
              </a:pathLst>
            </a:custGeom>
            <a:solidFill>
              <a:srgbClr val="A0D4FC">
                <a:alpha val="5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24"/>
            <p:cNvSpPr/>
            <p:nvPr/>
          </p:nvSpPr>
          <p:spPr>
            <a:xfrm>
              <a:off x="790925" y="-2429775"/>
              <a:ext cx="2345025" cy="221550"/>
            </a:xfrm>
            <a:custGeom>
              <a:rect b="b" l="l" r="r" t="t"/>
              <a:pathLst>
                <a:path extrusionOk="0" h="8862" w="93801">
                  <a:moveTo>
                    <a:pt x="54077" y="0"/>
                  </a:moveTo>
                  <a:lnTo>
                    <a:pt x="54077" y="8291"/>
                  </a:lnTo>
                  <a:lnTo>
                    <a:pt x="1" y="8291"/>
                  </a:lnTo>
                  <a:lnTo>
                    <a:pt x="1" y="8862"/>
                  </a:lnTo>
                  <a:lnTo>
                    <a:pt x="54651" y="8862"/>
                  </a:lnTo>
                  <a:lnTo>
                    <a:pt x="54651" y="571"/>
                  </a:lnTo>
                  <a:lnTo>
                    <a:pt x="80780" y="571"/>
                  </a:lnTo>
                  <a:lnTo>
                    <a:pt x="84466" y="4257"/>
                  </a:lnTo>
                  <a:lnTo>
                    <a:pt x="91001" y="4257"/>
                  </a:lnTo>
                  <a:cubicBezTo>
                    <a:pt x="91114" y="4931"/>
                    <a:pt x="91685" y="5441"/>
                    <a:pt x="92391" y="5441"/>
                  </a:cubicBezTo>
                  <a:cubicBezTo>
                    <a:pt x="93165" y="5441"/>
                    <a:pt x="93800" y="4809"/>
                    <a:pt x="93800" y="4032"/>
                  </a:cubicBezTo>
                  <a:cubicBezTo>
                    <a:pt x="93800" y="3247"/>
                    <a:pt x="93165" y="2613"/>
                    <a:pt x="92391" y="2613"/>
                  </a:cubicBezTo>
                  <a:cubicBezTo>
                    <a:pt x="91727" y="2613"/>
                    <a:pt x="91185" y="3073"/>
                    <a:pt x="91021" y="3686"/>
                  </a:cubicBezTo>
                  <a:lnTo>
                    <a:pt x="84711" y="3686"/>
                  </a:lnTo>
                  <a:lnTo>
                    <a:pt x="8102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 name="Google Shape;307;p24"/>
          <p:cNvGrpSpPr/>
          <p:nvPr/>
        </p:nvGrpSpPr>
        <p:grpSpPr>
          <a:xfrm rot="5400000">
            <a:off x="7771140" y="-366174"/>
            <a:ext cx="631242" cy="2433594"/>
            <a:chOff x="4419075" y="-2183412"/>
            <a:chExt cx="493775" cy="1903625"/>
          </a:xfrm>
        </p:grpSpPr>
        <p:sp>
          <p:nvSpPr>
            <p:cNvPr id="308" name="Google Shape;308;p24"/>
            <p:cNvSpPr/>
            <p:nvPr/>
          </p:nvSpPr>
          <p:spPr>
            <a:xfrm>
              <a:off x="4434950" y="-2183412"/>
              <a:ext cx="341575" cy="1817075"/>
            </a:xfrm>
            <a:custGeom>
              <a:rect b="b" l="l" r="r" t="t"/>
              <a:pathLst>
                <a:path extrusionOk="0" h="72683" w="13663">
                  <a:moveTo>
                    <a:pt x="0" y="1"/>
                  </a:moveTo>
                  <a:lnTo>
                    <a:pt x="0" y="23495"/>
                  </a:lnTo>
                  <a:lnTo>
                    <a:pt x="13212" y="23495"/>
                  </a:lnTo>
                  <a:lnTo>
                    <a:pt x="13212" y="72682"/>
                  </a:lnTo>
                  <a:lnTo>
                    <a:pt x="13663" y="72682"/>
                  </a:lnTo>
                  <a:lnTo>
                    <a:pt x="13663" y="23047"/>
                  </a:lnTo>
                  <a:lnTo>
                    <a:pt x="449" y="23047"/>
                  </a:lnTo>
                  <a:lnTo>
                    <a:pt x="44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24"/>
            <p:cNvSpPr/>
            <p:nvPr/>
          </p:nvSpPr>
          <p:spPr>
            <a:xfrm>
              <a:off x="4419075" y="-2089962"/>
              <a:ext cx="493775" cy="1810175"/>
            </a:xfrm>
            <a:custGeom>
              <a:rect b="b" l="l" r="r" t="t"/>
              <a:pathLst>
                <a:path extrusionOk="0" h="72407" w="19751">
                  <a:moveTo>
                    <a:pt x="19309" y="0"/>
                  </a:moveTo>
                  <a:lnTo>
                    <a:pt x="19309" y="55221"/>
                  </a:lnTo>
                  <a:lnTo>
                    <a:pt x="635" y="55221"/>
                  </a:lnTo>
                  <a:lnTo>
                    <a:pt x="635" y="70589"/>
                  </a:lnTo>
                  <a:cubicBezTo>
                    <a:pt x="268" y="70721"/>
                    <a:pt x="0" y="71059"/>
                    <a:pt x="0" y="71478"/>
                  </a:cubicBezTo>
                  <a:cubicBezTo>
                    <a:pt x="0" y="71988"/>
                    <a:pt x="420" y="72407"/>
                    <a:pt x="942" y="72407"/>
                  </a:cubicBezTo>
                  <a:cubicBezTo>
                    <a:pt x="1451" y="72407"/>
                    <a:pt x="1870" y="71988"/>
                    <a:pt x="1870" y="71478"/>
                  </a:cubicBezTo>
                  <a:cubicBezTo>
                    <a:pt x="1870" y="71008"/>
                    <a:pt x="1532" y="70620"/>
                    <a:pt x="1084" y="70559"/>
                  </a:cubicBezTo>
                  <a:lnTo>
                    <a:pt x="1084" y="55659"/>
                  </a:lnTo>
                  <a:lnTo>
                    <a:pt x="19750" y="55659"/>
                  </a:lnTo>
                  <a:lnTo>
                    <a:pt x="19750" y="0"/>
                  </a:lnTo>
                  <a:close/>
                </a:path>
              </a:pathLst>
            </a:custGeom>
            <a:solidFill>
              <a:srgbClr val="A0D4FC">
                <a:alpha val="5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 name="Google Shape;310;p24"/>
          <p:cNvGrpSpPr/>
          <p:nvPr/>
        </p:nvGrpSpPr>
        <p:grpSpPr>
          <a:xfrm>
            <a:off x="93756" y="-199"/>
            <a:ext cx="1410991" cy="1166522"/>
            <a:chOff x="7663623" y="4083492"/>
            <a:chExt cx="677677" cy="560235"/>
          </a:xfrm>
        </p:grpSpPr>
        <p:sp>
          <p:nvSpPr>
            <p:cNvPr id="311" name="Google Shape;311;p24"/>
            <p:cNvSpPr/>
            <p:nvPr/>
          </p:nvSpPr>
          <p:spPr>
            <a:xfrm>
              <a:off x="7663623" y="4220127"/>
              <a:ext cx="423600" cy="4236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12" name="Google Shape;312;p24"/>
            <p:cNvSpPr/>
            <p:nvPr/>
          </p:nvSpPr>
          <p:spPr>
            <a:xfrm>
              <a:off x="8087200" y="4083492"/>
              <a:ext cx="254100" cy="254100"/>
            </a:xfrm>
            <a:prstGeom prst="plus">
              <a:avLst>
                <a:gd fmla="val 32768" name="adj"/>
              </a:avLst>
            </a:prstGeom>
            <a:solidFill>
              <a:srgbClr val="96E5D2">
                <a:alpha val="557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313" name="Google Shape;313;p24"/>
          <p:cNvSpPr/>
          <p:nvPr/>
        </p:nvSpPr>
        <p:spPr>
          <a:xfrm>
            <a:off x="8064698" y="4064201"/>
            <a:ext cx="1079400" cy="1079400"/>
          </a:xfrm>
          <a:prstGeom prst="plus">
            <a:avLst>
              <a:gd fmla="val 32768" name="adj"/>
            </a:avLst>
          </a:prstGeom>
          <a:solidFill>
            <a:srgbClr val="95E7D3">
              <a:alpha val="6962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14" name="Google Shape;314;p24"/>
          <p:cNvSpPr/>
          <p:nvPr/>
        </p:nvSpPr>
        <p:spPr>
          <a:xfrm>
            <a:off x="8676786" y="3567499"/>
            <a:ext cx="341700" cy="3417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15" name="Google Shape;315;p24"/>
          <p:cNvSpPr/>
          <p:nvPr/>
        </p:nvSpPr>
        <p:spPr>
          <a:xfrm>
            <a:off x="1136161" y="1464049"/>
            <a:ext cx="341700" cy="3417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16" name="Google Shape;316;p24"/>
          <p:cNvSpPr txBox="1"/>
          <p:nvPr/>
        </p:nvSpPr>
        <p:spPr>
          <a:xfrm>
            <a:off x="2471250" y="3893000"/>
            <a:ext cx="4201500" cy="4395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000">
                <a:solidFill>
                  <a:schemeClr val="dk2"/>
                </a:solidFill>
                <a:latin typeface="Gothic A1"/>
                <a:ea typeface="Gothic A1"/>
                <a:cs typeface="Gothic A1"/>
                <a:sym typeface="Gothic A1"/>
              </a:rPr>
              <a:t>CREDITS: </a:t>
            </a:r>
            <a:r>
              <a:rPr lang="en" sz="1000">
                <a:solidFill>
                  <a:schemeClr val="dk2"/>
                </a:solidFill>
                <a:latin typeface="Gothic A1"/>
                <a:ea typeface="Gothic A1"/>
                <a:cs typeface="Gothic A1"/>
                <a:sym typeface="Gothic A1"/>
              </a:rPr>
              <a:t>This presentation template was created by </a:t>
            </a:r>
            <a:r>
              <a:rPr b="1" lang="en" sz="1000" u="sng">
                <a:solidFill>
                  <a:schemeClr val="dk2"/>
                </a:solidFill>
                <a:latin typeface="Gothic A1"/>
                <a:ea typeface="Gothic A1"/>
                <a:cs typeface="Gothic A1"/>
                <a:sym typeface="Gothic A1"/>
                <a:hlinkClick r:id="rId3">
                  <a:extLst>
                    <a:ext uri="{A12FA001-AC4F-418D-AE19-62706E023703}">
                      <ahyp:hlinkClr val="tx"/>
                    </a:ext>
                  </a:extLst>
                </a:hlinkClick>
              </a:rPr>
              <a:t>Slidesgo</a:t>
            </a:r>
            <a:r>
              <a:rPr lang="en" sz="1000">
                <a:solidFill>
                  <a:schemeClr val="dk2"/>
                </a:solidFill>
                <a:latin typeface="Gothic A1"/>
                <a:ea typeface="Gothic A1"/>
                <a:cs typeface="Gothic A1"/>
                <a:sym typeface="Gothic A1"/>
              </a:rPr>
              <a:t>, and includes icons by </a:t>
            </a:r>
            <a:r>
              <a:rPr b="1" lang="en" sz="1000" u="sng">
                <a:solidFill>
                  <a:schemeClr val="dk2"/>
                </a:solidFill>
                <a:latin typeface="Gothic A1"/>
                <a:ea typeface="Gothic A1"/>
                <a:cs typeface="Gothic A1"/>
                <a:sym typeface="Gothic A1"/>
                <a:hlinkClick r:id="rId4">
                  <a:extLst>
                    <a:ext uri="{A12FA001-AC4F-418D-AE19-62706E023703}">
                      <ahyp:hlinkClr val="tx"/>
                    </a:ext>
                  </a:extLst>
                </a:hlinkClick>
              </a:rPr>
              <a:t>Flaticon</a:t>
            </a:r>
            <a:r>
              <a:rPr lang="en" sz="1000" u="sng">
                <a:solidFill>
                  <a:schemeClr val="dk2"/>
                </a:solidFill>
                <a:latin typeface="Gothic A1"/>
                <a:ea typeface="Gothic A1"/>
                <a:cs typeface="Gothic A1"/>
                <a:sym typeface="Gothic A1"/>
              </a:rPr>
              <a:t> </a:t>
            </a:r>
            <a:r>
              <a:rPr lang="en" sz="1000">
                <a:solidFill>
                  <a:schemeClr val="dk2"/>
                </a:solidFill>
                <a:latin typeface="Gothic A1"/>
                <a:ea typeface="Gothic A1"/>
                <a:cs typeface="Gothic A1"/>
                <a:sym typeface="Gothic A1"/>
              </a:rPr>
              <a:t>and infographics &amp; images by </a:t>
            </a:r>
            <a:r>
              <a:rPr b="1" lang="en" sz="1000" u="sng">
                <a:solidFill>
                  <a:schemeClr val="dk2"/>
                </a:solidFill>
                <a:latin typeface="Gothic A1"/>
                <a:ea typeface="Gothic A1"/>
                <a:cs typeface="Gothic A1"/>
                <a:sym typeface="Gothic A1"/>
                <a:hlinkClick r:id="rId5">
                  <a:extLst>
                    <a:ext uri="{A12FA001-AC4F-418D-AE19-62706E023703}">
                      <ahyp:hlinkClr val="tx"/>
                    </a:ext>
                  </a:extLst>
                </a:hlinkClick>
              </a:rPr>
              <a:t>Freepik</a:t>
            </a:r>
            <a:endParaRPr b="1" sz="1000" u="sng">
              <a:solidFill>
                <a:schemeClr val="dk1"/>
              </a:solidFill>
              <a:highlight>
                <a:srgbClr val="DFDEFC"/>
              </a:highlight>
              <a:latin typeface="Open Sans"/>
              <a:ea typeface="Open Sans"/>
              <a:cs typeface="Open Sans"/>
              <a:sym typeface="Open Sans"/>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317" name="Shape 317"/>
        <p:cNvGrpSpPr/>
        <p:nvPr/>
      </p:nvGrpSpPr>
      <p:grpSpPr>
        <a:xfrm>
          <a:off x="0" y="0"/>
          <a:ext cx="0" cy="0"/>
          <a:chOff x="0" y="0"/>
          <a:chExt cx="0" cy="0"/>
        </a:xfrm>
      </p:grpSpPr>
      <p:pic>
        <p:nvPicPr>
          <p:cNvPr id="318" name="Google Shape;318;p25"/>
          <p:cNvPicPr preferRelativeResize="0"/>
          <p:nvPr/>
        </p:nvPicPr>
        <p:blipFill>
          <a:blip r:embed="rId2">
            <a:alphaModFix amt="80000"/>
          </a:blip>
          <a:stretch>
            <a:fillRect/>
          </a:stretch>
        </p:blipFill>
        <p:spPr>
          <a:xfrm>
            <a:off x="0" y="8199"/>
            <a:ext cx="9144001" cy="5127121"/>
          </a:xfrm>
          <a:prstGeom prst="rect">
            <a:avLst/>
          </a:prstGeom>
          <a:noFill/>
          <a:ln>
            <a:noFill/>
          </a:ln>
        </p:spPr>
      </p:pic>
      <p:grpSp>
        <p:nvGrpSpPr>
          <p:cNvPr id="319" name="Google Shape;319;p25"/>
          <p:cNvGrpSpPr/>
          <p:nvPr/>
        </p:nvGrpSpPr>
        <p:grpSpPr>
          <a:xfrm>
            <a:off x="-8" y="4420065"/>
            <a:ext cx="901035" cy="723425"/>
            <a:chOff x="7745496" y="4083492"/>
            <a:chExt cx="595804" cy="478329"/>
          </a:xfrm>
        </p:grpSpPr>
        <p:sp>
          <p:nvSpPr>
            <p:cNvPr id="320" name="Google Shape;320;p25"/>
            <p:cNvSpPr/>
            <p:nvPr/>
          </p:nvSpPr>
          <p:spPr>
            <a:xfrm>
              <a:off x="7745496" y="4220121"/>
              <a:ext cx="341700" cy="3417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21" name="Google Shape;321;p25"/>
            <p:cNvSpPr/>
            <p:nvPr/>
          </p:nvSpPr>
          <p:spPr>
            <a:xfrm>
              <a:off x="8087200" y="4083492"/>
              <a:ext cx="254100" cy="254100"/>
            </a:xfrm>
            <a:prstGeom prst="plus">
              <a:avLst>
                <a:gd fmla="val 32768" name="adj"/>
              </a:avLst>
            </a:prstGeom>
            <a:solidFill>
              <a:srgbClr val="96E5D2">
                <a:alpha val="557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grpSp>
        <p:nvGrpSpPr>
          <p:cNvPr id="322" name="Google Shape;322;p25"/>
          <p:cNvGrpSpPr/>
          <p:nvPr/>
        </p:nvGrpSpPr>
        <p:grpSpPr>
          <a:xfrm flipH="1">
            <a:off x="-11" y="122708"/>
            <a:ext cx="2843176" cy="412285"/>
            <a:chOff x="3978825" y="-2820900"/>
            <a:chExt cx="2466750" cy="357700"/>
          </a:xfrm>
        </p:grpSpPr>
        <p:sp>
          <p:nvSpPr>
            <p:cNvPr id="323" name="Google Shape;323;p25"/>
            <p:cNvSpPr/>
            <p:nvPr/>
          </p:nvSpPr>
          <p:spPr>
            <a:xfrm>
              <a:off x="3978825" y="-2820900"/>
              <a:ext cx="2295750" cy="216550"/>
            </a:xfrm>
            <a:custGeom>
              <a:rect b="b" l="l" r="r" t="t"/>
              <a:pathLst>
                <a:path extrusionOk="0" h="8662" w="91830">
                  <a:moveTo>
                    <a:pt x="38444" y="0"/>
                  </a:moveTo>
                  <a:lnTo>
                    <a:pt x="38444" y="8097"/>
                  </a:lnTo>
                  <a:lnTo>
                    <a:pt x="12928" y="8097"/>
                  </a:lnTo>
                  <a:lnTo>
                    <a:pt x="9323" y="4495"/>
                  </a:lnTo>
                  <a:lnTo>
                    <a:pt x="3216" y="4495"/>
                  </a:lnTo>
                  <a:cubicBezTo>
                    <a:pt x="3093" y="3728"/>
                    <a:pt x="2431" y="3125"/>
                    <a:pt x="1623" y="3125"/>
                  </a:cubicBezTo>
                  <a:cubicBezTo>
                    <a:pt x="726" y="3125"/>
                    <a:pt x="0" y="3850"/>
                    <a:pt x="0" y="4750"/>
                  </a:cubicBezTo>
                  <a:cubicBezTo>
                    <a:pt x="0" y="5647"/>
                    <a:pt x="726" y="6372"/>
                    <a:pt x="1623" y="6372"/>
                  </a:cubicBezTo>
                  <a:cubicBezTo>
                    <a:pt x="2409" y="6372"/>
                    <a:pt x="3064" y="5801"/>
                    <a:pt x="3206" y="5056"/>
                  </a:cubicBezTo>
                  <a:lnTo>
                    <a:pt x="9097" y="5056"/>
                  </a:lnTo>
                  <a:lnTo>
                    <a:pt x="12692" y="8661"/>
                  </a:lnTo>
                  <a:lnTo>
                    <a:pt x="39008" y="8661"/>
                  </a:lnTo>
                  <a:lnTo>
                    <a:pt x="39008" y="562"/>
                  </a:lnTo>
                  <a:lnTo>
                    <a:pt x="91829" y="562"/>
                  </a:lnTo>
                  <a:lnTo>
                    <a:pt x="9182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25"/>
            <p:cNvSpPr/>
            <p:nvPr/>
          </p:nvSpPr>
          <p:spPr>
            <a:xfrm>
              <a:off x="4017350" y="-2745600"/>
              <a:ext cx="2428225" cy="282400"/>
            </a:xfrm>
            <a:custGeom>
              <a:rect b="b" l="l" r="r" t="t"/>
              <a:pathLst>
                <a:path extrusionOk="0" h="11296" w="97129">
                  <a:moveTo>
                    <a:pt x="22424" y="0"/>
                  </a:moveTo>
                  <a:lnTo>
                    <a:pt x="18677" y="9609"/>
                  </a:lnTo>
                  <a:lnTo>
                    <a:pt x="2645" y="9609"/>
                  </a:lnTo>
                  <a:cubicBezTo>
                    <a:pt x="2493" y="9028"/>
                    <a:pt x="1971" y="8600"/>
                    <a:pt x="1349" y="8600"/>
                  </a:cubicBezTo>
                  <a:cubicBezTo>
                    <a:pt x="604" y="8600"/>
                    <a:pt x="1" y="9202"/>
                    <a:pt x="1" y="9947"/>
                  </a:cubicBezTo>
                  <a:cubicBezTo>
                    <a:pt x="1" y="10692"/>
                    <a:pt x="604" y="11295"/>
                    <a:pt x="1349" y="11295"/>
                  </a:cubicBezTo>
                  <a:cubicBezTo>
                    <a:pt x="2013" y="11295"/>
                    <a:pt x="2564" y="10795"/>
                    <a:pt x="2667" y="10161"/>
                  </a:cubicBezTo>
                  <a:lnTo>
                    <a:pt x="19045" y="10161"/>
                  </a:lnTo>
                  <a:lnTo>
                    <a:pt x="22802" y="552"/>
                  </a:lnTo>
                  <a:lnTo>
                    <a:pt x="58359" y="552"/>
                  </a:lnTo>
                  <a:lnTo>
                    <a:pt x="63983" y="6056"/>
                  </a:lnTo>
                  <a:lnTo>
                    <a:pt x="97128" y="6056"/>
                  </a:lnTo>
                  <a:lnTo>
                    <a:pt x="97128" y="5514"/>
                  </a:lnTo>
                  <a:lnTo>
                    <a:pt x="64198" y="5514"/>
                  </a:lnTo>
                  <a:lnTo>
                    <a:pt x="58582" y="0"/>
                  </a:lnTo>
                  <a:close/>
                </a:path>
              </a:pathLst>
            </a:custGeom>
            <a:solidFill>
              <a:srgbClr val="A0D4FC">
                <a:alpha val="5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 name="Google Shape;325;p25"/>
          <p:cNvGrpSpPr/>
          <p:nvPr/>
        </p:nvGrpSpPr>
        <p:grpSpPr>
          <a:xfrm>
            <a:off x="6508739" y="4575646"/>
            <a:ext cx="2843176" cy="412285"/>
            <a:chOff x="3978825" y="-2820900"/>
            <a:chExt cx="2466750" cy="357700"/>
          </a:xfrm>
        </p:grpSpPr>
        <p:sp>
          <p:nvSpPr>
            <p:cNvPr id="326" name="Google Shape;326;p25"/>
            <p:cNvSpPr/>
            <p:nvPr/>
          </p:nvSpPr>
          <p:spPr>
            <a:xfrm>
              <a:off x="3978825" y="-2820900"/>
              <a:ext cx="2295750" cy="216550"/>
            </a:xfrm>
            <a:custGeom>
              <a:rect b="b" l="l" r="r" t="t"/>
              <a:pathLst>
                <a:path extrusionOk="0" h="8662" w="91830">
                  <a:moveTo>
                    <a:pt x="38444" y="0"/>
                  </a:moveTo>
                  <a:lnTo>
                    <a:pt x="38444" y="8097"/>
                  </a:lnTo>
                  <a:lnTo>
                    <a:pt x="12928" y="8097"/>
                  </a:lnTo>
                  <a:lnTo>
                    <a:pt x="9323" y="4495"/>
                  </a:lnTo>
                  <a:lnTo>
                    <a:pt x="3216" y="4495"/>
                  </a:lnTo>
                  <a:cubicBezTo>
                    <a:pt x="3093" y="3728"/>
                    <a:pt x="2431" y="3125"/>
                    <a:pt x="1623" y="3125"/>
                  </a:cubicBezTo>
                  <a:cubicBezTo>
                    <a:pt x="726" y="3125"/>
                    <a:pt x="0" y="3850"/>
                    <a:pt x="0" y="4750"/>
                  </a:cubicBezTo>
                  <a:cubicBezTo>
                    <a:pt x="0" y="5647"/>
                    <a:pt x="726" y="6372"/>
                    <a:pt x="1623" y="6372"/>
                  </a:cubicBezTo>
                  <a:cubicBezTo>
                    <a:pt x="2409" y="6372"/>
                    <a:pt x="3064" y="5801"/>
                    <a:pt x="3206" y="5056"/>
                  </a:cubicBezTo>
                  <a:lnTo>
                    <a:pt x="9097" y="5056"/>
                  </a:lnTo>
                  <a:lnTo>
                    <a:pt x="12692" y="8661"/>
                  </a:lnTo>
                  <a:lnTo>
                    <a:pt x="39008" y="8661"/>
                  </a:lnTo>
                  <a:lnTo>
                    <a:pt x="39008" y="562"/>
                  </a:lnTo>
                  <a:lnTo>
                    <a:pt x="91829" y="562"/>
                  </a:lnTo>
                  <a:lnTo>
                    <a:pt x="9182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25"/>
            <p:cNvSpPr/>
            <p:nvPr/>
          </p:nvSpPr>
          <p:spPr>
            <a:xfrm>
              <a:off x="4017350" y="-2745600"/>
              <a:ext cx="2428225" cy="282400"/>
            </a:xfrm>
            <a:custGeom>
              <a:rect b="b" l="l" r="r" t="t"/>
              <a:pathLst>
                <a:path extrusionOk="0" h="11296" w="97129">
                  <a:moveTo>
                    <a:pt x="22424" y="0"/>
                  </a:moveTo>
                  <a:lnTo>
                    <a:pt x="18677" y="9609"/>
                  </a:lnTo>
                  <a:lnTo>
                    <a:pt x="2645" y="9609"/>
                  </a:lnTo>
                  <a:cubicBezTo>
                    <a:pt x="2493" y="9028"/>
                    <a:pt x="1971" y="8600"/>
                    <a:pt x="1349" y="8600"/>
                  </a:cubicBezTo>
                  <a:cubicBezTo>
                    <a:pt x="604" y="8600"/>
                    <a:pt x="1" y="9202"/>
                    <a:pt x="1" y="9947"/>
                  </a:cubicBezTo>
                  <a:cubicBezTo>
                    <a:pt x="1" y="10692"/>
                    <a:pt x="604" y="11295"/>
                    <a:pt x="1349" y="11295"/>
                  </a:cubicBezTo>
                  <a:cubicBezTo>
                    <a:pt x="2013" y="11295"/>
                    <a:pt x="2564" y="10795"/>
                    <a:pt x="2667" y="10161"/>
                  </a:cubicBezTo>
                  <a:lnTo>
                    <a:pt x="19045" y="10161"/>
                  </a:lnTo>
                  <a:lnTo>
                    <a:pt x="22802" y="552"/>
                  </a:lnTo>
                  <a:lnTo>
                    <a:pt x="58359" y="552"/>
                  </a:lnTo>
                  <a:lnTo>
                    <a:pt x="63983" y="6056"/>
                  </a:lnTo>
                  <a:lnTo>
                    <a:pt x="97128" y="6056"/>
                  </a:lnTo>
                  <a:lnTo>
                    <a:pt x="97128" y="5514"/>
                  </a:lnTo>
                  <a:lnTo>
                    <a:pt x="64198" y="5514"/>
                  </a:lnTo>
                  <a:lnTo>
                    <a:pt x="58582" y="0"/>
                  </a:lnTo>
                  <a:close/>
                </a:path>
              </a:pathLst>
            </a:custGeom>
            <a:solidFill>
              <a:srgbClr val="A0D4FC">
                <a:alpha val="5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8" name="Google Shape;328;p25"/>
          <p:cNvSpPr/>
          <p:nvPr/>
        </p:nvSpPr>
        <p:spPr>
          <a:xfrm>
            <a:off x="8428903" y="-35351"/>
            <a:ext cx="728400" cy="728400"/>
          </a:xfrm>
          <a:prstGeom prst="plus">
            <a:avLst>
              <a:gd fmla="val 32768" name="adj"/>
            </a:avLst>
          </a:prstGeom>
          <a:solidFill>
            <a:srgbClr val="95E7D3">
              <a:alpha val="6962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29" name="Google Shape;329;p25"/>
          <p:cNvSpPr/>
          <p:nvPr/>
        </p:nvSpPr>
        <p:spPr>
          <a:xfrm>
            <a:off x="6585952" y="157996"/>
            <a:ext cx="341700" cy="3417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330" name="Shape 330"/>
        <p:cNvGrpSpPr/>
        <p:nvPr/>
      </p:nvGrpSpPr>
      <p:grpSpPr>
        <a:xfrm>
          <a:off x="0" y="0"/>
          <a:ext cx="0" cy="0"/>
          <a:chOff x="0" y="0"/>
          <a:chExt cx="0" cy="0"/>
        </a:xfrm>
      </p:grpSpPr>
      <p:pic>
        <p:nvPicPr>
          <p:cNvPr id="331" name="Google Shape;331;p26"/>
          <p:cNvPicPr preferRelativeResize="0"/>
          <p:nvPr/>
        </p:nvPicPr>
        <p:blipFill>
          <a:blip r:embed="rId2">
            <a:alphaModFix amt="80000"/>
          </a:blip>
          <a:stretch>
            <a:fillRect/>
          </a:stretch>
        </p:blipFill>
        <p:spPr>
          <a:xfrm>
            <a:off x="0" y="8199"/>
            <a:ext cx="9144001" cy="5127121"/>
          </a:xfrm>
          <a:prstGeom prst="rect">
            <a:avLst/>
          </a:prstGeom>
          <a:noFill/>
          <a:ln>
            <a:noFill/>
          </a:ln>
        </p:spPr>
      </p:pic>
      <p:sp>
        <p:nvSpPr>
          <p:cNvPr id="332" name="Google Shape;332;p26"/>
          <p:cNvSpPr/>
          <p:nvPr/>
        </p:nvSpPr>
        <p:spPr>
          <a:xfrm>
            <a:off x="275761" y="324774"/>
            <a:ext cx="341700" cy="341700"/>
          </a:xfrm>
          <a:prstGeom prst="plus">
            <a:avLst>
              <a:gd fmla="val 32768" name="adj"/>
            </a:avLst>
          </a:prstGeom>
          <a:solidFill>
            <a:srgbClr val="95E7D3">
              <a:alpha val="5506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333" name="Google Shape;333;p26"/>
          <p:cNvGrpSpPr/>
          <p:nvPr/>
        </p:nvGrpSpPr>
        <p:grpSpPr>
          <a:xfrm flipH="1" rot="5400000">
            <a:off x="-1017541" y="3393341"/>
            <a:ext cx="2995516" cy="775725"/>
            <a:chOff x="763375" y="-2867575"/>
            <a:chExt cx="2546125" cy="659350"/>
          </a:xfrm>
        </p:grpSpPr>
        <p:sp>
          <p:nvSpPr>
            <p:cNvPr id="334" name="Google Shape;334;p26"/>
            <p:cNvSpPr/>
            <p:nvPr/>
          </p:nvSpPr>
          <p:spPr>
            <a:xfrm>
              <a:off x="763375" y="-2829550"/>
              <a:ext cx="2546125" cy="295900"/>
            </a:xfrm>
            <a:custGeom>
              <a:rect b="b" l="l" r="r" t="t"/>
              <a:pathLst>
                <a:path extrusionOk="0" h="11836" w="101845">
                  <a:moveTo>
                    <a:pt x="100436" y="1"/>
                  </a:moveTo>
                  <a:cubicBezTo>
                    <a:pt x="99730" y="1"/>
                    <a:pt x="99149" y="511"/>
                    <a:pt x="99036" y="1185"/>
                  </a:cubicBezTo>
                  <a:lnTo>
                    <a:pt x="81872" y="1185"/>
                  </a:lnTo>
                  <a:lnTo>
                    <a:pt x="77941" y="11262"/>
                  </a:lnTo>
                  <a:lnTo>
                    <a:pt x="40659" y="11262"/>
                  </a:lnTo>
                  <a:lnTo>
                    <a:pt x="34758" y="5483"/>
                  </a:lnTo>
                  <a:lnTo>
                    <a:pt x="0" y="5483"/>
                  </a:lnTo>
                  <a:lnTo>
                    <a:pt x="0" y="6054"/>
                  </a:lnTo>
                  <a:lnTo>
                    <a:pt x="34523" y="6054"/>
                  </a:lnTo>
                  <a:lnTo>
                    <a:pt x="40424" y="11835"/>
                  </a:lnTo>
                  <a:lnTo>
                    <a:pt x="78328" y="11835"/>
                  </a:lnTo>
                  <a:lnTo>
                    <a:pt x="82259" y="1756"/>
                  </a:lnTo>
                  <a:lnTo>
                    <a:pt x="99068" y="1756"/>
                  </a:lnTo>
                  <a:cubicBezTo>
                    <a:pt x="99220" y="2368"/>
                    <a:pt x="99772" y="2819"/>
                    <a:pt x="100436" y="2819"/>
                  </a:cubicBezTo>
                  <a:cubicBezTo>
                    <a:pt x="101213" y="2819"/>
                    <a:pt x="101845" y="2184"/>
                    <a:pt x="101845" y="1410"/>
                  </a:cubicBezTo>
                  <a:cubicBezTo>
                    <a:pt x="101845" y="633"/>
                    <a:pt x="101213" y="1"/>
                    <a:pt x="1004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26"/>
            <p:cNvSpPr/>
            <p:nvPr/>
          </p:nvSpPr>
          <p:spPr>
            <a:xfrm>
              <a:off x="855500" y="-2867575"/>
              <a:ext cx="1809675" cy="512075"/>
            </a:xfrm>
            <a:custGeom>
              <a:rect b="b" l="l" r="r" t="t"/>
              <a:pathLst>
                <a:path extrusionOk="0" h="20483" w="72387">
                  <a:moveTo>
                    <a:pt x="1" y="0"/>
                  </a:moveTo>
                  <a:lnTo>
                    <a:pt x="1" y="571"/>
                  </a:lnTo>
                  <a:lnTo>
                    <a:pt x="40498" y="571"/>
                  </a:lnTo>
                  <a:lnTo>
                    <a:pt x="40498" y="20483"/>
                  </a:lnTo>
                  <a:lnTo>
                    <a:pt x="71538" y="20483"/>
                  </a:lnTo>
                  <a:lnTo>
                    <a:pt x="71538" y="2502"/>
                  </a:lnTo>
                  <a:cubicBezTo>
                    <a:pt x="72028" y="2358"/>
                    <a:pt x="72386" y="1899"/>
                    <a:pt x="72386" y="1367"/>
                  </a:cubicBezTo>
                  <a:cubicBezTo>
                    <a:pt x="72386" y="703"/>
                    <a:pt x="71857" y="162"/>
                    <a:pt x="71193" y="162"/>
                  </a:cubicBezTo>
                  <a:cubicBezTo>
                    <a:pt x="70529" y="162"/>
                    <a:pt x="69997" y="703"/>
                    <a:pt x="69997" y="1367"/>
                  </a:cubicBezTo>
                  <a:cubicBezTo>
                    <a:pt x="69997" y="1951"/>
                    <a:pt x="70416" y="2429"/>
                    <a:pt x="70967" y="2541"/>
                  </a:cubicBezTo>
                  <a:lnTo>
                    <a:pt x="70967" y="19902"/>
                  </a:lnTo>
                  <a:lnTo>
                    <a:pt x="41069" y="19902"/>
                  </a:lnTo>
                  <a:lnTo>
                    <a:pt x="41069" y="0"/>
                  </a:lnTo>
                  <a:close/>
                </a:path>
              </a:pathLst>
            </a:custGeom>
            <a:solidFill>
              <a:srgbClr val="A0D4FC">
                <a:alpha val="5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26"/>
            <p:cNvSpPr/>
            <p:nvPr/>
          </p:nvSpPr>
          <p:spPr>
            <a:xfrm>
              <a:off x="790925" y="-2429775"/>
              <a:ext cx="2345025" cy="221550"/>
            </a:xfrm>
            <a:custGeom>
              <a:rect b="b" l="l" r="r" t="t"/>
              <a:pathLst>
                <a:path extrusionOk="0" h="8862" w="93801">
                  <a:moveTo>
                    <a:pt x="54077" y="0"/>
                  </a:moveTo>
                  <a:lnTo>
                    <a:pt x="54077" y="8291"/>
                  </a:lnTo>
                  <a:lnTo>
                    <a:pt x="1" y="8291"/>
                  </a:lnTo>
                  <a:lnTo>
                    <a:pt x="1" y="8862"/>
                  </a:lnTo>
                  <a:lnTo>
                    <a:pt x="54651" y="8862"/>
                  </a:lnTo>
                  <a:lnTo>
                    <a:pt x="54651" y="571"/>
                  </a:lnTo>
                  <a:lnTo>
                    <a:pt x="80780" y="571"/>
                  </a:lnTo>
                  <a:lnTo>
                    <a:pt x="84466" y="4257"/>
                  </a:lnTo>
                  <a:lnTo>
                    <a:pt x="91001" y="4257"/>
                  </a:lnTo>
                  <a:cubicBezTo>
                    <a:pt x="91114" y="4931"/>
                    <a:pt x="91685" y="5441"/>
                    <a:pt x="92391" y="5441"/>
                  </a:cubicBezTo>
                  <a:cubicBezTo>
                    <a:pt x="93165" y="5441"/>
                    <a:pt x="93800" y="4809"/>
                    <a:pt x="93800" y="4032"/>
                  </a:cubicBezTo>
                  <a:cubicBezTo>
                    <a:pt x="93800" y="3247"/>
                    <a:pt x="93165" y="2613"/>
                    <a:pt x="92391" y="2613"/>
                  </a:cubicBezTo>
                  <a:cubicBezTo>
                    <a:pt x="91727" y="2613"/>
                    <a:pt x="91185" y="3073"/>
                    <a:pt x="91021" y="3686"/>
                  </a:cubicBezTo>
                  <a:lnTo>
                    <a:pt x="84711" y="3686"/>
                  </a:lnTo>
                  <a:lnTo>
                    <a:pt x="8102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7" name="Google Shape;337;p26"/>
          <p:cNvSpPr/>
          <p:nvPr/>
        </p:nvSpPr>
        <p:spPr>
          <a:xfrm>
            <a:off x="8318999" y="4503002"/>
            <a:ext cx="640500" cy="6405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38" name="Google Shape;338;p26"/>
          <p:cNvSpPr/>
          <p:nvPr/>
        </p:nvSpPr>
        <p:spPr>
          <a:xfrm>
            <a:off x="8802302" y="3943350"/>
            <a:ext cx="341700" cy="341700"/>
          </a:xfrm>
          <a:prstGeom prst="plus">
            <a:avLst>
              <a:gd fmla="val 32768" name="adj"/>
            </a:avLst>
          </a:prstGeom>
          <a:solidFill>
            <a:srgbClr val="95E7D3">
              <a:alpha val="6962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342" name="Shape 342"/>
        <p:cNvGrpSpPr/>
        <p:nvPr/>
      </p:nvGrpSpPr>
      <p:grpSpPr>
        <a:xfrm>
          <a:off x="0" y="0"/>
          <a:ext cx="0" cy="0"/>
          <a:chOff x="0" y="0"/>
          <a:chExt cx="0" cy="0"/>
        </a:xfrm>
      </p:grpSpPr>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343" name="Shape 343"/>
        <p:cNvGrpSpPr/>
        <p:nvPr/>
      </p:nvGrpSpPr>
      <p:grpSpPr>
        <a:xfrm>
          <a:off x="0" y="0"/>
          <a:ext cx="0" cy="0"/>
          <a:chOff x="0" y="0"/>
          <a:chExt cx="0" cy="0"/>
        </a:xfrm>
      </p:grpSpPr>
      <p:sp>
        <p:nvSpPr>
          <p:cNvPr id="344" name="Google Shape;344;p29"/>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Arial"/>
              <a:buNone/>
              <a:defRPr>
                <a:solidFill>
                  <a:schemeClr val="lt1"/>
                </a:solidFill>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19.xml"/><Relationship Id="rId22" Type="http://schemas.openxmlformats.org/officeDocument/2006/relationships/slideLayout" Target="../slideLayouts/slideLayout21.xml"/><Relationship Id="rId21" Type="http://schemas.openxmlformats.org/officeDocument/2006/relationships/slideLayout" Target="../slideLayouts/slideLayout20.xml"/><Relationship Id="rId24" Type="http://schemas.openxmlformats.org/officeDocument/2006/relationships/slideLayout" Target="../slideLayouts/slideLayout23.xml"/><Relationship Id="rId23" Type="http://schemas.openxmlformats.org/officeDocument/2006/relationships/slideLayout" Target="../slideLayouts/slideLayout22.xml"/><Relationship Id="rId1" Type="http://schemas.openxmlformats.org/officeDocument/2006/relationships/image" Target="../media/image4.png"/><Relationship Id="rId2" Type="http://schemas.openxmlformats.org/officeDocument/2006/relationships/slideLayout" Target="../slideLayouts/slideLayout1.xml"/><Relationship Id="rId3" Type="http://schemas.openxmlformats.org/officeDocument/2006/relationships/slideLayout" Target="../slideLayouts/slideLayout2.xml"/><Relationship Id="rId4" Type="http://schemas.openxmlformats.org/officeDocument/2006/relationships/slideLayout" Target="../slideLayouts/slideLayout3.xml"/><Relationship Id="rId9" Type="http://schemas.openxmlformats.org/officeDocument/2006/relationships/slideLayout" Target="../slideLayouts/slideLayout8.xml"/><Relationship Id="rId26" Type="http://schemas.openxmlformats.org/officeDocument/2006/relationships/slideLayout" Target="../slideLayouts/slideLayout25.xml"/><Relationship Id="rId25" Type="http://schemas.openxmlformats.org/officeDocument/2006/relationships/slideLayout" Target="../slideLayouts/slideLayout24.xml"/><Relationship Id="rId27" Type="http://schemas.openxmlformats.org/officeDocument/2006/relationships/theme" Target="../theme/theme1.xml"/><Relationship Id="rId5" Type="http://schemas.openxmlformats.org/officeDocument/2006/relationships/slideLayout" Target="../slideLayouts/slideLayout4.xml"/><Relationship Id="rId6" Type="http://schemas.openxmlformats.org/officeDocument/2006/relationships/slideLayout" Target="../slideLayouts/slideLayout5.xml"/><Relationship Id="rId7" Type="http://schemas.openxmlformats.org/officeDocument/2006/relationships/slideLayout" Target="../slideLayouts/slideLayout6.xml"/><Relationship Id="rId8" Type="http://schemas.openxmlformats.org/officeDocument/2006/relationships/slideLayout" Target="../slideLayouts/slideLayout7.xml"/><Relationship Id="rId11" Type="http://schemas.openxmlformats.org/officeDocument/2006/relationships/slideLayout" Target="../slideLayouts/slideLayout10.xml"/><Relationship Id="rId10" Type="http://schemas.openxmlformats.org/officeDocument/2006/relationships/slideLayout" Target="../slideLayouts/slideLayout9.xml"/><Relationship Id="rId13" Type="http://schemas.openxmlformats.org/officeDocument/2006/relationships/slideLayout" Target="../slideLayouts/slideLayout12.xml"/><Relationship Id="rId12" Type="http://schemas.openxmlformats.org/officeDocument/2006/relationships/slideLayout" Target="../slideLayouts/slideLayout11.xml"/><Relationship Id="rId15" Type="http://schemas.openxmlformats.org/officeDocument/2006/relationships/slideLayout" Target="../slideLayouts/slideLayout14.xml"/><Relationship Id="rId14" Type="http://schemas.openxmlformats.org/officeDocument/2006/relationships/slideLayout" Target="../slideLayouts/slideLayout13.xml"/><Relationship Id="rId17" Type="http://schemas.openxmlformats.org/officeDocument/2006/relationships/slideLayout" Target="../slideLayouts/slideLayout16.xml"/><Relationship Id="rId16" Type="http://schemas.openxmlformats.org/officeDocument/2006/relationships/slideLayout" Target="../slideLayouts/slideLayout15.xml"/><Relationship Id="rId19" Type="http://schemas.openxmlformats.org/officeDocument/2006/relationships/slideLayout" Target="../slideLayouts/slideLayout18.xml"/><Relationship Id="rId18" Type="http://schemas.openxmlformats.org/officeDocument/2006/relationships/slideLayout" Target="../slideLayouts/slideLayout17.xml"/></Relationships>
</file>

<file path=ppt/slideMasters/_rels/slideMaster2.xml.rels><?xml version="1.0" encoding="UTF-8" standalone="yes"?><Relationships xmlns="http://schemas.openxmlformats.org/package/2006/relationships"><Relationship Id="rId1" Type="http://schemas.openxmlformats.org/officeDocument/2006/relationships/image" Target="../media/image4.png"/><Relationship Id="rId2" Type="http://schemas.openxmlformats.org/officeDocument/2006/relationships/slideLayout" Target="../slideLayouts/slideLayout26.xml"/><Relationship Id="rId3" Type="http://schemas.openxmlformats.org/officeDocument/2006/relationships/slideLayout" Target="../slideLayouts/slideLayout27.xml"/><Relationship Id="rId4"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blipFill>
          <a:blip r:embed="rId1">
            <a:alphaModFix/>
          </a:blip>
          <a:stretch>
            <a:fillRect/>
          </a:stretch>
        </a:blip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5100" y="445025"/>
            <a:ext cx="77139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000"/>
              <a:buFont typeface="Krub"/>
              <a:buNone/>
              <a:defRPr b="1" sz="3000">
                <a:solidFill>
                  <a:schemeClr val="dk1"/>
                </a:solidFill>
                <a:latin typeface="Krub"/>
                <a:ea typeface="Krub"/>
                <a:cs typeface="Krub"/>
                <a:sym typeface="Krub"/>
              </a:defRPr>
            </a:lvl1pPr>
            <a:lvl2pPr lvl="1" rtl="0">
              <a:spcBef>
                <a:spcPts val="0"/>
              </a:spcBef>
              <a:spcAft>
                <a:spcPts val="0"/>
              </a:spcAft>
              <a:buClr>
                <a:schemeClr val="dk1"/>
              </a:buClr>
              <a:buSzPts val="3000"/>
              <a:buFont typeface="Krub"/>
              <a:buNone/>
              <a:defRPr b="1" sz="3000">
                <a:solidFill>
                  <a:schemeClr val="dk1"/>
                </a:solidFill>
                <a:latin typeface="Krub"/>
                <a:ea typeface="Krub"/>
                <a:cs typeface="Krub"/>
                <a:sym typeface="Krub"/>
              </a:defRPr>
            </a:lvl2pPr>
            <a:lvl3pPr lvl="2" rtl="0">
              <a:spcBef>
                <a:spcPts val="0"/>
              </a:spcBef>
              <a:spcAft>
                <a:spcPts val="0"/>
              </a:spcAft>
              <a:buClr>
                <a:schemeClr val="dk1"/>
              </a:buClr>
              <a:buSzPts val="3000"/>
              <a:buFont typeface="Krub"/>
              <a:buNone/>
              <a:defRPr b="1" sz="3000">
                <a:solidFill>
                  <a:schemeClr val="dk1"/>
                </a:solidFill>
                <a:latin typeface="Krub"/>
                <a:ea typeface="Krub"/>
                <a:cs typeface="Krub"/>
                <a:sym typeface="Krub"/>
              </a:defRPr>
            </a:lvl3pPr>
            <a:lvl4pPr lvl="3" rtl="0">
              <a:spcBef>
                <a:spcPts val="0"/>
              </a:spcBef>
              <a:spcAft>
                <a:spcPts val="0"/>
              </a:spcAft>
              <a:buClr>
                <a:schemeClr val="dk1"/>
              </a:buClr>
              <a:buSzPts val="3000"/>
              <a:buFont typeface="Krub"/>
              <a:buNone/>
              <a:defRPr b="1" sz="3000">
                <a:solidFill>
                  <a:schemeClr val="dk1"/>
                </a:solidFill>
                <a:latin typeface="Krub"/>
                <a:ea typeface="Krub"/>
                <a:cs typeface="Krub"/>
                <a:sym typeface="Krub"/>
              </a:defRPr>
            </a:lvl4pPr>
            <a:lvl5pPr lvl="4" rtl="0">
              <a:spcBef>
                <a:spcPts val="0"/>
              </a:spcBef>
              <a:spcAft>
                <a:spcPts val="0"/>
              </a:spcAft>
              <a:buClr>
                <a:schemeClr val="dk1"/>
              </a:buClr>
              <a:buSzPts val="3000"/>
              <a:buFont typeface="Krub"/>
              <a:buNone/>
              <a:defRPr b="1" sz="3000">
                <a:solidFill>
                  <a:schemeClr val="dk1"/>
                </a:solidFill>
                <a:latin typeface="Krub"/>
                <a:ea typeface="Krub"/>
                <a:cs typeface="Krub"/>
                <a:sym typeface="Krub"/>
              </a:defRPr>
            </a:lvl5pPr>
            <a:lvl6pPr lvl="5" rtl="0">
              <a:spcBef>
                <a:spcPts val="0"/>
              </a:spcBef>
              <a:spcAft>
                <a:spcPts val="0"/>
              </a:spcAft>
              <a:buClr>
                <a:schemeClr val="dk1"/>
              </a:buClr>
              <a:buSzPts val="3000"/>
              <a:buFont typeface="Krub"/>
              <a:buNone/>
              <a:defRPr b="1" sz="3000">
                <a:solidFill>
                  <a:schemeClr val="dk1"/>
                </a:solidFill>
                <a:latin typeface="Krub"/>
                <a:ea typeface="Krub"/>
                <a:cs typeface="Krub"/>
                <a:sym typeface="Krub"/>
              </a:defRPr>
            </a:lvl6pPr>
            <a:lvl7pPr lvl="6" rtl="0">
              <a:spcBef>
                <a:spcPts val="0"/>
              </a:spcBef>
              <a:spcAft>
                <a:spcPts val="0"/>
              </a:spcAft>
              <a:buClr>
                <a:schemeClr val="dk1"/>
              </a:buClr>
              <a:buSzPts val="3000"/>
              <a:buFont typeface="Krub"/>
              <a:buNone/>
              <a:defRPr b="1" sz="3000">
                <a:solidFill>
                  <a:schemeClr val="dk1"/>
                </a:solidFill>
                <a:latin typeface="Krub"/>
                <a:ea typeface="Krub"/>
                <a:cs typeface="Krub"/>
                <a:sym typeface="Krub"/>
              </a:defRPr>
            </a:lvl7pPr>
            <a:lvl8pPr lvl="7" rtl="0">
              <a:spcBef>
                <a:spcPts val="0"/>
              </a:spcBef>
              <a:spcAft>
                <a:spcPts val="0"/>
              </a:spcAft>
              <a:buClr>
                <a:schemeClr val="dk1"/>
              </a:buClr>
              <a:buSzPts val="3000"/>
              <a:buFont typeface="Krub"/>
              <a:buNone/>
              <a:defRPr b="1" sz="3000">
                <a:solidFill>
                  <a:schemeClr val="dk1"/>
                </a:solidFill>
                <a:latin typeface="Krub"/>
                <a:ea typeface="Krub"/>
                <a:cs typeface="Krub"/>
                <a:sym typeface="Krub"/>
              </a:defRPr>
            </a:lvl8pPr>
            <a:lvl9pPr lvl="8" rtl="0">
              <a:spcBef>
                <a:spcPts val="0"/>
              </a:spcBef>
              <a:spcAft>
                <a:spcPts val="0"/>
              </a:spcAft>
              <a:buClr>
                <a:schemeClr val="dk1"/>
              </a:buClr>
              <a:buSzPts val="3000"/>
              <a:buFont typeface="Krub"/>
              <a:buNone/>
              <a:defRPr b="1" sz="3000">
                <a:solidFill>
                  <a:schemeClr val="dk1"/>
                </a:solidFill>
                <a:latin typeface="Krub"/>
                <a:ea typeface="Krub"/>
                <a:cs typeface="Krub"/>
                <a:sym typeface="Krub"/>
              </a:defRPr>
            </a:lvl9pPr>
          </a:lstStyle>
          <a:p/>
        </p:txBody>
      </p:sp>
      <p:sp>
        <p:nvSpPr>
          <p:cNvPr id="7" name="Google Shape;7;p1"/>
          <p:cNvSpPr txBox="1"/>
          <p:nvPr>
            <p:ph idx="1" type="body"/>
          </p:nvPr>
        </p:nvSpPr>
        <p:spPr>
          <a:xfrm>
            <a:off x="715100" y="1152475"/>
            <a:ext cx="7713900" cy="3416400"/>
          </a:xfrm>
          <a:prstGeom prst="rect">
            <a:avLst/>
          </a:prstGeom>
          <a:noFill/>
          <a:ln>
            <a:noFill/>
          </a:ln>
        </p:spPr>
        <p:txBody>
          <a:bodyPr anchorCtr="0" anchor="t" bIns="91425" lIns="91425" spcFirstLastPara="1" rIns="91425" wrap="square" tIns="91425">
            <a:noAutofit/>
          </a:bodyPr>
          <a:lstStyle>
            <a:lvl1pPr indent="-304800" lvl="0" marL="457200">
              <a:lnSpc>
                <a:spcPct val="100000"/>
              </a:lnSpc>
              <a:spcBef>
                <a:spcPts val="0"/>
              </a:spcBef>
              <a:spcAft>
                <a:spcPts val="0"/>
              </a:spcAft>
              <a:buClr>
                <a:schemeClr val="dk2"/>
              </a:buClr>
              <a:buSzPts val="1200"/>
              <a:buFont typeface="Gothic A1"/>
              <a:buChar char="●"/>
              <a:defRPr sz="1200">
                <a:solidFill>
                  <a:schemeClr val="dk2"/>
                </a:solidFill>
                <a:latin typeface="Gothic A1"/>
                <a:ea typeface="Gothic A1"/>
                <a:cs typeface="Gothic A1"/>
                <a:sym typeface="Gothic A1"/>
              </a:defRPr>
            </a:lvl1pPr>
            <a:lvl2pPr indent="-304800" lvl="1" marL="914400">
              <a:lnSpc>
                <a:spcPct val="100000"/>
              </a:lnSpc>
              <a:spcBef>
                <a:spcPts val="0"/>
              </a:spcBef>
              <a:spcAft>
                <a:spcPts val="0"/>
              </a:spcAft>
              <a:buClr>
                <a:schemeClr val="dk2"/>
              </a:buClr>
              <a:buSzPts val="1200"/>
              <a:buFont typeface="Gothic A1"/>
              <a:buChar char="○"/>
              <a:defRPr sz="1200">
                <a:solidFill>
                  <a:schemeClr val="dk2"/>
                </a:solidFill>
                <a:latin typeface="Gothic A1"/>
                <a:ea typeface="Gothic A1"/>
                <a:cs typeface="Gothic A1"/>
                <a:sym typeface="Gothic A1"/>
              </a:defRPr>
            </a:lvl2pPr>
            <a:lvl3pPr indent="-304800" lvl="2" marL="1371600">
              <a:lnSpc>
                <a:spcPct val="100000"/>
              </a:lnSpc>
              <a:spcBef>
                <a:spcPts val="0"/>
              </a:spcBef>
              <a:spcAft>
                <a:spcPts val="0"/>
              </a:spcAft>
              <a:buClr>
                <a:schemeClr val="dk2"/>
              </a:buClr>
              <a:buSzPts val="1200"/>
              <a:buFont typeface="Gothic A1"/>
              <a:buChar char="■"/>
              <a:defRPr sz="1200">
                <a:solidFill>
                  <a:schemeClr val="dk2"/>
                </a:solidFill>
                <a:latin typeface="Gothic A1"/>
                <a:ea typeface="Gothic A1"/>
                <a:cs typeface="Gothic A1"/>
                <a:sym typeface="Gothic A1"/>
              </a:defRPr>
            </a:lvl3pPr>
            <a:lvl4pPr indent="-304800" lvl="3" marL="1828800">
              <a:lnSpc>
                <a:spcPct val="100000"/>
              </a:lnSpc>
              <a:spcBef>
                <a:spcPts val="0"/>
              </a:spcBef>
              <a:spcAft>
                <a:spcPts val="0"/>
              </a:spcAft>
              <a:buClr>
                <a:schemeClr val="dk2"/>
              </a:buClr>
              <a:buSzPts val="1200"/>
              <a:buFont typeface="Gothic A1"/>
              <a:buChar char="●"/>
              <a:defRPr sz="1200">
                <a:solidFill>
                  <a:schemeClr val="dk2"/>
                </a:solidFill>
                <a:latin typeface="Gothic A1"/>
                <a:ea typeface="Gothic A1"/>
                <a:cs typeface="Gothic A1"/>
                <a:sym typeface="Gothic A1"/>
              </a:defRPr>
            </a:lvl4pPr>
            <a:lvl5pPr indent="-304800" lvl="4" marL="2286000">
              <a:lnSpc>
                <a:spcPct val="100000"/>
              </a:lnSpc>
              <a:spcBef>
                <a:spcPts val="0"/>
              </a:spcBef>
              <a:spcAft>
                <a:spcPts val="0"/>
              </a:spcAft>
              <a:buClr>
                <a:schemeClr val="dk2"/>
              </a:buClr>
              <a:buSzPts val="1200"/>
              <a:buFont typeface="Gothic A1"/>
              <a:buChar char="○"/>
              <a:defRPr sz="1200">
                <a:solidFill>
                  <a:schemeClr val="dk2"/>
                </a:solidFill>
                <a:latin typeface="Gothic A1"/>
                <a:ea typeface="Gothic A1"/>
                <a:cs typeface="Gothic A1"/>
                <a:sym typeface="Gothic A1"/>
              </a:defRPr>
            </a:lvl5pPr>
            <a:lvl6pPr indent="-304800" lvl="5" marL="2743200">
              <a:lnSpc>
                <a:spcPct val="100000"/>
              </a:lnSpc>
              <a:spcBef>
                <a:spcPts val="0"/>
              </a:spcBef>
              <a:spcAft>
                <a:spcPts val="0"/>
              </a:spcAft>
              <a:buClr>
                <a:schemeClr val="dk2"/>
              </a:buClr>
              <a:buSzPts val="1200"/>
              <a:buFont typeface="Gothic A1"/>
              <a:buChar char="■"/>
              <a:defRPr sz="1200">
                <a:solidFill>
                  <a:schemeClr val="dk2"/>
                </a:solidFill>
                <a:latin typeface="Gothic A1"/>
                <a:ea typeface="Gothic A1"/>
                <a:cs typeface="Gothic A1"/>
                <a:sym typeface="Gothic A1"/>
              </a:defRPr>
            </a:lvl6pPr>
            <a:lvl7pPr indent="-304800" lvl="6" marL="3200400">
              <a:lnSpc>
                <a:spcPct val="100000"/>
              </a:lnSpc>
              <a:spcBef>
                <a:spcPts val="0"/>
              </a:spcBef>
              <a:spcAft>
                <a:spcPts val="0"/>
              </a:spcAft>
              <a:buClr>
                <a:schemeClr val="dk2"/>
              </a:buClr>
              <a:buSzPts val="1200"/>
              <a:buFont typeface="Gothic A1"/>
              <a:buChar char="●"/>
              <a:defRPr sz="1200">
                <a:solidFill>
                  <a:schemeClr val="dk2"/>
                </a:solidFill>
                <a:latin typeface="Gothic A1"/>
                <a:ea typeface="Gothic A1"/>
                <a:cs typeface="Gothic A1"/>
                <a:sym typeface="Gothic A1"/>
              </a:defRPr>
            </a:lvl7pPr>
            <a:lvl8pPr indent="-304800" lvl="7" marL="3657600">
              <a:lnSpc>
                <a:spcPct val="100000"/>
              </a:lnSpc>
              <a:spcBef>
                <a:spcPts val="0"/>
              </a:spcBef>
              <a:spcAft>
                <a:spcPts val="0"/>
              </a:spcAft>
              <a:buClr>
                <a:schemeClr val="dk2"/>
              </a:buClr>
              <a:buSzPts val="1200"/>
              <a:buFont typeface="Gothic A1"/>
              <a:buChar char="○"/>
              <a:defRPr sz="1200">
                <a:solidFill>
                  <a:schemeClr val="dk2"/>
                </a:solidFill>
                <a:latin typeface="Gothic A1"/>
                <a:ea typeface="Gothic A1"/>
                <a:cs typeface="Gothic A1"/>
                <a:sym typeface="Gothic A1"/>
              </a:defRPr>
            </a:lvl8pPr>
            <a:lvl9pPr indent="-304800" lvl="8" marL="4114800">
              <a:lnSpc>
                <a:spcPct val="100000"/>
              </a:lnSpc>
              <a:spcBef>
                <a:spcPts val="0"/>
              </a:spcBef>
              <a:spcAft>
                <a:spcPts val="0"/>
              </a:spcAft>
              <a:buClr>
                <a:schemeClr val="dk2"/>
              </a:buClr>
              <a:buSzPts val="1200"/>
              <a:buFont typeface="Gothic A1"/>
              <a:buChar char="■"/>
              <a:defRPr sz="1200">
                <a:solidFill>
                  <a:schemeClr val="dk2"/>
                </a:solidFill>
                <a:latin typeface="Gothic A1"/>
                <a:ea typeface="Gothic A1"/>
                <a:cs typeface="Gothic A1"/>
                <a:sym typeface="Gothic A1"/>
              </a:defRPr>
            </a:lvl9pPr>
          </a:lstStyle>
          <a:p/>
        </p:txBody>
      </p:sp>
    </p:spTree>
  </p:cSld>
  <p:clrMap accent1="accent1" accent2="accent2" accent3="accent3" accent4="accent4" accent5="accent5" accent6="accent6" bg1="lt1" bg2="dk2" tx1="dk1" tx2="lt2" folHlink="folHlink" hlink="hlink"/>
  <p:sldLayoutIdLst>
    <p:sldLayoutId id="2147483648" r:id="rId2"/>
    <p:sldLayoutId id="2147483649" r:id="rId3"/>
    <p:sldLayoutId id="2147483650" r:id="rId4"/>
    <p:sldLayoutId id="2147483651" r:id="rId5"/>
    <p:sldLayoutId id="2147483652" r:id="rId6"/>
    <p:sldLayoutId id="2147483653" r:id="rId7"/>
    <p:sldLayoutId id="2147483654" r:id="rId8"/>
    <p:sldLayoutId id="2147483655" r:id="rId9"/>
    <p:sldLayoutId id="2147483656" r:id="rId10"/>
    <p:sldLayoutId id="2147483657" r:id="rId11"/>
    <p:sldLayoutId id="2147483658" r:id="rId12"/>
    <p:sldLayoutId id="2147483659" r:id="rId13"/>
    <p:sldLayoutId id="2147483660" r:id="rId14"/>
    <p:sldLayoutId id="2147483661" r:id="rId15"/>
    <p:sldLayoutId id="2147483662" r:id="rId16"/>
    <p:sldLayoutId id="2147483663" r:id="rId17"/>
    <p:sldLayoutId id="2147483664" r:id="rId18"/>
    <p:sldLayoutId id="2147483665" r:id="rId19"/>
    <p:sldLayoutId id="2147483666" r:id="rId20"/>
    <p:sldLayoutId id="2147483667" r:id="rId21"/>
    <p:sldLayoutId id="2147483668" r:id="rId22"/>
    <p:sldLayoutId id="2147483669" r:id="rId23"/>
    <p:sldLayoutId id="2147483670" r:id="rId24"/>
    <p:sldLayoutId id="2147483671" r:id="rId25"/>
    <p:sldLayoutId id="2147483672" r:id="rId26"/>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pos="450">
          <p15:clr>
            <a:srgbClr val="EA4335"/>
          </p15:clr>
        </p15:guide>
        <p15:guide id="2" orient="horz" pos="337">
          <p15:clr>
            <a:srgbClr val="EA4335"/>
          </p15:clr>
        </p15:guide>
        <p15:guide id="3" pos="5310">
          <p15:clr>
            <a:srgbClr val="EA4335"/>
          </p15:clr>
        </p15:guide>
        <p15:guide id="4" orient="horz" pos="2903">
          <p15:clr>
            <a:srgbClr val="EA4335"/>
          </p15:clr>
        </p15:guide>
      </p15:sldGuideLst>
    </p:ext>
  </p:extLst>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blipFill>
          <a:blip r:embed="rId1">
            <a:alphaModFix/>
          </a:blip>
          <a:stretch>
            <a:fillRect/>
          </a:stretch>
        </a:blipFill>
      </p:bgPr>
    </p:bg>
    <p:spTree>
      <p:nvGrpSpPr>
        <p:cNvPr id="339" name="Shape 339"/>
        <p:cNvGrpSpPr/>
        <p:nvPr/>
      </p:nvGrpSpPr>
      <p:grpSpPr>
        <a:xfrm>
          <a:off x="0" y="0"/>
          <a:ext cx="0" cy="0"/>
          <a:chOff x="0" y="0"/>
          <a:chExt cx="0" cy="0"/>
        </a:xfrm>
      </p:grpSpPr>
      <p:sp>
        <p:nvSpPr>
          <p:cNvPr id="340" name="Google Shape;340;p27"/>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341" name="Google Shape;341;p27"/>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3" r:id="rId2"/>
    <p:sldLayoutId id="2147483674" r:id="rId3"/>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3.xml"/><Relationship Id="rId3" Type="http://schemas.openxmlformats.org/officeDocument/2006/relationships/image" Target="../media/image17.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xml"/><Relationship Id="rId3" Type="http://schemas.openxmlformats.org/officeDocument/2006/relationships/image" Target="../media/image27.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9.xml"/><Relationship Id="rId3" Type="http://schemas.openxmlformats.org/officeDocument/2006/relationships/image" Target="../media/image9.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0.xml"/><Relationship Id="rId3" Type="http://schemas.openxmlformats.org/officeDocument/2006/relationships/image" Target="../media/image7.png"/><Relationship Id="rId4" Type="http://schemas.openxmlformats.org/officeDocument/2006/relationships/hyperlink" Target="https://www.google.com/url?sa=i&amp;url=https%3A%2F%2Fwww.oreilly.com%2Flibrary%2Fview%2Fadvanced-deep-learning%2F9781789956177%2F8ad9dc41-3237-483e-8f6b-7e5f653dc693.xhtml&amp;psig=AOvVaw2b8OWXRTD-bWHPfX8nKhBE&amp;ust=1682950775738000&amp;cd=vfe&amp;ved=0CBMQjhxqFwoTCOiuvavm0f4CFQAAAAAdAAAAABAE" TargetMode="Externa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4.xml"/><Relationship Id="rId3" Type="http://schemas.openxmlformats.org/officeDocument/2006/relationships/image" Target="../media/image3.jpg"/><Relationship Id="rId4" Type="http://schemas.openxmlformats.org/officeDocument/2006/relationships/image" Target="../media/image16.jpg"/><Relationship Id="rId5" Type="http://schemas.openxmlformats.org/officeDocument/2006/relationships/image" Target="../media/image25.jp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7.xml"/><Relationship Id="rId3" Type="http://schemas.openxmlformats.org/officeDocument/2006/relationships/slide" Target="/ppt/slides/slide34.xml"/><Relationship Id="rId4" Type="http://schemas.openxmlformats.org/officeDocument/2006/relationships/slide" Target="/ppt/slides/slide30.xml"/><Relationship Id="rId9" Type="http://schemas.openxmlformats.org/officeDocument/2006/relationships/slide" Target="/ppt/slides/slide42.xml"/><Relationship Id="rId5" Type="http://schemas.openxmlformats.org/officeDocument/2006/relationships/slide" Target="/ppt/slides/slide29.xml"/><Relationship Id="rId6" Type="http://schemas.openxmlformats.org/officeDocument/2006/relationships/slide" Target="/ppt/slides/slide29.xml"/><Relationship Id="rId7" Type="http://schemas.openxmlformats.org/officeDocument/2006/relationships/slide" Target="/ppt/slides/slide27.xml"/><Relationship Id="rId8" Type="http://schemas.openxmlformats.org/officeDocument/2006/relationships/slide" Target="/ppt/slides/slide34.xml"/><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0" Type="http://schemas.openxmlformats.org/officeDocument/2006/relationships/slide" Target="/ppt/slides/slide36.xml"/><Relationship Id="rId13" Type="http://schemas.openxmlformats.org/officeDocument/2006/relationships/hyperlink" Target="http://bit.ly/30B07Gq" TargetMode="External"/><Relationship Id="rId12" Type="http://schemas.openxmlformats.org/officeDocument/2006/relationships/hyperlink" Target="https://bit.ly/3A1uf1Q" TargetMode="External"/><Relationship Id="rId15" Type="http://schemas.openxmlformats.org/officeDocument/2006/relationships/hyperlink" Target="https://www.freepik.com/?utm_source=slidesgo_template&amp;utm_medium=referral-link&amp;utm_campaign=promo-slide&amp;utm_term=slidesgo&amp;utm_content=freepik" TargetMode="External"/><Relationship Id="rId14" Type="http://schemas.openxmlformats.org/officeDocument/2006/relationships/hyperlink" Target="http://bit.ly/33VAFh3" TargetMode="External"/><Relationship Id="rId17" Type="http://schemas.openxmlformats.org/officeDocument/2006/relationships/hyperlink" Target="https://storyset.com/?utm_source=slidesgo_template&amp;utm_medium=referral-link&amp;utm_campaign=promo-slide&amp;utm_term=slidesgo&amp;utm_content=storyset" TargetMode="External"/><Relationship Id="rId16" Type="http://schemas.openxmlformats.org/officeDocument/2006/relationships/hyperlink" Target="https://www.flaticon.com/?utm_source=slidesgo_template&amp;utm_medium=referral-link&amp;utm_campaign=promo-slide&amp;utm_term=slidesgo&amp;utm_content=flaticon" TargetMode="External"/><Relationship Id="rId19" Type="http://schemas.openxmlformats.org/officeDocument/2006/relationships/hyperlink" Target="https://www.videvo.net/?utm_source=slidesgo_template&amp;utm_medium=referral-link&amp;utm_campaign=sg_resources&amp;utm_content=videvo" TargetMode="External"/><Relationship Id="rId18" Type="http://schemas.openxmlformats.org/officeDocument/2006/relationships/hyperlink" Target="https://wepik.com/?utm_source=slidesgo_template&amp;utm_medium=referral-link&amp;utm_campaign=promo-slide&amp;utm_term=slidesgo&amp;utm_content=wepik" TargetMode="Externa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8.xml"/><Relationship Id="rId3" Type="http://schemas.openxmlformats.org/officeDocument/2006/relationships/image" Target="../media/image23.jp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9.xml"/><Relationship Id="rId3" Type="http://schemas.openxmlformats.org/officeDocument/2006/relationships/image" Target="../media/image21.jp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0.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RloVCi2SD7zfb8SJf5a9N1p68DSpy0grgI_PV8ll8ag/copy#gid=1654711040" TargetMode="External"/><Relationship Id="rId5" Type="http://schemas.openxmlformats.org/officeDocument/2006/relationships/image" Target="../media/image6.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3.xml"/><Relationship Id="rId3" Type="http://schemas.openxmlformats.org/officeDocument/2006/relationships/image" Target="../media/image19.jpg"/><Relationship Id="rId4" Type="http://schemas.openxmlformats.org/officeDocument/2006/relationships/image" Target="../media/image14.jpg"/><Relationship Id="rId5" Type="http://schemas.openxmlformats.org/officeDocument/2006/relationships/image" Target="../media/image24.jp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4.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5" Type="http://schemas.openxmlformats.org/officeDocument/2006/relationships/hyperlink" Target="https://docs.google.com/spreadsheets/d/1RloVCi2SD7zfb8SJf5a9N1p68DSpy0grgI_PV8ll8ag/copy#gid=252687367" TargetMode="External"/><Relationship Id="rId6" Type="http://schemas.openxmlformats.org/officeDocument/2006/relationships/image" Target="../media/image2.pn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5.xml"/><Relationship Id="rId3" Type="http://schemas.openxmlformats.org/officeDocument/2006/relationships/image" Target="../media/image18.jpg"/><Relationship Id="rId4" Type="http://schemas.openxmlformats.org/officeDocument/2006/relationships/image" Target="../media/image22.jpg"/><Relationship Id="rId5" Type="http://schemas.openxmlformats.org/officeDocument/2006/relationships/image" Target="../media/image5.jp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6.xml"/><Relationship Id="rId3" Type="http://schemas.openxmlformats.org/officeDocument/2006/relationships/image" Target="../media/image15.jpg"/><Relationship Id="rId4" Type="http://schemas.openxmlformats.org/officeDocument/2006/relationships/image" Target="../media/image13.jp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9.xml"/><Relationship Id="rId3" Type="http://schemas.openxmlformats.org/officeDocument/2006/relationships/hyperlink" Target="https://www.freepik.com/free-vector/cyber-technology-background_6402688.htm/?utm_source=slidesgo_template&amp;utm_medium=referral-link&amp;utm_campaign=sg_resources&amp;utm_content=freepik" TargetMode="Externa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30.xml"/><Relationship Id="rId3" Type="http://schemas.openxmlformats.org/officeDocument/2006/relationships/hyperlink" Target="https://www.freepik.com/free-vector/gradient-data-privacy-webinar-template_28209371.htm/?utm_source=slidesgo_template&amp;utm_medium=referral-link&amp;utm_campaign=sg_resources&amp;utm_content=freepik" TargetMode="External"/><Relationship Id="rId4" Type="http://schemas.openxmlformats.org/officeDocument/2006/relationships/hyperlink" Target="https://www.freepik.com/free-vector/gradient-data-privacy-facebook-cover_28209348.htm/?utm_source=slidesgo_template&amp;utm_medium=referral-link&amp;utm_campaign=sg_resources&amp;utm_content=freepik" TargetMode="External"/><Relationship Id="rId5" Type="http://schemas.openxmlformats.org/officeDocument/2006/relationships/hyperlink" Target="https://www.flaticon.com/packs/data-security-21/?utm_source=slidesgo_template&amp;utm_medium=referral-link&amp;utm_campaign=sg_resources&amp;utm_content=flaticon" TargetMode="Externa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31.xml"/><Relationship Id="rId3" Type="http://schemas.openxmlformats.org/officeDocument/2006/relationships/hyperlink" Target="https://www.freepik.com/free-photo/medical-banner-with-doctor-wearing-stethoscope_30555916.htm/?utm_source=slidesgo_template&amp;utm_medium=referral-link&amp;utm_campaign=sg_resources&amp;utm_content=freepik" TargetMode="External"/><Relationship Id="rId4" Type="http://schemas.openxmlformats.org/officeDocument/2006/relationships/hyperlink" Target="https://www.freepik.com/free-photo/medical-banner-with-doctor-holding-tablet_30555917.htm/?utm_source=slidesgo_template&amp;utm_medium=referral-link&amp;utm_campaign=sg_resources&amp;utm_content=freepik" TargetMode="External"/><Relationship Id="rId9" Type="http://schemas.openxmlformats.org/officeDocument/2006/relationships/hyperlink" Target="https://www.freepik.com/free-photo/medical-banner-with-doctor-patient_30555910.htm/?utm_source=slidesgo_template&amp;utm_medium=referral-link&amp;utm_campaign=sg_resources&amp;utm_content=freepik" TargetMode="External"/><Relationship Id="rId5" Type="http://schemas.openxmlformats.org/officeDocument/2006/relationships/hyperlink" Target="https://www.freepik.com/free-photo/empty-hallway-background_26406114.htm/?utm_source=slidesgo_template&amp;utm_medium=referral-link&amp;utm_campaign=sg_resources&amp;utm_content=freepik" TargetMode="External"/><Relationship Id="rId6" Type="http://schemas.openxmlformats.org/officeDocument/2006/relationships/hyperlink" Target="https://www.freepik.com/free-photo/medical-banner-with-doctor-wearing-goggles_30555909.htm/?utm_source=slidesgo_template&amp;utm_medium=referral-link&amp;utm_campaign=sg_resources&amp;utm_content=freepik" TargetMode="External"/><Relationship Id="rId7" Type="http://schemas.openxmlformats.org/officeDocument/2006/relationships/hyperlink" Target="https://www.freepik.com/free-photo/medical-banner-with-doctor-working-laptop_30555907.htm/?utm_source=slidesgo_template&amp;utm_medium=referral-link&amp;utm_campaign=sg_resources&amp;utm_content=freepik" TargetMode="External"/><Relationship Id="rId8" Type="http://schemas.openxmlformats.org/officeDocument/2006/relationships/hyperlink" Target="https://www.freepik.com/free-photo/medical-banner-with-doctor-wearing-face-mask_30555922.htm/?utm_source=slidesgo_template&amp;utm_medium=referral-link&amp;utm_campaign=sg_resources&amp;utm_content=freepik" TargetMode="External"/><Relationship Id="rId11" Type="http://schemas.openxmlformats.org/officeDocument/2006/relationships/hyperlink" Target="https://www.freepik.com/free-photo/full-shot-doctors-talking-work_24747936.htm/?utm_source=slidesgo_template&amp;utm_medium=referral-link&amp;utm_campaign=sg_resources&amp;utm_content=freepik" TargetMode="External"/><Relationship Id="rId10" Type="http://schemas.openxmlformats.org/officeDocument/2006/relationships/hyperlink" Target="https://www.freepik.com/free-photo/medical-banner-with-doctor-wearing-glove_30555906.htm/?utm_source=slidesgo_template&amp;utm_medium=referral-link&amp;utm_campaign=sg_resources&amp;utm_content=freepik" TargetMode="External"/><Relationship Id="rId13" Type="http://schemas.openxmlformats.org/officeDocument/2006/relationships/hyperlink" Target="https://www.freepik.com/free-photo/doctor-wearing-white-coat-medium-shot_33417273.htm/?utm_source=slidesgo_template&amp;utm_medium=referral-link&amp;utm_campaign=sg_resources&amp;utm_content=freepik" TargetMode="External"/><Relationship Id="rId12" Type="http://schemas.openxmlformats.org/officeDocument/2006/relationships/hyperlink" Target="https://www.freepik.com/free-photo/doctor-performing-routine-medical-checkup_22894418.htm/?utm_source=slidesgo_template&amp;utm_medium=referral-link&amp;utm_campaign=sg_resources&amp;utm_content=freepik" TargetMode="External"/><Relationship Id="rId15" Type="http://schemas.openxmlformats.org/officeDocument/2006/relationships/hyperlink" Target="https://www.freepik.com/free-photo/doctor-helping-patient-during-rehabilitation_40474533.htm/?utm_source=slidesgo_template&amp;utm_medium=referral-link&amp;utm_campaign=sg_resources&amp;utm_content=freepik" TargetMode="External"/><Relationship Id="rId14" Type="http://schemas.openxmlformats.org/officeDocument/2006/relationships/hyperlink" Target="https://www.freepik.com/free-photo/black-nurse-their-workspace_33756189.htm/?utm_source=slidesgo_template&amp;utm_medium=referral-link&amp;utm_campaign=sg_resources&amp;utm_content=freepik" TargetMode="External"/><Relationship Id="rId17" Type="http://schemas.openxmlformats.org/officeDocument/2006/relationships/hyperlink" Target="https://www.freepik.com/free-photo/senior-woman-doing-exercises-home-spending-time-with-friends_22428956.htm/?utm_source=slidesgo_template&amp;utm_medium=referral-link&amp;utm_campaign=sg_resources&amp;utm_content=freepik" TargetMode="External"/><Relationship Id="rId16" Type="http://schemas.openxmlformats.org/officeDocument/2006/relationships/hyperlink" Target="https://www.freepik.com/free-photo/man-wearing-t-shirt-gesturing_25952491.htm/?utm_source=slidesgo_template&amp;utm_medium=referral-link&amp;utm_campaign=sg_resources&amp;utm_content=freepik" TargetMode="Externa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2.xml"/><Relationship Id="rId3" Type="http://schemas.openxmlformats.org/officeDocument/2006/relationships/hyperlink" Target="http://bit.ly/2PfT4lq" TargetMode="External"/><Relationship Id="rId4" Type="http://schemas.openxmlformats.org/officeDocument/2006/relationships/slide" Target="/ppt/slides/slide27.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3.xml"/><Relationship Id="rId3" Type="http://schemas.openxmlformats.org/officeDocument/2006/relationships/hyperlink" Target="http://bit.ly/2PfT4lq" TargetMode="External"/><Relationship Id="rId4" Type="http://schemas.openxmlformats.org/officeDocument/2006/relationships/slide" Target="/ppt/slides/slide27.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4.xml"/><Relationship Id="rId3" Type="http://schemas.openxmlformats.org/officeDocument/2006/relationships/hyperlink" Target="https://fonts.google.com/specimen/Krub" TargetMode="External"/><Relationship Id="rId4" Type="http://schemas.openxmlformats.org/officeDocument/2006/relationships/hyperlink" Target="https://fonts.google.com/specimen/Gothic+A1"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5.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10.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8.png"/><Relationship Id="rId14" Type="http://schemas.openxmlformats.org/officeDocument/2006/relationships/image" Target="../media/image12.png"/><Relationship Id="rId17" Type="http://schemas.openxmlformats.org/officeDocument/2006/relationships/image" Target="../media/image20.png"/><Relationship Id="rId16" Type="http://schemas.openxmlformats.org/officeDocument/2006/relationships/image" Target="../media/image11.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6.xml"/><Relationship Id="rId3" Type="http://schemas.openxmlformats.org/officeDocument/2006/relationships/hyperlink" Target="https://bit.ly/2ZjL1pd" TargetMode="Externa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2.xml"/><Relationship Id="rId3" Type="http://schemas.openxmlformats.org/officeDocument/2006/relationships/hyperlink" Target="https://workspace.google.com/marketplace/app/icons_for_slides_docs/381578326502" TargetMode="Externa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9.xml"/><Relationship Id="rId3" Type="http://schemas.openxmlformats.org/officeDocument/2006/relationships/hyperlink" Target="http://bit.ly/2PfT4lq" TargetMode="External"/><Relationship Id="rId4" Type="http://schemas.openxmlformats.org/officeDocument/2006/relationships/image" Target="../media/image26.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8" name="Shape 348"/>
        <p:cNvGrpSpPr/>
        <p:nvPr/>
      </p:nvGrpSpPr>
      <p:grpSpPr>
        <a:xfrm>
          <a:off x="0" y="0"/>
          <a:ext cx="0" cy="0"/>
          <a:chOff x="0" y="0"/>
          <a:chExt cx="0" cy="0"/>
        </a:xfrm>
      </p:grpSpPr>
      <p:sp>
        <p:nvSpPr>
          <p:cNvPr id="349" name="Google Shape;349;p30"/>
          <p:cNvSpPr txBox="1"/>
          <p:nvPr>
            <p:ph type="ctrTitle"/>
          </p:nvPr>
        </p:nvSpPr>
        <p:spPr>
          <a:xfrm>
            <a:off x="901050" y="1539863"/>
            <a:ext cx="8128200" cy="17022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Early Sepsis Prediction</a:t>
            </a:r>
            <a:endParaRPr/>
          </a:p>
          <a:p>
            <a:pPr indent="0" lvl="0" marL="0" rtl="0" algn="r">
              <a:spcBef>
                <a:spcPts val="0"/>
              </a:spcBef>
              <a:spcAft>
                <a:spcPts val="0"/>
              </a:spcAft>
              <a:buNone/>
            </a:pPr>
            <a:r>
              <a:t/>
            </a:r>
            <a:endParaRPr sz="1000"/>
          </a:p>
          <a:p>
            <a:pPr indent="0" lvl="0" marL="0" rtl="0" algn="r">
              <a:spcBef>
                <a:spcPts val="0"/>
              </a:spcBef>
              <a:spcAft>
                <a:spcPts val="0"/>
              </a:spcAft>
              <a:buNone/>
            </a:pPr>
            <a:r>
              <a:rPr b="0" lang="en" sz="2200">
                <a:latin typeface="Krub Medium"/>
                <a:ea typeface="Krub Medium"/>
                <a:cs typeface="Krub Medium"/>
                <a:sym typeface="Krub Medium"/>
              </a:rPr>
              <a:t>The Erdős Institute Deep Learning Bootcamp, Fall 2025</a:t>
            </a:r>
            <a:endParaRPr b="0" sz="2200">
              <a:latin typeface="Krub Medium"/>
              <a:ea typeface="Krub Medium"/>
              <a:cs typeface="Krub Medium"/>
              <a:sym typeface="Krub Medium"/>
            </a:endParaRPr>
          </a:p>
        </p:txBody>
      </p:sp>
      <p:sp>
        <p:nvSpPr>
          <p:cNvPr id="350" name="Google Shape;350;p30"/>
          <p:cNvSpPr txBox="1"/>
          <p:nvPr>
            <p:ph idx="1" type="subTitle"/>
          </p:nvPr>
        </p:nvSpPr>
        <p:spPr>
          <a:xfrm>
            <a:off x="1947900" y="3048525"/>
            <a:ext cx="7196100" cy="640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700"/>
              <a:t>Yang Mo, Sayantan Sarkar, Cristopher Thompson, Alexandria Wheeler</a:t>
            </a:r>
            <a:endParaRPr sz="1700"/>
          </a:p>
        </p:txBody>
      </p:sp>
      <p:sp>
        <p:nvSpPr>
          <p:cNvPr id="351" name="Google Shape;351;p30"/>
          <p:cNvSpPr/>
          <p:nvPr/>
        </p:nvSpPr>
        <p:spPr>
          <a:xfrm>
            <a:off x="806841" y="494549"/>
            <a:ext cx="728400" cy="728400"/>
          </a:xfrm>
          <a:prstGeom prst="plus">
            <a:avLst>
              <a:gd fmla="val 32768" name="adj"/>
            </a:avLst>
          </a:prstGeom>
          <a:solidFill>
            <a:srgbClr val="95E7D3">
              <a:alpha val="6962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352" name="Google Shape;352;p30"/>
          <p:cNvGrpSpPr/>
          <p:nvPr/>
        </p:nvGrpSpPr>
        <p:grpSpPr>
          <a:xfrm flipH="1">
            <a:off x="6249447" y="227316"/>
            <a:ext cx="2995516" cy="775725"/>
            <a:chOff x="763375" y="-2867575"/>
            <a:chExt cx="2546125" cy="659350"/>
          </a:xfrm>
        </p:grpSpPr>
        <p:sp>
          <p:nvSpPr>
            <p:cNvPr id="353" name="Google Shape;353;p30"/>
            <p:cNvSpPr/>
            <p:nvPr/>
          </p:nvSpPr>
          <p:spPr>
            <a:xfrm>
              <a:off x="763375" y="-2829550"/>
              <a:ext cx="2546125" cy="295900"/>
            </a:xfrm>
            <a:custGeom>
              <a:rect b="b" l="l" r="r" t="t"/>
              <a:pathLst>
                <a:path extrusionOk="0" h="11836" w="101845">
                  <a:moveTo>
                    <a:pt x="100436" y="1"/>
                  </a:moveTo>
                  <a:cubicBezTo>
                    <a:pt x="99730" y="1"/>
                    <a:pt x="99149" y="511"/>
                    <a:pt x="99036" y="1185"/>
                  </a:cubicBezTo>
                  <a:lnTo>
                    <a:pt x="81872" y="1185"/>
                  </a:lnTo>
                  <a:lnTo>
                    <a:pt x="77941" y="11262"/>
                  </a:lnTo>
                  <a:lnTo>
                    <a:pt x="40659" y="11262"/>
                  </a:lnTo>
                  <a:lnTo>
                    <a:pt x="34758" y="5483"/>
                  </a:lnTo>
                  <a:lnTo>
                    <a:pt x="0" y="5483"/>
                  </a:lnTo>
                  <a:lnTo>
                    <a:pt x="0" y="6054"/>
                  </a:lnTo>
                  <a:lnTo>
                    <a:pt x="34523" y="6054"/>
                  </a:lnTo>
                  <a:lnTo>
                    <a:pt x="40424" y="11835"/>
                  </a:lnTo>
                  <a:lnTo>
                    <a:pt x="78328" y="11835"/>
                  </a:lnTo>
                  <a:lnTo>
                    <a:pt x="82259" y="1756"/>
                  </a:lnTo>
                  <a:lnTo>
                    <a:pt x="99068" y="1756"/>
                  </a:lnTo>
                  <a:cubicBezTo>
                    <a:pt x="99220" y="2368"/>
                    <a:pt x="99772" y="2819"/>
                    <a:pt x="100436" y="2819"/>
                  </a:cubicBezTo>
                  <a:cubicBezTo>
                    <a:pt x="101213" y="2819"/>
                    <a:pt x="101845" y="2184"/>
                    <a:pt x="101845" y="1410"/>
                  </a:cubicBezTo>
                  <a:cubicBezTo>
                    <a:pt x="101845" y="633"/>
                    <a:pt x="101213" y="1"/>
                    <a:pt x="1004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30"/>
            <p:cNvSpPr/>
            <p:nvPr/>
          </p:nvSpPr>
          <p:spPr>
            <a:xfrm>
              <a:off x="855500" y="-2867575"/>
              <a:ext cx="1809675" cy="512075"/>
            </a:xfrm>
            <a:custGeom>
              <a:rect b="b" l="l" r="r" t="t"/>
              <a:pathLst>
                <a:path extrusionOk="0" h="20483" w="72387">
                  <a:moveTo>
                    <a:pt x="1" y="0"/>
                  </a:moveTo>
                  <a:lnTo>
                    <a:pt x="1" y="571"/>
                  </a:lnTo>
                  <a:lnTo>
                    <a:pt x="40498" y="571"/>
                  </a:lnTo>
                  <a:lnTo>
                    <a:pt x="40498" y="20483"/>
                  </a:lnTo>
                  <a:lnTo>
                    <a:pt x="71538" y="20483"/>
                  </a:lnTo>
                  <a:lnTo>
                    <a:pt x="71538" y="2502"/>
                  </a:lnTo>
                  <a:cubicBezTo>
                    <a:pt x="72028" y="2358"/>
                    <a:pt x="72386" y="1899"/>
                    <a:pt x="72386" y="1367"/>
                  </a:cubicBezTo>
                  <a:cubicBezTo>
                    <a:pt x="72386" y="703"/>
                    <a:pt x="71857" y="162"/>
                    <a:pt x="71193" y="162"/>
                  </a:cubicBezTo>
                  <a:cubicBezTo>
                    <a:pt x="70529" y="162"/>
                    <a:pt x="69997" y="703"/>
                    <a:pt x="69997" y="1367"/>
                  </a:cubicBezTo>
                  <a:cubicBezTo>
                    <a:pt x="69997" y="1951"/>
                    <a:pt x="70416" y="2429"/>
                    <a:pt x="70967" y="2541"/>
                  </a:cubicBezTo>
                  <a:lnTo>
                    <a:pt x="70967" y="19902"/>
                  </a:lnTo>
                  <a:lnTo>
                    <a:pt x="41069" y="19902"/>
                  </a:lnTo>
                  <a:lnTo>
                    <a:pt x="41069" y="0"/>
                  </a:lnTo>
                  <a:close/>
                </a:path>
              </a:pathLst>
            </a:custGeom>
            <a:solidFill>
              <a:srgbClr val="A0D4FC">
                <a:alpha val="5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30"/>
            <p:cNvSpPr/>
            <p:nvPr/>
          </p:nvSpPr>
          <p:spPr>
            <a:xfrm>
              <a:off x="790925" y="-2429775"/>
              <a:ext cx="2345025" cy="221550"/>
            </a:xfrm>
            <a:custGeom>
              <a:rect b="b" l="l" r="r" t="t"/>
              <a:pathLst>
                <a:path extrusionOk="0" h="8862" w="93801">
                  <a:moveTo>
                    <a:pt x="54077" y="0"/>
                  </a:moveTo>
                  <a:lnTo>
                    <a:pt x="54077" y="8291"/>
                  </a:lnTo>
                  <a:lnTo>
                    <a:pt x="1" y="8291"/>
                  </a:lnTo>
                  <a:lnTo>
                    <a:pt x="1" y="8862"/>
                  </a:lnTo>
                  <a:lnTo>
                    <a:pt x="54651" y="8862"/>
                  </a:lnTo>
                  <a:lnTo>
                    <a:pt x="54651" y="571"/>
                  </a:lnTo>
                  <a:lnTo>
                    <a:pt x="80780" y="571"/>
                  </a:lnTo>
                  <a:lnTo>
                    <a:pt x="84466" y="4257"/>
                  </a:lnTo>
                  <a:lnTo>
                    <a:pt x="91001" y="4257"/>
                  </a:lnTo>
                  <a:cubicBezTo>
                    <a:pt x="91114" y="4931"/>
                    <a:pt x="91685" y="5441"/>
                    <a:pt x="92391" y="5441"/>
                  </a:cubicBezTo>
                  <a:cubicBezTo>
                    <a:pt x="93165" y="5441"/>
                    <a:pt x="93800" y="4809"/>
                    <a:pt x="93800" y="4032"/>
                  </a:cubicBezTo>
                  <a:cubicBezTo>
                    <a:pt x="93800" y="3247"/>
                    <a:pt x="93165" y="2613"/>
                    <a:pt x="92391" y="2613"/>
                  </a:cubicBezTo>
                  <a:cubicBezTo>
                    <a:pt x="91727" y="2613"/>
                    <a:pt x="91185" y="3073"/>
                    <a:pt x="91021" y="3686"/>
                  </a:cubicBezTo>
                  <a:lnTo>
                    <a:pt x="84711" y="3686"/>
                  </a:lnTo>
                  <a:lnTo>
                    <a:pt x="8102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 name="Google Shape;356;p30"/>
          <p:cNvGrpSpPr/>
          <p:nvPr/>
        </p:nvGrpSpPr>
        <p:grpSpPr>
          <a:xfrm>
            <a:off x="-78542" y="4269447"/>
            <a:ext cx="3892442" cy="640513"/>
            <a:chOff x="-78542" y="4269447"/>
            <a:chExt cx="3892442" cy="640513"/>
          </a:xfrm>
        </p:grpSpPr>
        <p:sp>
          <p:nvSpPr>
            <p:cNvPr id="357" name="Google Shape;357;p30"/>
            <p:cNvSpPr/>
            <p:nvPr/>
          </p:nvSpPr>
          <p:spPr>
            <a:xfrm flipH="1">
              <a:off x="-26956" y="4269447"/>
              <a:ext cx="3498330" cy="508988"/>
            </a:xfrm>
            <a:custGeom>
              <a:rect b="b" l="l" r="r" t="t"/>
              <a:pathLst>
                <a:path extrusionOk="0" h="17023" w="117001">
                  <a:moveTo>
                    <a:pt x="99111" y="0"/>
                  </a:moveTo>
                  <a:lnTo>
                    <a:pt x="99111" y="16481"/>
                  </a:lnTo>
                  <a:lnTo>
                    <a:pt x="1" y="16481"/>
                  </a:lnTo>
                  <a:lnTo>
                    <a:pt x="1" y="17022"/>
                  </a:lnTo>
                  <a:lnTo>
                    <a:pt x="99640" y="17022"/>
                  </a:lnTo>
                  <a:lnTo>
                    <a:pt x="99640" y="529"/>
                  </a:lnTo>
                  <a:lnTo>
                    <a:pt x="117001" y="529"/>
                  </a:lnTo>
                  <a:lnTo>
                    <a:pt x="117001" y="0"/>
                  </a:lnTo>
                  <a:close/>
                </a:path>
              </a:pathLst>
            </a:custGeom>
            <a:solidFill>
              <a:srgbClr val="A0D4FC">
                <a:alpha val="5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30"/>
            <p:cNvSpPr/>
            <p:nvPr/>
          </p:nvSpPr>
          <p:spPr>
            <a:xfrm flipH="1">
              <a:off x="-78542" y="4465736"/>
              <a:ext cx="3892442" cy="444224"/>
            </a:xfrm>
            <a:custGeom>
              <a:rect b="b" l="l" r="r" t="t"/>
              <a:pathLst>
                <a:path extrusionOk="0" h="14857" w="130182">
                  <a:moveTo>
                    <a:pt x="1122" y="0"/>
                  </a:moveTo>
                  <a:cubicBezTo>
                    <a:pt x="500" y="0"/>
                    <a:pt x="0" y="500"/>
                    <a:pt x="0" y="1113"/>
                  </a:cubicBezTo>
                  <a:cubicBezTo>
                    <a:pt x="0" y="1726"/>
                    <a:pt x="500" y="2226"/>
                    <a:pt x="1122" y="2226"/>
                  </a:cubicBezTo>
                  <a:cubicBezTo>
                    <a:pt x="1674" y="2226"/>
                    <a:pt x="2135" y="1829"/>
                    <a:pt x="2215" y="1297"/>
                  </a:cubicBezTo>
                  <a:lnTo>
                    <a:pt x="25671" y="1297"/>
                  </a:lnTo>
                  <a:lnTo>
                    <a:pt x="25671" y="14856"/>
                  </a:lnTo>
                  <a:lnTo>
                    <a:pt x="94034" y="14856"/>
                  </a:lnTo>
                  <a:lnTo>
                    <a:pt x="94034" y="3870"/>
                  </a:lnTo>
                  <a:lnTo>
                    <a:pt x="130182" y="3870"/>
                  </a:lnTo>
                  <a:lnTo>
                    <a:pt x="130182" y="3338"/>
                  </a:lnTo>
                  <a:lnTo>
                    <a:pt x="93503" y="3338"/>
                  </a:lnTo>
                  <a:lnTo>
                    <a:pt x="93503" y="14327"/>
                  </a:lnTo>
                  <a:lnTo>
                    <a:pt x="26203" y="14327"/>
                  </a:lnTo>
                  <a:lnTo>
                    <a:pt x="26203" y="755"/>
                  </a:lnTo>
                  <a:lnTo>
                    <a:pt x="2176" y="755"/>
                  </a:lnTo>
                  <a:cubicBezTo>
                    <a:pt x="2022" y="317"/>
                    <a:pt x="1613" y="0"/>
                    <a:pt x="11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 name="Google Shape;359;p30"/>
          <p:cNvGrpSpPr/>
          <p:nvPr/>
        </p:nvGrpSpPr>
        <p:grpSpPr>
          <a:xfrm>
            <a:off x="7857267" y="4051107"/>
            <a:ext cx="1292571" cy="1114795"/>
            <a:chOff x="7745496" y="3824717"/>
            <a:chExt cx="854705" cy="737104"/>
          </a:xfrm>
        </p:grpSpPr>
        <p:sp>
          <p:nvSpPr>
            <p:cNvPr id="360" name="Google Shape;360;p30"/>
            <p:cNvSpPr/>
            <p:nvPr/>
          </p:nvSpPr>
          <p:spPr>
            <a:xfrm>
              <a:off x="7745496" y="4220121"/>
              <a:ext cx="341700" cy="3417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61" name="Google Shape;361;p30"/>
            <p:cNvSpPr/>
            <p:nvPr/>
          </p:nvSpPr>
          <p:spPr>
            <a:xfrm>
              <a:off x="8087201" y="3824717"/>
              <a:ext cx="513000" cy="513000"/>
            </a:xfrm>
            <a:prstGeom prst="plus">
              <a:avLst>
                <a:gd fmla="val 32768" name="adj"/>
              </a:avLst>
            </a:prstGeom>
            <a:solidFill>
              <a:srgbClr val="95E7D3">
                <a:alpha val="5506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grpSp>
        <p:nvGrpSpPr>
          <p:cNvPr id="362" name="Google Shape;362;p30"/>
          <p:cNvGrpSpPr/>
          <p:nvPr/>
        </p:nvGrpSpPr>
        <p:grpSpPr>
          <a:xfrm>
            <a:off x="4" y="7390"/>
            <a:ext cx="901035" cy="723425"/>
            <a:chOff x="7745496" y="4083492"/>
            <a:chExt cx="595804" cy="478329"/>
          </a:xfrm>
        </p:grpSpPr>
        <p:sp>
          <p:nvSpPr>
            <p:cNvPr id="363" name="Google Shape;363;p30"/>
            <p:cNvSpPr/>
            <p:nvPr/>
          </p:nvSpPr>
          <p:spPr>
            <a:xfrm>
              <a:off x="7745496" y="4220121"/>
              <a:ext cx="341700" cy="3417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64" name="Google Shape;364;p30"/>
            <p:cNvSpPr/>
            <p:nvPr/>
          </p:nvSpPr>
          <p:spPr>
            <a:xfrm>
              <a:off x="8087200" y="4083492"/>
              <a:ext cx="254100" cy="254100"/>
            </a:xfrm>
            <a:prstGeom prst="plus">
              <a:avLst>
                <a:gd fmla="val 32768" name="adj"/>
              </a:avLst>
            </a:prstGeom>
            <a:solidFill>
              <a:srgbClr val="96E5D2">
                <a:alpha val="557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365" name="Google Shape;365;p30"/>
          <p:cNvSpPr/>
          <p:nvPr/>
        </p:nvSpPr>
        <p:spPr>
          <a:xfrm>
            <a:off x="303324" y="2575349"/>
            <a:ext cx="341700" cy="341700"/>
          </a:xfrm>
          <a:prstGeom prst="plus">
            <a:avLst>
              <a:gd fmla="val 32768" name="adj"/>
            </a:avLst>
          </a:prstGeom>
          <a:solidFill>
            <a:srgbClr val="95E7D3">
              <a:alpha val="5506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9" name="Shape 369"/>
        <p:cNvGrpSpPr/>
        <p:nvPr/>
      </p:nvGrpSpPr>
      <p:grpSpPr>
        <a:xfrm>
          <a:off x="0" y="0"/>
          <a:ext cx="0" cy="0"/>
          <a:chOff x="0" y="0"/>
          <a:chExt cx="0" cy="0"/>
        </a:xfrm>
      </p:grpSpPr>
      <p:sp>
        <p:nvSpPr>
          <p:cNvPr id="370" name="Google Shape;370;p3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Table of contents</a:t>
            </a:r>
            <a:endParaRPr/>
          </a:p>
        </p:txBody>
      </p:sp>
      <p:sp>
        <p:nvSpPr>
          <p:cNvPr id="371" name="Google Shape;371;p31"/>
          <p:cNvSpPr txBox="1"/>
          <p:nvPr>
            <p:ph idx="2" type="title"/>
          </p:nvPr>
        </p:nvSpPr>
        <p:spPr>
          <a:xfrm>
            <a:off x="478550" y="1303050"/>
            <a:ext cx="806100" cy="493800"/>
          </a:xfrm>
          <a:prstGeom prst="rect">
            <a:avLst/>
          </a:prstGeom>
        </p:spPr>
        <p:txBody>
          <a:bodyPr anchorCtr="0" anchor="ctr" bIns="100325" lIns="100325" spcFirstLastPara="1" rIns="100325" wrap="square" tIns="100325">
            <a:noAutofit/>
          </a:bodyPr>
          <a:lstStyle/>
          <a:p>
            <a:pPr indent="0" lvl="0" marL="0" rtl="0" algn="r">
              <a:spcBef>
                <a:spcPts val="0"/>
              </a:spcBef>
              <a:spcAft>
                <a:spcPts val="0"/>
              </a:spcAft>
              <a:buNone/>
            </a:pPr>
            <a:r>
              <a:rPr lang="en" sz="2633"/>
              <a:t>01.</a:t>
            </a:r>
            <a:endParaRPr sz="2633"/>
          </a:p>
        </p:txBody>
      </p:sp>
      <p:sp>
        <p:nvSpPr>
          <p:cNvPr id="372" name="Google Shape;372;p31"/>
          <p:cNvSpPr txBox="1"/>
          <p:nvPr>
            <p:ph idx="1" type="subTitle"/>
          </p:nvPr>
        </p:nvSpPr>
        <p:spPr>
          <a:xfrm>
            <a:off x="1403187" y="1303051"/>
            <a:ext cx="2929800" cy="493800"/>
          </a:xfrm>
          <a:prstGeom prst="rect">
            <a:avLst/>
          </a:prstGeom>
        </p:spPr>
        <p:txBody>
          <a:bodyPr anchorCtr="0" anchor="t" bIns="100325" lIns="100325" spcFirstLastPara="1" rIns="100325" wrap="square" tIns="100325">
            <a:noAutofit/>
          </a:bodyPr>
          <a:lstStyle/>
          <a:p>
            <a:pPr indent="0" lvl="0" marL="0" rtl="0" algn="l">
              <a:spcBef>
                <a:spcPts val="0"/>
              </a:spcBef>
              <a:spcAft>
                <a:spcPts val="0"/>
              </a:spcAft>
              <a:buNone/>
            </a:pPr>
            <a:r>
              <a:rPr lang="en" sz="1975"/>
              <a:t>Introduction</a:t>
            </a:r>
            <a:endParaRPr sz="1975"/>
          </a:p>
        </p:txBody>
      </p:sp>
      <p:sp>
        <p:nvSpPr>
          <p:cNvPr id="373" name="Google Shape;373;p31"/>
          <p:cNvSpPr txBox="1"/>
          <p:nvPr>
            <p:ph idx="3" type="title"/>
          </p:nvPr>
        </p:nvSpPr>
        <p:spPr>
          <a:xfrm>
            <a:off x="478550" y="1978954"/>
            <a:ext cx="806100" cy="493800"/>
          </a:xfrm>
          <a:prstGeom prst="rect">
            <a:avLst/>
          </a:prstGeom>
        </p:spPr>
        <p:txBody>
          <a:bodyPr anchorCtr="0" anchor="ctr" bIns="100325" lIns="100325" spcFirstLastPara="1" rIns="100325" wrap="square" tIns="100325">
            <a:noAutofit/>
          </a:bodyPr>
          <a:lstStyle/>
          <a:p>
            <a:pPr indent="0" lvl="0" marL="0" rtl="0" algn="r">
              <a:spcBef>
                <a:spcPts val="0"/>
              </a:spcBef>
              <a:spcAft>
                <a:spcPts val="0"/>
              </a:spcAft>
              <a:buNone/>
            </a:pPr>
            <a:r>
              <a:rPr lang="en" sz="2633"/>
              <a:t>02.</a:t>
            </a:r>
            <a:endParaRPr sz="2633"/>
          </a:p>
        </p:txBody>
      </p:sp>
      <p:sp>
        <p:nvSpPr>
          <p:cNvPr id="374" name="Google Shape;374;p31"/>
          <p:cNvSpPr txBox="1"/>
          <p:nvPr>
            <p:ph idx="4" type="subTitle"/>
          </p:nvPr>
        </p:nvSpPr>
        <p:spPr>
          <a:xfrm>
            <a:off x="1403187" y="1978955"/>
            <a:ext cx="2929800" cy="493800"/>
          </a:xfrm>
          <a:prstGeom prst="rect">
            <a:avLst/>
          </a:prstGeom>
        </p:spPr>
        <p:txBody>
          <a:bodyPr anchorCtr="0" anchor="t" bIns="100325" lIns="100325" spcFirstLastPara="1" rIns="100325" wrap="square" tIns="100325">
            <a:noAutofit/>
          </a:bodyPr>
          <a:lstStyle/>
          <a:p>
            <a:pPr indent="0" lvl="0" marL="0" rtl="0" algn="l">
              <a:spcBef>
                <a:spcPts val="0"/>
              </a:spcBef>
              <a:spcAft>
                <a:spcPts val="0"/>
              </a:spcAft>
              <a:buNone/>
            </a:pPr>
            <a:r>
              <a:rPr lang="en" sz="1975"/>
              <a:t>Dataset Preprocessing</a:t>
            </a:r>
            <a:endParaRPr sz="1975"/>
          </a:p>
        </p:txBody>
      </p:sp>
      <p:sp>
        <p:nvSpPr>
          <p:cNvPr id="375" name="Google Shape;375;p31"/>
          <p:cNvSpPr txBox="1"/>
          <p:nvPr>
            <p:ph idx="5" type="title"/>
          </p:nvPr>
        </p:nvSpPr>
        <p:spPr>
          <a:xfrm>
            <a:off x="478550" y="2704270"/>
            <a:ext cx="806100" cy="493800"/>
          </a:xfrm>
          <a:prstGeom prst="rect">
            <a:avLst/>
          </a:prstGeom>
        </p:spPr>
        <p:txBody>
          <a:bodyPr anchorCtr="0" anchor="ctr" bIns="100325" lIns="100325" spcFirstLastPara="1" rIns="100325" wrap="square" tIns="100325">
            <a:noAutofit/>
          </a:bodyPr>
          <a:lstStyle/>
          <a:p>
            <a:pPr indent="0" lvl="0" marL="0" rtl="0" algn="r">
              <a:spcBef>
                <a:spcPts val="0"/>
              </a:spcBef>
              <a:spcAft>
                <a:spcPts val="0"/>
              </a:spcAft>
              <a:buNone/>
            </a:pPr>
            <a:r>
              <a:rPr lang="en" sz="2633"/>
              <a:t>03.</a:t>
            </a:r>
            <a:endParaRPr sz="2633"/>
          </a:p>
        </p:txBody>
      </p:sp>
      <p:sp>
        <p:nvSpPr>
          <p:cNvPr id="376" name="Google Shape;376;p31"/>
          <p:cNvSpPr txBox="1"/>
          <p:nvPr>
            <p:ph idx="6" type="subTitle"/>
          </p:nvPr>
        </p:nvSpPr>
        <p:spPr>
          <a:xfrm>
            <a:off x="1403187" y="2704271"/>
            <a:ext cx="3351600" cy="736800"/>
          </a:xfrm>
          <a:prstGeom prst="rect">
            <a:avLst/>
          </a:prstGeom>
        </p:spPr>
        <p:txBody>
          <a:bodyPr anchorCtr="0" anchor="t" bIns="100325" lIns="100325" spcFirstLastPara="1" rIns="100325" wrap="square" tIns="100325">
            <a:noAutofit/>
          </a:bodyPr>
          <a:lstStyle/>
          <a:p>
            <a:pPr indent="0" lvl="0" marL="0" rtl="0" algn="l">
              <a:spcBef>
                <a:spcPts val="0"/>
              </a:spcBef>
              <a:spcAft>
                <a:spcPts val="0"/>
              </a:spcAft>
              <a:buNone/>
            </a:pPr>
            <a:r>
              <a:rPr lang="en" sz="1975"/>
              <a:t>Exploratory Data Analysis</a:t>
            </a:r>
            <a:endParaRPr sz="1975"/>
          </a:p>
        </p:txBody>
      </p:sp>
      <p:sp>
        <p:nvSpPr>
          <p:cNvPr id="377" name="Google Shape;377;p31"/>
          <p:cNvSpPr txBox="1"/>
          <p:nvPr>
            <p:ph idx="7" type="title"/>
          </p:nvPr>
        </p:nvSpPr>
        <p:spPr>
          <a:xfrm>
            <a:off x="478550" y="3429586"/>
            <a:ext cx="806100" cy="493800"/>
          </a:xfrm>
          <a:prstGeom prst="rect">
            <a:avLst/>
          </a:prstGeom>
        </p:spPr>
        <p:txBody>
          <a:bodyPr anchorCtr="0" anchor="ctr" bIns="100325" lIns="100325" spcFirstLastPara="1" rIns="100325" wrap="square" tIns="100325">
            <a:noAutofit/>
          </a:bodyPr>
          <a:lstStyle/>
          <a:p>
            <a:pPr indent="0" lvl="0" marL="0" rtl="0" algn="r">
              <a:spcBef>
                <a:spcPts val="0"/>
              </a:spcBef>
              <a:spcAft>
                <a:spcPts val="0"/>
              </a:spcAft>
              <a:buNone/>
            </a:pPr>
            <a:r>
              <a:rPr lang="en" sz="2633"/>
              <a:t>04.</a:t>
            </a:r>
            <a:endParaRPr sz="2633"/>
          </a:p>
        </p:txBody>
      </p:sp>
      <p:sp>
        <p:nvSpPr>
          <p:cNvPr id="378" name="Google Shape;378;p31"/>
          <p:cNvSpPr txBox="1"/>
          <p:nvPr>
            <p:ph idx="8" type="subTitle"/>
          </p:nvPr>
        </p:nvSpPr>
        <p:spPr>
          <a:xfrm>
            <a:off x="1403187" y="3429587"/>
            <a:ext cx="2929800" cy="493800"/>
          </a:xfrm>
          <a:prstGeom prst="rect">
            <a:avLst/>
          </a:prstGeom>
        </p:spPr>
        <p:txBody>
          <a:bodyPr anchorCtr="0" anchor="t" bIns="100325" lIns="100325" spcFirstLastPara="1" rIns="100325" wrap="square" tIns="100325">
            <a:noAutofit/>
          </a:bodyPr>
          <a:lstStyle/>
          <a:p>
            <a:pPr indent="0" lvl="0" marL="0" rtl="0" algn="l">
              <a:spcBef>
                <a:spcPts val="0"/>
              </a:spcBef>
              <a:spcAft>
                <a:spcPts val="0"/>
              </a:spcAft>
              <a:buNone/>
            </a:pPr>
            <a:r>
              <a:rPr lang="en" sz="1975"/>
              <a:t>Baseline Model</a:t>
            </a:r>
            <a:endParaRPr sz="1975"/>
          </a:p>
        </p:txBody>
      </p:sp>
      <p:sp>
        <p:nvSpPr>
          <p:cNvPr id="379" name="Google Shape;379;p31"/>
          <p:cNvSpPr txBox="1"/>
          <p:nvPr>
            <p:ph idx="9" type="title"/>
          </p:nvPr>
        </p:nvSpPr>
        <p:spPr>
          <a:xfrm>
            <a:off x="5078687" y="1303050"/>
            <a:ext cx="806100" cy="493800"/>
          </a:xfrm>
          <a:prstGeom prst="rect">
            <a:avLst/>
          </a:prstGeom>
        </p:spPr>
        <p:txBody>
          <a:bodyPr anchorCtr="0" anchor="ctr" bIns="100325" lIns="100325" spcFirstLastPara="1" rIns="100325" wrap="square" tIns="100325">
            <a:noAutofit/>
          </a:bodyPr>
          <a:lstStyle/>
          <a:p>
            <a:pPr indent="0" lvl="0" marL="0" rtl="0" algn="r">
              <a:spcBef>
                <a:spcPts val="0"/>
              </a:spcBef>
              <a:spcAft>
                <a:spcPts val="0"/>
              </a:spcAft>
              <a:buNone/>
            </a:pPr>
            <a:r>
              <a:rPr lang="en" sz="2633"/>
              <a:t>05.</a:t>
            </a:r>
            <a:endParaRPr sz="2633"/>
          </a:p>
        </p:txBody>
      </p:sp>
      <p:sp>
        <p:nvSpPr>
          <p:cNvPr id="380" name="Google Shape;380;p31"/>
          <p:cNvSpPr txBox="1"/>
          <p:nvPr>
            <p:ph idx="13" type="subTitle"/>
          </p:nvPr>
        </p:nvSpPr>
        <p:spPr>
          <a:xfrm>
            <a:off x="6003323" y="1303051"/>
            <a:ext cx="2929800" cy="493800"/>
          </a:xfrm>
          <a:prstGeom prst="rect">
            <a:avLst/>
          </a:prstGeom>
        </p:spPr>
        <p:txBody>
          <a:bodyPr anchorCtr="0" anchor="t" bIns="100325" lIns="100325" spcFirstLastPara="1" rIns="100325" wrap="square" tIns="100325">
            <a:noAutofit/>
          </a:bodyPr>
          <a:lstStyle/>
          <a:p>
            <a:pPr indent="0" lvl="0" marL="0" rtl="0" algn="l">
              <a:spcBef>
                <a:spcPts val="0"/>
              </a:spcBef>
              <a:spcAft>
                <a:spcPts val="0"/>
              </a:spcAft>
              <a:buNone/>
            </a:pPr>
            <a:r>
              <a:rPr lang="en" sz="1975"/>
              <a:t>Deep Learning Models</a:t>
            </a:r>
            <a:endParaRPr sz="1975"/>
          </a:p>
        </p:txBody>
      </p:sp>
      <p:sp>
        <p:nvSpPr>
          <p:cNvPr id="381" name="Google Shape;381;p31"/>
          <p:cNvSpPr txBox="1"/>
          <p:nvPr>
            <p:ph idx="14" type="title"/>
          </p:nvPr>
        </p:nvSpPr>
        <p:spPr>
          <a:xfrm>
            <a:off x="5078687" y="1978954"/>
            <a:ext cx="806100" cy="493800"/>
          </a:xfrm>
          <a:prstGeom prst="rect">
            <a:avLst/>
          </a:prstGeom>
        </p:spPr>
        <p:txBody>
          <a:bodyPr anchorCtr="0" anchor="ctr" bIns="100325" lIns="100325" spcFirstLastPara="1" rIns="100325" wrap="square" tIns="100325">
            <a:noAutofit/>
          </a:bodyPr>
          <a:lstStyle/>
          <a:p>
            <a:pPr indent="0" lvl="0" marL="0" rtl="0" algn="r">
              <a:spcBef>
                <a:spcPts val="0"/>
              </a:spcBef>
              <a:spcAft>
                <a:spcPts val="0"/>
              </a:spcAft>
              <a:buNone/>
            </a:pPr>
            <a:r>
              <a:rPr lang="en" sz="2633"/>
              <a:t>06.</a:t>
            </a:r>
            <a:endParaRPr sz="2633"/>
          </a:p>
        </p:txBody>
      </p:sp>
      <p:sp>
        <p:nvSpPr>
          <p:cNvPr id="382" name="Google Shape;382;p31"/>
          <p:cNvSpPr txBox="1"/>
          <p:nvPr>
            <p:ph idx="15" type="subTitle"/>
          </p:nvPr>
        </p:nvSpPr>
        <p:spPr>
          <a:xfrm>
            <a:off x="6003323" y="1978955"/>
            <a:ext cx="2929800" cy="493800"/>
          </a:xfrm>
          <a:prstGeom prst="rect">
            <a:avLst/>
          </a:prstGeom>
        </p:spPr>
        <p:txBody>
          <a:bodyPr anchorCtr="0" anchor="t" bIns="100325" lIns="100325" spcFirstLastPara="1" rIns="100325" wrap="square" tIns="100325">
            <a:noAutofit/>
          </a:bodyPr>
          <a:lstStyle/>
          <a:p>
            <a:pPr indent="0" lvl="0" marL="0" rtl="0" algn="l">
              <a:spcBef>
                <a:spcPts val="0"/>
              </a:spcBef>
              <a:spcAft>
                <a:spcPts val="0"/>
              </a:spcAft>
              <a:buNone/>
            </a:pPr>
            <a:r>
              <a:rPr lang="en" sz="1975"/>
              <a:t>Final Model/ Results</a:t>
            </a:r>
            <a:endParaRPr sz="1975"/>
          </a:p>
        </p:txBody>
      </p:sp>
      <p:sp>
        <p:nvSpPr>
          <p:cNvPr id="383" name="Google Shape;383;p31"/>
          <p:cNvSpPr txBox="1"/>
          <p:nvPr>
            <p:ph idx="14" type="title"/>
          </p:nvPr>
        </p:nvSpPr>
        <p:spPr>
          <a:xfrm>
            <a:off x="5078687" y="2715313"/>
            <a:ext cx="806100" cy="493800"/>
          </a:xfrm>
          <a:prstGeom prst="rect">
            <a:avLst/>
          </a:prstGeom>
        </p:spPr>
        <p:txBody>
          <a:bodyPr anchorCtr="0" anchor="ctr" bIns="100325" lIns="100325" spcFirstLastPara="1" rIns="100325" wrap="square" tIns="100325">
            <a:noAutofit/>
          </a:bodyPr>
          <a:lstStyle/>
          <a:p>
            <a:pPr indent="0" lvl="0" marL="0" rtl="0" algn="r">
              <a:spcBef>
                <a:spcPts val="0"/>
              </a:spcBef>
              <a:spcAft>
                <a:spcPts val="0"/>
              </a:spcAft>
              <a:buNone/>
            </a:pPr>
            <a:r>
              <a:rPr lang="en" sz="2633"/>
              <a:t>07.</a:t>
            </a:r>
            <a:endParaRPr sz="2633"/>
          </a:p>
        </p:txBody>
      </p:sp>
      <p:sp>
        <p:nvSpPr>
          <p:cNvPr id="384" name="Google Shape;384;p31"/>
          <p:cNvSpPr txBox="1"/>
          <p:nvPr>
            <p:ph idx="15" type="subTitle"/>
          </p:nvPr>
        </p:nvSpPr>
        <p:spPr>
          <a:xfrm>
            <a:off x="6003323" y="2761543"/>
            <a:ext cx="2929800" cy="493800"/>
          </a:xfrm>
          <a:prstGeom prst="rect">
            <a:avLst/>
          </a:prstGeom>
        </p:spPr>
        <p:txBody>
          <a:bodyPr anchorCtr="0" anchor="t" bIns="100325" lIns="100325" spcFirstLastPara="1" rIns="100325" wrap="square" tIns="100325">
            <a:noAutofit/>
          </a:bodyPr>
          <a:lstStyle/>
          <a:p>
            <a:pPr indent="0" lvl="0" marL="0" rtl="0" algn="l">
              <a:spcBef>
                <a:spcPts val="0"/>
              </a:spcBef>
              <a:spcAft>
                <a:spcPts val="0"/>
              </a:spcAft>
              <a:buNone/>
            </a:pPr>
            <a:r>
              <a:rPr lang="en" sz="1975"/>
              <a:t>Future Work</a:t>
            </a:r>
            <a:endParaRPr sz="1975"/>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8" name="Shape 388"/>
        <p:cNvGrpSpPr/>
        <p:nvPr/>
      </p:nvGrpSpPr>
      <p:grpSpPr>
        <a:xfrm>
          <a:off x="0" y="0"/>
          <a:ext cx="0" cy="0"/>
          <a:chOff x="0" y="0"/>
          <a:chExt cx="0" cy="0"/>
        </a:xfrm>
      </p:grpSpPr>
      <p:sp>
        <p:nvSpPr>
          <p:cNvPr id="389" name="Google Shape;389;p3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Sepsis: A Critical Healthcare Crisis</a:t>
            </a:r>
            <a:endParaRPr/>
          </a:p>
        </p:txBody>
      </p:sp>
      <p:sp>
        <p:nvSpPr>
          <p:cNvPr id="390" name="Google Shape;390;p32"/>
          <p:cNvSpPr txBox="1"/>
          <p:nvPr/>
        </p:nvSpPr>
        <p:spPr>
          <a:xfrm>
            <a:off x="593275" y="1298375"/>
            <a:ext cx="4136700" cy="2532300"/>
          </a:xfrm>
          <a:prstGeom prst="rect">
            <a:avLst/>
          </a:prstGeom>
          <a:noFill/>
          <a:ln>
            <a:noFill/>
          </a:ln>
        </p:spPr>
        <p:txBody>
          <a:bodyPr anchorCtr="0" anchor="t" bIns="91425" lIns="91425" spcFirstLastPara="1" rIns="91425" wrap="square" tIns="91425">
            <a:noAutofit/>
          </a:bodyPr>
          <a:lstStyle/>
          <a:p>
            <a:pPr indent="-355600" lvl="0" marL="457200" rtl="0" algn="l">
              <a:spcBef>
                <a:spcPts val="0"/>
              </a:spcBef>
              <a:spcAft>
                <a:spcPts val="0"/>
              </a:spcAft>
              <a:buClr>
                <a:schemeClr val="dk2"/>
              </a:buClr>
              <a:buSzPts val="2000"/>
              <a:buFont typeface="Gothic A1"/>
              <a:buChar char="●"/>
            </a:pPr>
            <a:r>
              <a:rPr lang="en" sz="2000">
                <a:solidFill>
                  <a:schemeClr val="dk2"/>
                </a:solidFill>
                <a:latin typeface="Gothic A1"/>
                <a:ea typeface="Gothic A1"/>
                <a:cs typeface="Gothic A1"/>
                <a:sym typeface="Gothic A1"/>
              </a:rPr>
              <a:t>Leading cause of death in US hospitals</a:t>
            </a:r>
            <a:endParaRPr sz="2000">
              <a:solidFill>
                <a:schemeClr val="dk2"/>
              </a:solidFill>
              <a:latin typeface="Gothic A1"/>
              <a:ea typeface="Gothic A1"/>
              <a:cs typeface="Gothic A1"/>
              <a:sym typeface="Gothic A1"/>
            </a:endParaRPr>
          </a:p>
          <a:p>
            <a:pPr indent="-355600" lvl="0" marL="457200" rtl="0" algn="l">
              <a:spcBef>
                <a:spcPts val="500"/>
              </a:spcBef>
              <a:spcAft>
                <a:spcPts val="0"/>
              </a:spcAft>
              <a:buClr>
                <a:schemeClr val="dk2"/>
              </a:buClr>
              <a:buSzPts val="2000"/>
              <a:buFont typeface="Gothic A1"/>
              <a:buChar char="●"/>
            </a:pPr>
            <a:r>
              <a:rPr lang="en" sz="2000">
                <a:solidFill>
                  <a:schemeClr val="dk2"/>
                </a:solidFill>
                <a:latin typeface="Gothic A1"/>
                <a:ea typeface="Gothic A1"/>
                <a:cs typeface="Gothic A1"/>
                <a:sym typeface="Gothic A1"/>
              </a:rPr>
              <a:t>1.7M cases, ~350K deaths annually in U.S.</a:t>
            </a:r>
            <a:endParaRPr sz="2000">
              <a:solidFill>
                <a:schemeClr val="dk2"/>
              </a:solidFill>
              <a:latin typeface="Gothic A1"/>
              <a:ea typeface="Gothic A1"/>
              <a:cs typeface="Gothic A1"/>
              <a:sym typeface="Gothic A1"/>
            </a:endParaRPr>
          </a:p>
          <a:p>
            <a:pPr indent="-355600" lvl="0" marL="457200" rtl="0" algn="l">
              <a:spcBef>
                <a:spcPts val="500"/>
              </a:spcBef>
              <a:spcAft>
                <a:spcPts val="0"/>
              </a:spcAft>
              <a:buClr>
                <a:schemeClr val="dk2"/>
              </a:buClr>
              <a:buSzPts val="2000"/>
              <a:buFont typeface="Gothic A1"/>
              <a:buChar char="●"/>
            </a:pPr>
            <a:r>
              <a:rPr lang="en" sz="2000">
                <a:solidFill>
                  <a:schemeClr val="dk2"/>
                </a:solidFill>
                <a:latin typeface="Gothic A1"/>
                <a:ea typeface="Gothic A1"/>
                <a:cs typeface="Gothic A1"/>
                <a:sym typeface="Gothic A1"/>
              </a:rPr>
              <a:t>$24B annual healthcare cost</a:t>
            </a:r>
            <a:endParaRPr sz="2000">
              <a:solidFill>
                <a:schemeClr val="dk2"/>
              </a:solidFill>
              <a:latin typeface="Gothic A1"/>
              <a:ea typeface="Gothic A1"/>
              <a:cs typeface="Gothic A1"/>
              <a:sym typeface="Gothic A1"/>
            </a:endParaRPr>
          </a:p>
          <a:p>
            <a:pPr indent="-355600" lvl="0" marL="457200" rtl="0" algn="l">
              <a:spcBef>
                <a:spcPts val="500"/>
              </a:spcBef>
              <a:spcAft>
                <a:spcPts val="0"/>
              </a:spcAft>
              <a:buClr>
                <a:schemeClr val="dk2"/>
              </a:buClr>
              <a:buSzPts val="2000"/>
              <a:buFont typeface="Gothic A1"/>
              <a:buChar char="●"/>
            </a:pPr>
            <a:r>
              <a:rPr b="1" lang="en" sz="2000">
                <a:solidFill>
                  <a:schemeClr val="dk2"/>
                </a:solidFill>
                <a:latin typeface="Gothic A1"/>
                <a:ea typeface="Gothic A1"/>
                <a:cs typeface="Gothic A1"/>
                <a:sym typeface="Gothic A1"/>
              </a:rPr>
              <a:t>Every hour of delay: 4-9% mortality increase</a:t>
            </a:r>
            <a:endParaRPr sz="2000">
              <a:solidFill>
                <a:schemeClr val="dk2"/>
              </a:solidFill>
              <a:latin typeface="Gothic A1"/>
              <a:ea typeface="Gothic A1"/>
              <a:cs typeface="Gothic A1"/>
              <a:sym typeface="Gothic A1"/>
            </a:endParaRPr>
          </a:p>
          <a:p>
            <a:pPr indent="0" lvl="0" marL="0" rtl="0" algn="l">
              <a:spcBef>
                <a:spcPts val="500"/>
              </a:spcBef>
              <a:spcAft>
                <a:spcPts val="0"/>
              </a:spcAft>
              <a:buNone/>
            </a:pPr>
            <a:r>
              <a:t/>
            </a:r>
            <a:endParaRPr sz="2000">
              <a:solidFill>
                <a:schemeClr val="dk2"/>
              </a:solidFill>
              <a:latin typeface="Gothic A1"/>
              <a:ea typeface="Gothic A1"/>
              <a:cs typeface="Gothic A1"/>
              <a:sym typeface="Gothic A1"/>
            </a:endParaRPr>
          </a:p>
        </p:txBody>
      </p:sp>
      <p:pic>
        <p:nvPicPr>
          <p:cNvPr id="391" name="Google Shape;391;p32"/>
          <p:cNvPicPr preferRelativeResize="0"/>
          <p:nvPr/>
        </p:nvPicPr>
        <p:blipFill rotWithShape="1">
          <a:blip r:embed="rId3">
            <a:alphaModFix/>
          </a:blip>
          <a:srcRect b="31132" l="0" r="0" t="21939"/>
          <a:stretch/>
        </p:blipFill>
        <p:spPr>
          <a:xfrm>
            <a:off x="4657825" y="1227525"/>
            <a:ext cx="4558326" cy="2673975"/>
          </a:xfrm>
          <a:prstGeom prst="rect">
            <a:avLst/>
          </a:prstGeom>
          <a:noFill/>
          <a:ln>
            <a:noFill/>
          </a:ln>
        </p:spPr>
      </p:pic>
      <p:sp>
        <p:nvSpPr>
          <p:cNvPr id="392" name="Google Shape;392;p32"/>
          <p:cNvSpPr txBox="1"/>
          <p:nvPr/>
        </p:nvSpPr>
        <p:spPr>
          <a:xfrm>
            <a:off x="914850" y="4111325"/>
            <a:ext cx="7704000" cy="739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2100">
                <a:solidFill>
                  <a:schemeClr val="dk2"/>
                </a:solidFill>
                <a:latin typeface="Gothic A1"/>
                <a:ea typeface="Gothic A1"/>
                <a:cs typeface="Gothic A1"/>
                <a:sym typeface="Gothic A1"/>
              </a:rPr>
              <a:t>Our Goal:</a:t>
            </a:r>
            <a:r>
              <a:rPr lang="en" sz="2100">
                <a:solidFill>
                  <a:schemeClr val="dk2"/>
                </a:solidFill>
                <a:latin typeface="Gothic A1"/>
                <a:ea typeface="Gothic A1"/>
                <a:cs typeface="Gothic A1"/>
                <a:sym typeface="Gothic A1"/>
              </a:rPr>
              <a:t> Deep learning model for early ICU sepsis detection</a:t>
            </a:r>
            <a:endParaRPr sz="1300">
              <a:solidFill>
                <a:schemeClr val="dk2"/>
              </a:solidFill>
              <a:latin typeface="Gothic A1"/>
              <a:ea typeface="Gothic A1"/>
              <a:cs typeface="Gothic A1"/>
              <a:sym typeface="Gothic A1"/>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6" name="Shape 396"/>
        <p:cNvGrpSpPr/>
        <p:nvPr/>
      </p:nvGrpSpPr>
      <p:grpSpPr>
        <a:xfrm>
          <a:off x="0" y="0"/>
          <a:ext cx="0" cy="0"/>
          <a:chOff x="0" y="0"/>
          <a:chExt cx="0" cy="0"/>
        </a:xfrm>
      </p:grpSpPr>
      <p:sp>
        <p:nvSpPr>
          <p:cNvPr id="397" name="Google Shape;397;p3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Exploratory Data Analysis</a:t>
            </a:r>
            <a:endParaRPr/>
          </a:p>
        </p:txBody>
      </p:sp>
      <p:sp>
        <p:nvSpPr>
          <p:cNvPr id="398" name="Google Shape;398;p33"/>
          <p:cNvSpPr txBox="1"/>
          <p:nvPr/>
        </p:nvSpPr>
        <p:spPr>
          <a:xfrm>
            <a:off x="720000" y="1298375"/>
            <a:ext cx="4018800" cy="3091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200"/>
              </a:spcBef>
              <a:spcAft>
                <a:spcPts val="0"/>
              </a:spcAft>
              <a:buNone/>
            </a:pPr>
            <a:r>
              <a:rPr b="1" lang="en" sz="1900">
                <a:solidFill>
                  <a:schemeClr val="dk2"/>
                </a:solidFill>
                <a:latin typeface="Gothic A1"/>
                <a:ea typeface="Gothic A1"/>
                <a:cs typeface="Gothic A1"/>
                <a:sym typeface="Gothic A1"/>
              </a:rPr>
              <a:t>Dataset:</a:t>
            </a:r>
            <a:r>
              <a:rPr lang="en" sz="1900">
                <a:solidFill>
                  <a:schemeClr val="dk2"/>
                </a:solidFill>
                <a:latin typeface="Gothic A1"/>
                <a:ea typeface="Gothic A1"/>
                <a:cs typeface="Gothic A1"/>
                <a:sym typeface="Gothic A1"/>
              </a:rPr>
              <a:t> </a:t>
            </a:r>
            <a:endParaRPr sz="1900">
              <a:solidFill>
                <a:schemeClr val="dk2"/>
              </a:solidFill>
              <a:latin typeface="Gothic A1"/>
              <a:ea typeface="Gothic A1"/>
              <a:cs typeface="Gothic A1"/>
              <a:sym typeface="Gothic A1"/>
            </a:endParaRPr>
          </a:p>
          <a:p>
            <a:pPr indent="-349250" lvl="0" marL="457200" rtl="0" algn="l">
              <a:lnSpc>
                <a:spcPct val="115000"/>
              </a:lnSpc>
              <a:spcBef>
                <a:spcPts val="1200"/>
              </a:spcBef>
              <a:spcAft>
                <a:spcPts val="0"/>
              </a:spcAft>
              <a:buClr>
                <a:schemeClr val="dk2"/>
              </a:buClr>
              <a:buSzPts val="1900"/>
              <a:buFont typeface="Gothic A1"/>
              <a:buChar char="●"/>
            </a:pPr>
            <a:r>
              <a:rPr lang="en" sz="1900">
                <a:solidFill>
                  <a:schemeClr val="dk2"/>
                </a:solidFill>
                <a:latin typeface="Gothic A1"/>
                <a:ea typeface="Gothic A1"/>
                <a:cs typeface="Gothic A1"/>
                <a:sym typeface="Gothic A1"/>
              </a:rPr>
              <a:t>40,000+ ICU patients from 2 hospitals</a:t>
            </a:r>
            <a:endParaRPr sz="1900">
              <a:solidFill>
                <a:schemeClr val="dk2"/>
              </a:solidFill>
              <a:latin typeface="Gothic A1"/>
              <a:ea typeface="Gothic A1"/>
              <a:cs typeface="Gothic A1"/>
              <a:sym typeface="Gothic A1"/>
            </a:endParaRPr>
          </a:p>
          <a:p>
            <a:pPr indent="-349250" lvl="0" marL="457200" rtl="0" algn="l">
              <a:lnSpc>
                <a:spcPct val="115000"/>
              </a:lnSpc>
              <a:spcBef>
                <a:spcPts val="1200"/>
              </a:spcBef>
              <a:spcAft>
                <a:spcPts val="0"/>
              </a:spcAft>
              <a:buClr>
                <a:schemeClr val="dk2"/>
              </a:buClr>
              <a:buSzPts val="1900"/>
              <a:buFont typeface="Gothic A1"/>
              <a:buChar char="●"/>
            </a:pPr>
            <a:r>
              <a:rPr lang="en" sz="1900">
                <a:solidFill>
                  <a:schemeClr val="dk2"/>
                </a:solidFill>
                <a:latin typeface="Gothic A1"/>
                <a:ea typeface="Gothic A1"/>
                <a:cs typeface="Gothic A1"/>
                <a:sym typeface="Gothic A1"/>
              </a:rPr>
              <a:t>Hourly time-series: 40 clinical variables + demographics</a:t>
            </a:r>
            <a:endParaRPr sz="1900">
              <a:solidFill>
                <a:schemeClr val="dk2"/>
              </a:solidFill>
              <a:latin typeface="Gothic A1"/>
              <a:ea typeface="Gothic A1"/>
              <a:cs typeface="Gothic A1"/>
              <a:sym typeface="Gothic A1"/>
            </a:endParaRPr>
          </a:p>
          <a:p>
            <a:pPr indent="-349250" lvl="1" marL="914400" rtl="0" algn="l">
              <a:lnSpc>
                <a:spcPct val="115000"/>
              </a:lnSpc>
              <a:spcBef>
                <a:spcPts val="1200"/>
              </a:spcBef>
              <a:spcAft>
                <a:spcPts val="300"/>
              </a:spcAft>
              <a:buClr>
                <a:schemeClr val="dk2"/>
              </a:buClr>
              <a:buSzPts val="1900"/>
              <a:buFont typeface="Gothic A1"/>
              <a:buChar char="○"/>
            </a:pPr>
            <a:r>
              <a:rPr lang="en" sz="1900">
                <a:solidFill>
                  <a:schemeClr val="dk2"/>
                </a:solidFill>
                <a:latin typeface="Gothic A1"/>
                <a:ea typeface="Gothic A1"/>
                <a:cs typeface="Gothic A1"/>
                <a:sym typeface="Gothic A1"/>
              </a:rPr>
              <a:t>e.g.: HR, temp, potassium levels, age, gender</a:t>
            </a:r>
            <a:endParaRPr sz="1900">
              <a:solidFill>
                <a:schemeClr val="dk2"/>
              </a:solidFill>
              <a:latin typeface="Gothic A1"/>
              <a:ea typeface="Gothic A1"/>
              <a:cs typeface="Gothic A1"/>
              <a:sym typeface="Gothic A1"/>
            </a:endParaRPr>
          </a:p>
        </p:txBody>
      </p:sp>
      <p:sp>
        <p:nvSpPr>
          <p:cNvPr id="399" name="Google Shape;399;p33"/>
          <p:cNvSpPr txBox="1"/>
          <p:nvPr/>
        </p:nvSpPr>
        <p:spPr>
          <a:xfrm>
            <a:off x="4804750" y="1298375"/>
            <a:ext cx="3893100" cy="34449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200"/>
              </a:spcBef>
              <a:spcAft>
                <a:spcPts val="0"/>
              </a:spcAft>
              <a:buNone/>
            </a:pPr>
            <a:r>
              <a:rPr b="1" lang="en" sz="1800">
                <a:solidFill>
                  <a:schemeClr val="dk2"/>
                </a:solidFill>
                <a:latin typeface="Gothic A1"/>
                <a:ea typeface="Gothic A1"/>
                <a:cs typeface="Gothic A1"/>
                <a:sym typeface="Gothic A1"/>
              </a:rPr>
              <a:t>Key Challenges:</a:t>
            </a:r>
            <a:endParaRPr b="1" sz="1800">
              <a:solidFill>
                <a:schemeClr val="dk2"/>
              </a:solidFill>
              <a:latin typeface="Gothic A1"/>
              <a:ea typeface="Gothic A1"/>
              <a:cs typeface="Gothic A1"/>
              <a:sym typeface="Gothic A1"/>
            </a:endParaRPr>
          </a:p>
          <a:p>
            <a:pPr indent="-342900" lvl="0" marL="457200" rtl="0" algn="l">
              <a:lnSpc>
                <a:spcPct val="115000"/>
              </a:lnSpc>
              <a:spcBef>
                <a:spcPts val="1200"/>
              </a:spcBef>
              <a:spcAft>
                <a:spcPts val="0"/>
              </a:spcAft>
              <a:buClr>
                <a:schemeClr val="dk2"/>
              </a:buClr>
              <a:buSzPts val="1800"/>
              <a:buChar char="●"/>
            </a:pPr>
            <a:r>
              <a:rPr lang="en" sz="1800">
                <a:solidFill>
                  <a:schemeClr val="dk2"/>
                </a:solidFill>
                <a:latin typeface="Gothic A1"/>
                <a:ea typeface="Gothic A1"/>
                <a:cs typeface="Gothic A1"/>
                <a:sym typeface="Gothic A1"/>
              </a:rPr>
              <a:t>Severe class imbalance: </a:t>
            </a:r>
            <a:endParaRPr sz="1800">
              <a:solidFill>
                <a:schemeClr val="dk2"/>
              </a:solidFill>
              <a:latin typeface="Gothic A1"/>
              <a:ea typeface="Gothic A1"/>
              <a:cs typeface="Gothic A1"/>
              <a:sym typeface="Gothic A1"/>
            </a:endParaRPr>
          </a:p>
          <a:p>
            <a:pPr indent="457200" lvl="0" marL="457200" rtl="0" algn="l">
              <a:lnSpc>
                <a:spcPct val="115000"/>
              </a:lnSpc>
              <a:spcBef>
                <a:spcPts val="1200"/>
              </a:spcBef>
              <a:spcAft>
                <a:spcPts val="0"/>
              </a:spcAft>
              <a:buNone/>
            </a:pPr>
            <a:r>
              <a:rPr b="1" lang="en" sz="1800">
                <a:solidFill>
                  <a:schemeClr val="dk2"/>
                </a:solidFill>
                <a:latin typeface="Gothic A1"/>
                <a:ea typeface="Gothic A1"/>
                <a:cs typeface="Gothic A1"/>
                <a:sym typeface="Gothic A1"/>
              </a:rPr>
              <a:t>7% sepsis rate</a:t>
            </a:r>
            <a:endParaRPr b="1" sz="1800">
              <a:solidFill>
                <a:schemeClr val="dk2"/>
              </a:solidFill>
              <a:latin typeface="Gothic A1"/>
              <a:ea typeface="Gothic A1"/>
              <a:cs typeface="Gothic A1"/>
              <a:sym typeface="Gothic A1"/>
            </a:endParaRPr>
          </a:p>
          <a:p>
            <a:pPr indent="-342900" lvl="0" marL="457200" rtl="0" algn="l">
              <a:lnSpc>
                <a:spcPct val="115000"/>
              </a:lnSpc>
              <a:spcBef>
                <a:spcPts val="1200"/>
              </a:spcBef>
              <a:spcAft>
                <a:spcPts val="0"/>
              </a:spcAft>
              <a:buClr>
                <a:schemeClr val="dk2"/>
              </a:buClr>
              <a:buSzPts val="1800"/>
              <a:buChar char="●"/>
            </a:pPr>
            <a:r>
              <a:rPr lang="en" sz="1800">
                <a:solidFill>
                  <a:schemeClr val="dk2"/>
                </a:solidFill>
                <a:latin typeface="Gothic A1"/>
                <a:ea typeface="Gothic A1"/>
                <a:cs typeface="Gothic A1"/>
                <a:sym typeface="Gothic A1"/>
              </a:rPr>
              <a:t>Massive scale: </a:t>
            </a:r>
            <a:endParaRPr sz="1800">
              <a:solidFill>
                <a:schemeClr val="dk2"/>
              </a:solidFill>
              <a:latin typeface="Gothic A1"/>
              <a:ea typeface="Gothic A1"/>
              <a:cs typeface="Gothic A1"/>
              <a:sym typeface="Gothic A1"/>
            </a:endParaRPr>
          </a:p>
          <a:p>
            <a:pPr indent="457200" lvl="0" marL="457200" rtl="0" algn="l">
              <a:lnSpc>
                <a:spcPct val="115000"/>
              </a:lnSpc>
              <a:spcBef>
                <a:spcPts val="1200"/>
              </a:spcBef>
              <a:spcAft>
                <a:spcPts val="0"/>
              </a:spcAft>
              <a:buNone/>
            </a:pPr>
            <a:r>
              <a:rPr b="1" lang="en" sz="1800">
                <a:solidFill>
                  <a:schemeClr val="dk2"/>
                </a:solidFill>
                <a:latin typeface="Gothic A1"/>
                <a:ea typeface="Gothic A1"/>
                <a:cs typeface="Gothic A1"/>
                <a:sym typeface="Gothic A1"/>
              </a:rPr>
              <a:t>1.4M+ hourly records</a:t>
            </a:r>
            <a:endParaRPr b="1" sz="1800">
              <a:solidFill>
                <a:schemeClr val="dk2"/>
              </a:solidFill>
              <a:latin typeface="Gothic A1"/>
              <a:ea typeface="Gothic A1"/>
              <a:cs typeface="Gothic A1"/>
              <a:sym typeface="Gothic A1"/>
            </a:endParaRPr>
          </a:p>
          <a:p>
            <a:pPr indent="-342900" lvl="0" marL="457200" rtl="0" algn="l">
              <a:lnSpc>
                <a:spcPct val="115000"/>
              </a:lnSpc>
              <a:spcBef>
                <a:spcPts val="1200"/>
              </a:spcBef>
              <a:spcAft>
                <a:spcPts val="0"/>
              </a:spcAft>
              <a:buClr>
                <a:schemeClr val="dk2"/>
              </a:buClr>
              <a:buSzPts val="1800"/>
              <a:buChar char="●"/>
            </a:pPr>
            <a:r>
              <a:rPr lang="en" sz="1800">
                <a:solidFill>
                  <a:schemeClr val="dk2"/>
                </a:solidFill>
                <a:latin typeface="Gothic A1"/>
                <a:ea typeface="Gothic A1"/>
                <a:cs typeface="Gothic A1"/>
                <a:sym typeface="Gothic A1"/>
              </a:rPr>
              <a:t>Lots of missing values: </a:t>
            </a:r>
            <a:endParaRPr sz="1800">
              <a:solidFill>
                <a:schemeClr val="dk2"/>
              </a:solidFill>
              <a:latin typeface="Gothic A1"/>
              <a:ea typeface="Gothic A1"/>
              <a:cs typeface="Gothic A1"/>
              <a:sym typeface="Gothic A1"/>
            </a:endParaRPr>
          </a:p>
          <a:p>
            <a:pPr indent="457200" lvl="0" marL="457200" rtl="0" algn="l">
              <a:lnSpc>
                <a:spcPct val="115000"/>
              </a:lnSpc>
              <a:spcBef>
                <a:spcPts val="1200"/>
              </a:spcBef>
              <a:spcAft>
                <a:spcPts val="0"/>
              </a:spcAft>
              <a:buNone/>
            </a:pPr>
            <a:r>
              <a:rPr b="1" lang="en" sz="1800">
                <a:solidFill>
                  <a:schemeClr val="dk2"/>
                </a:solidFill>
                <a:latin typeface="Gothic A1"/>
                <a:ea typeface="Gothic A1"/>
                <a:cs typeface="Gothic A1"/>
                <a:sym typeface="Gothic A1"/>
              </a:rPr>
              <a:t>~20% data density</a:t>
            </a:r>
            <a:endParaRPr sz="1800">
              <a:solidFill>
                <a:schemeClr val="dk2"/>
              </a:solidFill>
              <a:latin typeface="Gothic A1"/>
              <a:ea typeface="Gothic A1"/>
              <a:cs typeface="Gothic A1"/>
              <a:sym typeface="Gothic A1"/>
            </a:endParaRPr>
          </a:p>
          <a:p>
            <a:pPr indent="0" lvl="0" marL="0" rtl="0" algn="l">
              <a:spcBef>
                <a:spcPts val="1200"/>
              </a:spcBef>
              <a:spcAft>
                <a:spcPts val="0"/>
              </a:spcAft>
              <a:buNone/>
            </a:pPr>
            <a:r>
              <a:t/>
            </a:r>
            <a:endParaRPr sz="1800">
              <a:solidFill>
                <a:schemeClr val="dk2"/>
              </a:solidFill>
              <a:latin typeface="Gothic A1"/>
              <a:ea typeface="Gothic A1"/>
              <a:cs typeface="Gothic A1"/>
              <a:sym typeface="Gothic A1"/>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3" name="Shape 403"/>
        <p:cNvGrpSpPr/>
        <p:nvPr/>
      </p:nvGrpSpPr>
      <p:grpSpPr>
        <a:xfrm>
          <a:off x="0" y="0"/>
          <a:ext cx="0" cy="0"/>
          <a:chOff x="0" y="0"/>
          <a:chExt cx="0" cy="0"/>
        </a:xfrm>
      </p:grpSpPr>
      <p:sp>
        <p:nvSpPr>
          <p:cNvPr id="404" name="Google Shape;404;p3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Exploratory Data Analysis</a:t>
            </a:r>
            <a:endParaRPr/>
          </a:p>
        </p:txBody>
      </p:sp>
      <p:sp>
        <p:nvSpPr>
          <p:cNvPr id="405" name="Google Shape;405;p34"/>
          <p:cNvSpPr txBox="1"/>
          <p:nvPr/>
        </p:nvSpPr>
        <p:spPr>
          <a:xfrm>
            <a:off x="198775" y="1298375"/>
            <a:ext cx="4539900" cy="3720900"/>
          </a:xfrm>
          <a:prstGeom prst="rect">
            <a:avLst/>
          </a:prstGeom>
          <a:noFill/>
          <a:ln>
            <a:noFill/>
          </a:ln>
        </p:spPr>
        <p:txBody>
          <a:bodyPr anchorCtr="0" anchor="t" bIns="91425" lIns="91425" spcFirstLastPara="1" rIns="91425" wrap="square" tIns="91425">
            <a:noAutofit/>
          </a:bodyPr>
          <a:lstStyle/>
          <a:p>
            <a:pPr indent="-349250" lvl="0" marL="457200" rtl="0" algn="l">
              <a:lnSpc>
                <a:spcPct val="115000"/>
              </a:lnSpc>
              <a:spcBef>
                <a:spcPts val="1200"/>
              </a:spcBef>
              <a:spcAft>
                <a:spcPts val="0"/>
              </a:spcAft>
              <a:buSzPts val="1900"/>
              <a:buFont typeface="Gothic A1"/>
              <a:buChar char="●"/>
            </a:pPr>
            <a:r>
              <a:rPr lang="en" sz="1900">
                <a:latin typeface="Gothic A1"/>
                <a:ea typeface="Gothic A1"/>
                <a:cs typeface="Gothic A1"/>
                <a:sym typeface="Gothic A1"/>
              </a:rPr>
              <a:t>Cohen’s </a:t>
            </a:r>
            <a:r>
              <a:rPr i="1" lang="en" sz="1900">
                <a:latin typeface="Gothic A1"/>
                <a:ea typeface="Gothic A1"/>
                <a:cs typeface="Gothic A1"/>
                <a:sym typeface="Gothic A1"/>
              </a:rPr>
              <a:t>d</a:t>
            </a:r>
            <a:r>
              <a:rPr lang="en" sz="1900">
                <a:latin typeface="Gothic A1"/>
                <a:ea typeface="Gothic A1"/>
                <a:cs typeface="Gothic A1"/>
                <a:sym typeface="Gothic A1"/>
              </a:rPr>
              <a:t> measures </a:t>
            </a:r>
            <a:r>
              <a:rPr b="1" lang="en" sz="1900">
                <a:latin typeface="Gothic A1"/>
                <a:ea typeface="Gothic A1"/>
                <a:cs typeface="Gothic A1"/>
                <a:sym typeface="Gothic A1"/>
              </a:rPr>
              <a:t>how far apart two group means are.</a:t>
            </a:r>
            <a:endParaRPr b="1" sz="1900">
              <a:latin typeface="Gothic A1"/>
              <a:ea typeface="Gothic A1"/>
              <a:cs typeface="Gothic A1"/>
              <a:sym typeface="Gothic A1"/>
            </a:endParaRPr>
          </a:p>
          <a:p>
            <a:pPr indent="-349250" lvl="0" marL="457200" rtl="0" algn="l">
              <a:lnSpc>
                <a:spcPct val="115000"/>
              </a:lnSpc>
              <a:spcBef>
                <a:spcPts val="0"/>
              </a:spcBef>
              <a:spcAft>
                <a:spcPts val="0"/>
              </a:spcAft>
              <a:buSzPts val="1900"/>
              <a:buFont typeface="Gothic A1"/>
              <a:buChar char="●"/>
            </a:pPr>
            <a:r>
              <a:rPr lang="en" sz="1900">
                <a:latin typeface="Gothic A1"/>
                <a:ea typeface="Gothic A1"/>
                <a:cs typeface="Gothic A1"/>
                <a:sym typeface="Gothic A1"/>
              </a:rPr>
              <a:t>|d| &lt; 0.2: negligible; 0.2–0.5: small; 0.5–0.8: moderate; ≥ 0.8: large.</a:t>
            </a:r>
            <a:endParaRPr sz="1900">
              <a:latin typeface="Gothic A1"/>
              <a:ea typeface="Gothic A1"/>
              <a:cs typeface="Gothic A1"/>
              <a:sym typeface="Gothic A1"/>
            </a:endParaRPr>
          </a:p>
          <a:p>
            <a:pPr indent="-349250" lvl="0" marL="457200" rtl="0" algn="l">
              <a:lnSpc>
                <a:spcPct val="115000"/>
              </a:lnSpc>
              <a:spcBef>
                <a:spcPts val="0"/>
              </a:spcBef>
              <a:spcAft>
                <a:spcPts val="0"/>
              </a:spcAft>
              <a:buSzPts val="1900"/>
              <a:buFont typeface="Gothic A1"/>
              <a:buChar char="●"/>
            </a:pPr>
            <a:r>
              <a:rPr lang="en" sz="1900">
                <a:latin typeface="Gothic A1"/>
                <a:ea typeface="Gothic A1"/>
                <a:cs typeface="Gothic A1"/>
                <a:sym typeface="Gothic A1"/>
              </a:rPr>
              <a:t>Separation is small but consistent across several vitals/labs</a:t>
            </a:r>
            <a:endParaRPr sz="1900">
              <a:latin typeface="Gothic A1"/>
              <a:ea typeface="Gothic A1"/>
              <a:cs typeface="Gothic A1"/>
              <a:sym typeface="Gothic A1"/>
            </a:endParaRPr>
          </a:p>
          <a:p>
            <a:pPr indent="-349250" lvl="0" marL="457200" rtl="0" algn="l">
              <a:lnSpc>
                <a:spcPct val="115000"/>
              </a:lnSpc>
              <a:spcBef>
                <a:spcPts val="0"/>
              </a:spcBef>
              <a:spcAft>
                <a:spcPts val="0"/>
              </a:spcAft>
              <a:buSzPts val="1900"/>
              <a:buFont typeface="Gothic A1"/>
              <a:buChar char="●"/>
            </a:pPr>
            <a:r>
              <a:rPr lang="en" sz="1900">
                <a:latin typeface="Gothic A1"/>
                <a:ea typeface="Gothic A1"/>
                <a:cs typeface="Gothic A1"/>
                <a:sym typeface="Gothic A1"/>
              </a:rPr>
              <a:t>Top separators (by |d|) highlight HR, BUN, Resp, Calcium, Temp</a:t>
            </a:r>
            <a:endParaRPr sz="1900">
              <a:latin typeface="Gothic A1"/>
              <a:ea typeface="Gothic A1"/>
              <a:cs typeface="Gothic A1"/>
              <a:sym typeface="Gothic A1"/>
            </a:endParaRPr>
          </a:p>
          <a:p>
            <a:pPr indent="-349250" lvl="0" marL="457200" rtl="0" algn="l">
              <a:lnSpc>
                <a:spcPct val="115000"/>
              </a:lnSpc>
              <a:spcBef>
                <a:spcPts val="0"/>
              </a:spcBef>
              <a:spcAft>
                <a:spcPts val="0"/>
              </a:spcAft>
              <a:buSzPts val="1900"/>
              <a:buFont typeface="Gothic A1"/>
              <a:buChar char="●"/>
            </a:pPr>
            <a:r>
              <a:rPr lang="en" sz="1900">
                <a:latin typeface="Gothic A1"/>
                <a:ea typeface="Gothic A1"/>
                <a:cs typeface="Gothic A1"/>
                <a:sym typeface="Gothic A1"/>
              </a:rPr>
              <a:t>Positive d ⇒ higher in septic; negative d ⇒ higher in non-septic</a:t>
            </a:r>
            <a:endParaRPr sz="1900">
              <a:latin typeface="Gothic A1"/>
              <a:ea typeface="Gothic A1"/>
              <a:cs typeface="Gothic A1"/>
              <a:sym typeface="Gothic A1"/>
            </a:endParaRPr>
          </a:p>
          <a:p>
            <a:pPr indent="0" lvl="0" marL="457200" rtl="0" algn="l">
              <a:lnSpc>
                <a:spcPct val="115000"/>
              </a:lnSpc>
              <a:spcBef>
                <a:spcPts val="300"/>
              </a:spcBef>
              <a:spcAft>
                <a:spcPts val="0"/>
              </a:spcAft>
              <a:buNone/>
            </a:pPr>
            <a:r>
              <a:t/>
            </a:r>
            <a:endParaRPr sz="1800">
              <a:latin typeface="Calibri"/>
              <a:ea typeface="Calibri"/>
              <a:cs typeface="Calibri"/>
              <a:sym typeface="Calibri"/>
            </a:endParaRPr>
          </a:p>
          <a:p>
            <a:pPr indent="0" lvl="0" marL="0" rtl="0" algn="l">
              <a:lnSpc>
                <a:spcPct val="115000"/>
              </a:lnSpc>
              <a:spcBef>
                <a:spcPts val="1200"/>
              </a:spcBef>
              <a:spcAft>
                <a:spcPts val="300"/>
              </a:spcAft>
              <a:buNone/>
            </a:pPr>
            <a:r>
              <a:t/>
            </a:r>
            <a:endParaRPr b="1" sz="1900">
              <a:latin typeface="Gothic A1"/>
              <a:ea typeface="Gothic A1"/>
              <a:cs typeface="Gothic A1"/>
              <a:sym typeface="Gothic A1"/>
            </a:endParaRPr>
          </a:p>
        </p:txBody>
      </p:sp>
      <p:sp>
        <p:nvSpPr>
          <p:cNvPr id="406" name="Google Shape;406;p34"/>
          <p:cNvSpPr txBox="1"/>
          <p:nvPr/>
        </p:nvSpPr>
        <p:spPr>
          <a:xfrm>
            <a:off x="4738675" y="1298375"/>
            <a:ext cx="3893100" cy="3542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sz="1800">
              <a:solidFill>
                <a:schemeClr val="dk2"/>
              </a:solidFill>
              <a:latin typeface="Gothic A1"/>
              <a:ea typeface="Gothic A1"/>
              <a:cs typeface="Gothic A1"/>
              <a:sym typeface="Gothic A1"/>
            </a:endParaRPr>
          </a:p>
        </p:txBody>
      </p:sp>
      <p:pic>
        <p:nvPicPr>
          <p:cNvPr id="407" name="Google Shape;407;p34" title="cohens_d_signed_bar.png"/>
          <p:cNvPicPr preferRelativeResize="0"/>
          <p:nvPr/>
        </p:nvPicPr>
        <p:blipFill>
          <a:blip r:embed="rId3">
            <a:alphaModFix/>
          </a:blip>
          <a:stretch>
            <a:fillRect/>
          </a:stretch>
        </p:blipFill>
        <p:spPr>
          <a:xfrm>
            <a:off x="4626725" y="1449350"/>
            <a:ext cx="3940775" cy="3240152"/>
          </a:xfrm>
          <a:prstGeom prst="rect">
            <a:avLst/>
          </a:prstGeom>
          <a:noFill/>
          <a:ln>
            <a:noFill/>
          </a:ln>
        </p:spPr>
      </p:pic>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1" name="Shape 411"/>
        <p:cNvGrpSpPr/>
        <p:nvPr/>
      </p:nvGrpSpPr>
      <p:grpSpPr>
        <a:xfrm>
          <a:off x="0" y="0"/>
          <a:ext cx="0" cy="0"/>
          <a:chOff x="0" y="0"/>
          <a:chExt cx="0" cy="0"/>
        </a:xfrm>
      </p:grpSpPr>
      <p:sp>
        <p:nvSpPr>
          <p:cNvPr id="412" name="Google Shape;412;p3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Data Preprocessing</a:t>
            </a:r>
            <a:endParaRPr/>
          </a:p>
        </p:txBody>
      </p:sp>
      <p:sp>
        <p:nvSpPr>
          <p:cNvPr id="413" name="Google Shape;413;p35"/>
          <p:cNvSpPr txBox="1"/>
          <p:nvPr/>
        </p:nvSpPr>
        <p:spPr>
          <a:xfrm>
            <a:off x="437300" y="1063500"/>
            <a:ext cx="8508000" cy="3965700"/>
          </a:xfrm>
          <a:prstGeom prst="rect">
            <a:avLst/>
          </a:prstGeom>
          <a:noFill/>
          <a:ln>
            <a:noFill/>
          </a:ln>
        </p:spPr>
        <p:txBody>
          <a:bodyPr anchorCtr="0" anchor="t" bIns="91425" lIns="91425" spcFirstLastPara="1" rIns="91425" wrap="square" tIns="91425">
            <a:noAutofit/>
          </a:bodyPr>
          <a:lstStyle/>
          <a:p>
            <a:pPr indent="-349250" lvl="0" marL="457200" rtl="0" algn="l">
              <a:spcBef>
                <a:spcPts val="0"/>
              </a:spcBef>
              <a:spcAft>
                <a:spcPts val="0"/>
              </a:spcAft>
              <a:buClr>
                <a:schemeClr val="dk2"/>
              </a:buClr>
              <a:buSzPts val="1900"/>
              <a:buFont typeface="Gothic A1"/>
              <a:buChar char="●"/>
            </a:pPr>
            <a:r>
              <a:rPr b="1" lang="en" sz="1900">
                <a:solidFill>
                  <a:schemeClr val="dk2"/>
                </a:solidFill>
                <a:latin typeface="Gothic A1"/>
                <a:ea typeface="Gothic A1"/>
                <a:cs typeface="Gothic A1"/>
                <a:sym typeface="Gothic A1"/>
              </a:rPr>
              <a:t>For </a:t>
            </a:r>
            <a:r>
              <a:rPr lang="en" sz="1900">
                <a:solidFill>
                  <a:schemeClr val="dk2"/>
                </a:solidFill>
                <a:latin typeface="Gothic A1"/>
                <a:ea typeface="Gothic A1"/>
                <a:cs typeface="Gothic A1"/>
                <a:sym typeface="Gothic A1"/>
              </a:rPr>
              <a:t>very less sparse features </a:t>
            </a:r>
            <a:r>
              <a:rPr lang="en" sz="1900">
                <a:solidFill>
                  <a:schemeClr val="dk2"/>
                </a:solidFill>
                <a:latin typeface="Gothic A1"/>
                <a:ea typeface="Gothic A1"/>
                <a:cs typeface="Gothic A1"/>
                <a:sym typeface="Gothic A1"/>
              </a:rPr>
              <a:t>(like temp) </a:t>
            </a:r>
            <a:r>
              <a:rPr lang="en" sz="1900">
                <a:solidFill>
                  <a:schemeClr val="dk2"/>
                </a:solidFill>
                <a:latin typeface="Gothic A1"/>
                <a:ea typeface="Gothic A1"/>
                <a:cs typeface="Gothic A1"/>
                <a:sym typeface="Gothic A1"/>
              </a:rPr>
              <a:t>we used linear interpolation.</a:t>
            </a:r>
            <a:endParaRPr sz="1900">
              <a:solidFill>
                <a:schemeClr val="dk2"/>
              </a:solidFill>
              <a:latin typeface="Gothic A1"/>
              <a:ea typeface="Gothic A1"/>
              <a:cs typeface="Gothic A1"/>
              <a:sym typeface="Gothic A1"/>
            </a:endParaRPr>
          </a:p>
          <a:p>
            <a:pPr indent="0" lvl="0" marL="0" rtl="0" algn="l">
              <a:spcBef>
                <a:spcPts val="0"/>
              </a:spcBef>
              <a:spcAft>
                <a:spcPts val="0"/>
              </a:spcAft>
              <a:buNone/>
            </a:pPr>
            <a:r>
              <a:t/>
            </a:r>
            <a:endParaRPr sz="1900">
              <a:solidFill>
                <a:schemeClr val="dk2"/>
              </a:solidFill>
              <a:latin typeface="Gothic A1"/>
              <a:ea typeface="Gothic A1"/>
              <a:cs typeface="Gothic A1"/>
              <a:sym typeface="Gothic A1"/>
            </a:endParaRPr>
          </a:p>
          <a:p>
            <a:pPr indent="-349250" lvl="0" marL="457200" rtl="0" algn="l">
              <a:spcBef>
                <a:spcPts val="0"/>
              </a:spcBef>
              <a:spcAft>
                <a:spcPts val="0"/>
              </a:spcAft>
              <a:buClr>
                <a:schemeClr val="dk2"/>
              </a:buClr>
              <a:buSzPts val="1900"/>
              <a:buFont typeface="Gothic A1"/>
              <a:buChar char="●"/>
            </a:pPr>
            <a:r>
              <a:rPr b="1" lang="en" sz="1900">
                <a:solidFill>
                  <a:schemeClr val="dk2"/>
                </a:solidFill>
                <a:latin typeface="Gothic A1"/>
                <a:ea typeface="Gothic A1"/>
                <a:cs typeface="Gothic A1"/>
                <a:sym typeface="Gothic A1"/>
              </a:rPr>
              <a:t>Missingness handled</a:t>
            </a:r>
            <a:r>
              <a:rPr lang="en" sz="1900">
                <a:solidFill>
                  <a:schemeClr val="dk2"/>
                </a:solidFill>
                <a:latin typeface="Gothic A1"/>
                <a:ea typeface="Gothic A1"/>
                <a:cs typeface="Gothic A1"/>
                <a:sym typeface="Gothic A1"/>
              </a:rPr>
              <a:t> via </a:t>
            </a:r>
            <a:r>
              <a:rPr b="1" lang="en" sz="1900">
                <a:solidFill>
                  <a:schemeClr val="dk2"/>
                </a:solidFill>
                <a:latin typeface="Gothic A1"/>
                <a:ea typeface="Gothic A1"/>
                <a:cs typeface="Gothic A1"/>
                <a:sym typeface="Gothic A1"/>
              </a:rPr>
              <a:t>KNN imputation</a:t>
            </a:r>
            <a:r>
              <a:rPr lang="en" sz="1900">
                <a:solidFill>
                  <a:schemeClr val="dk2"/>
                </a:solidFill>
                <a:latin typeface="Gothic A1"/>
                <a:ea typeface="Gothic A1"/>
                <a:cs typeface="Gothic A1"/>
                <a:sym typeface="Gothic A1"/>
              </a:rPr>
              <a:t> </a:t>
            </a:r>
            <a:r>
              <a:rPr b="1" lang="en" sz="1900">
                <a:solidFill>
                  <a:schemeClr val="dk2"/>
                </a:solidFill>
                <a:latin typeface="Gothic A1"/>
                <a:ea typeface="Gothic A1"/>
                <a:cs typeface="Gothic A1"/>
                <a:sym typeface="Gothic A1"/>
              </a:rPr>
              <a:t>Iterative/Model-based imputation (RandomForest)</a:t>
            </a:r>
            <a:r>
              <a:rPr lang="en" sz="1900">
                <a:solidFill>
                  <a:schemeClr val="dk2"/>
                </a:solidFill>
                <a:latin typeface="Gothic A1"/>
                <a:ea typeface="Gothic A1"/>
                <a:cs typeface="Gothic A1"/>
                <a:sym typeface="Gothic A1"/>
              </a:rPr>
              <a:t> where applicable.</a:t>
            </a:r>
            <a:endParaRPr sz="1900">
              <a:solidFill>
                <a:schemeClr val="dk2"/>
              </a:solidFill>
              <a:latin typeface="Gothic A1"/>
              <a:ea typeface="Gothic A1"/>
              <a:cs typeface="Gothic A1"/>
              <a:sym typeface="Gothic A1"/>
            </a:endParaRPr>
          </a:p>
          <a:p>
            <a:pPr indent="0" lvl="0" marL="457200" rtl="0" algn="l">
              <a:spcBef>
                <a:spcPts val="0"/>
              </a:spcBef>
              <a:spcAft>
                <a:spcPts val="0"/>
              </a:spcAft>
              <a:buNone/>
            </a:pPr>
            <a:r>
              <a:t/>
            </a:r>
            <a:endParaRPr sz="1900">
              <a:solidFill>
                <a:schemeClr val="dk2"/>
              </a:solidFill>
              <a:latin typeface="Gothic A1"/>
              <a:ea typeface="Gothic A1"/>
              <a:cs typeface="Gothic A1"/>
              <a:sym typeface="Gothic A1"/>
            </a:endParaRPr>
          </a:p>
          <a:p>
            <a:pPr indent="-349250" lvl="0" marL="457200" rtl="0" algn="l">
              <a:spcBef>
                <a:spcPts val="0"/>
              </a:spcBef>
              <a:spcAft>
                <a:spcPts val="0"/>
              </a:spcAft>
              <a:buClr>
                <a:schemeClr val="dk2"/>
              </a:buClr>
              <a:buSzPts val="1900"/>
              <a:buFont typeface="Gothic A1"/>
              <a:buChar char="●"/>
            </a:pPr>
            <a:r>
              <a:rPr b="1" lang="en" sz="1900">
                <a:solidFill>
                  <a:schemeClr val="dk2"/>
                </a:solidFill>
                <a:latin typeface="Gothic A1"/>
                <a:ea typeface="Gothic A1"/>
                <a:cs typeface="Gothic A1"/>
                <a:sym typeface="Gothic A1"/>
              </a:rPr>
              <a:t>Outliers capped</a:t>
            </a:r>
            <a:r>
              <a:rPr lang="en" sz="1900">
                <a:solidFill>
                  <a:schemeClr val="dk2"/>
                </a:solidFill>
                <a:latin typeface="Gothic A1"/>
                <a:ea typeface="Gothic A1"/>
                <a:cs typeface="Gothic A1"/>
                <a:sym typeface="Gothic A1"/>
              </a:rPr>
              <a:t> (winsorization) to enforce physiologic plausibility.</a:t>
            </a:r>
            <a:endParaRPr sz="1900">
              <a:solidFill>
                <a:schemeClr val="dk2"/>
              </a:solidFill>
              <a:latin typeface="Gothic A1"/>
              <a:ea typeface="Gothic A1"/>
              <a:cs typeface="Gothic A1"/>
              <a:sym typeface="Gothic A1"/>
            </a:endParaRPr>
          </a:p>
          <a:p>
            <a:pPr indent="0" lvl="0" marL="0" rtl="0" algn="l">
              <a:spcBef>
                <a:spcPts val="0"/>
              </a:spcBef>
              <a:spcAft>
                <a:spcPts val="0"/>
              </a:spcAft>
              <a:buNone/>
            </a:pPr>
            <a:r>
              <a:t/>
            </a:r>
            <a:endParaRPr sz="1900">
              <a:solidFill>
                <a:schemeClr val="dk2"/>
              </a:solidFill>
              <a:latin typeface="Gothic A1"/>
              <a:ea typeface="Gothic A1"/>
              <a:cs typeface="Gothic A1"/>
              <a:sym typeface="Gothic A1"/>
            </a:endParaRPr>
          </a:p>
          <a:p>
            <a:pPr indent="-349250" lvl="0" marL="457200" rtl="0" algn="l">
              <a:spcBef>
                <a:spcPts val="0"/>
              </a:spcBef>
              <a:spcAft>
                <a:spcPts val="0"/>
              </a:spcAft>
              <a:buClr>
                <a:schemeClr val="dk2"/>
              </a:buClr>
              <a:buSzPts val="1900"/>
              <a:buFont typeface="Gothic A1"/>
              <a:buChar char="●"/>
            </a:pPr>
            <a:r>
              <a:rPr b="1" lang="en" sz="1900">
                <a:solidFill>
                  <a:schemeClr val="dk2"/>
                </a:solidFill>
                <a:latin typeface="Gothic A1"/>
                <a:ea typeface="Gothic A1"/>
                <a:cs typeface="Gothic A1"/>
                <a:sym typeface="Gothic A1"/>
              </a:rPr>
              <a:t>Standardization/scaling</a:t>
            </a:r>
            <a:r>
              <a:rPr lang="en" sz="1900">
                <a:solidFill>
                  <a:schemeClr val="dk2"/>
                </a:solidFill>
                <a:latin typeface="Gothic A1"/>
                <a:ea typeface="Gothic A1"/>
                <a:cs typeface="Gothic A1"/>
                <a:sym typeface="Gothic A1"/>
              </a:rPr>
              <a:t> applied; explicit </a:t>
            </a:r>
            <a:r>
              <a:rPr b="1" lang="en" sz="1900">
                <a:solidFill>
                  <a:schemeClr val="dk2"/>
                </a:solidFill>
                <a:latin typeface="Gothic A1"/>
                <a:ea typeface="Gothic A1"/>
                <a:cs typeface="Gothic A1"/>
                <a:sym typeface="Gothic A1"/>
              </a:rPr>
              <a:t>missingness masks</a:t>
            </a:r>
            <a:r>
              <a:rPr lang="en" sz="1900">
                <a:solidFill>
                  <a:schemeClr val="dk2"/>
                </a:solidFill>
                <a:latin typeface="Gothic A1"/>
                <a:ea typeface="Gothic A1"/>
                <a:cs typeface="Gothic A1"/>
                <a:sym typeface="Gothic A1"/>
              </a:rPr>
              <a:t> created for analysis/modeling.</a:t>
            </a:r>
            <a:endParaRPr sz="1900">
              <a:solidFill>
                <a:schemeClr val="dk2"/>
              </a:solidFill>
              <a:latin typeface="Gothic A1"/>
              <a:ea typeface="Gothic A1"/>
              <a:cs typeface="Gothic A1"/>
              <a:sym typeface="Gothic A1"/>
            </a:endParaRPr>
          </a:p>
          <a:p>
            <a:pPr indent="0" lvl="0" marL="457200" rtl="0" algn="l">
              <a:spcBef>
                <a:spcPts val="0"/>
              </a:spcBef>
              <a:spcAft>
                <a:spcPts val="0"/>
              </a:spcAft>
              <a:buNone/>
            </a:pPr>
            <a:r>
              <a:t/>
            </a:r>
            <a:endParaRPr sz="1900">
              <a:solidFill>
                <a:schemeClr val="dk2"/>
              </a:solidFill>
              <a:latin typeface="Gothic A1"/>
              <a:ea typeface="Gothic A1"/>
              <a:cs typeface="Gothic A1"/>
              <a:sym typeface="Gothic A1"/>
            </a:endParaRPr>
          </a:p>
          <a:p>
            <a:pPr indent="-349250" lvl="0" marL="457200" rtl="0" algn="l">
              <a:spcBef>
                <a:spcPts val="0"/>
              </a:spcBef>
              <a:spcAft>
                <a:spcPts val="0"/>
              </a:spcAft>
              <a:buClr>
                <a:schemeClr val="dk2"/>
              </a:buClr>
              <a:buSzPts val="1900"/>
              <a:buFont typeface="Gothic A1"/>
              <a:buChar char="●"/>
            </a:pPr>
            <a:r>
              <a:rPr lang="en" sz="1900">
                <a:solidFill>
                  <a:schemeClr val="dk2"/>
                </a:solidFill>
                <a:latin typeface="Gothic A1"/>
                <a:ea typeface="Gothic A1"/>
                <a:cs typeface="Gothic A1"/>
                <a:sym typeface="Gothic A1"/>
              </a:rPr>
              <a:t>The data were </a:t>
            </a:r>
            <a:r>
              <a:rPr b="1" lang="en" sz="1900">
                <a:solidFill>
                  <a:schemeClr val="dk2"/>
                </a:solidFill>
                <a:latin typeface="Gothic A1"/>
                <a:ea typeface="Gothic A1"/>
                <a:cs typeface="Gothic A1"/>
                <a:sym typeface="Gothic A1"/>
              </a:rPr>
              <a:t>padded and masked</a:t>
            </a:r>
            <a:r>
              <a:rPr lang="en" sz="1900">
                <a:solidFill>
                  <a:schemeClr val="dk2"/>
                </a:solidFill>
                <a:latin typeface="Gothic A1"/>
                <a:ea typeface="Gothic A1"/>
                <a:cs typeface="Gothic A1"/>
                <a:sym typeface="Gothic A1"/>
              </a:rPr>
              <a:t> to align variable-length time series for deep learning input.</a:t>
            </a:r>
            <a:endParaRPr sz="1900">
              <a:solidFill>
                <a:schemeClr val="dk2"/>
              </a:solidFill>
              <a:latin typeface="Gothic A1"/>
              <a:ea typeface="Gothic A1"/>
              <a:cs typeface="Gothic A1"/>
              <a:sym typeface="Gothic A1"/>
            </a:endParaRPr>
          </a:p>
          <a:p>
            <a:pPr indent="0" lvl="0" marL="0" rtl="0" algn="l">
              <a:spcBef>
                <a:spcPts val="0"/>
              </a:spcBef>
              <a:spcAft>
                <a:spcPts val="0"/>
              </a:spcAft>
              <a:buNone/>
            </a:pPr>
            <a:r>
              <a:t/>
            </a:r>
            <a:endParaRPr sz="1900">
              <a:latin typeface="Gothic A1"/>
              <a:ea typeface="Gothic A1"/>
              <a:cs typeface="Gothic A1"/>
              <a:sym typeface="Gothic A1"/>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7" name="Shape 417"/>
        <p:cNvGrpSpPr/>
        <p:nvPr/>
      </p:nvGrpSpPr>
      <p:grpSpPr>
        <a:xfrm>
          <a:off x="0" y="0"/>
          <a:ext cx="0" cy="0"/>
          <a:chOff x="0" y="0"/>
          <a:chExt cx="0" cy="0"/>
        </a:xfrm>
      </p:grpSpPr>
      <p:sp>
        <p:nvSpPr>
          <p:cNvPr id="418" name="Google Shape;418;p3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Baseline Models</a:t>
            </a:r>
            <a:endParaRPr/>
          </a:p>
        </p:txBody>
      </p:sp>
      <p:sp>
        <p:nvSpPr>
          <p:cNvPr id="419" name="Google Shape;419;p36"/>
          <p:cNvSpPr txBox="1"/>
          <p:nvPr/>
        </p:nvSpPr>
        <p:spPr>
          <a:xfrm>
            <a:off x="720000" y="1298375"/>
            <a:ext cx="4084800" cy="26790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200"/>
              </a:spcBef>
              <a:spcAft>
                <a:spcPts val="0"/>
              </a:spcAft>
              <a:buNone/>
            </a:pPr>
            <a:r>
              <a:rPr b="1" lang="en" sz="1900">
                <a:solidFill>
                  <a:schemeClr val="dk2"/>
                </a:solidFill>
                <a:latin typeface="Gothic A1"/>
                <a:ea typeface="Gothic A1"/>
                <a:cs typeface="Gothic A1"/>
                <a:sym typeface="Gothic A1"/>
              </a:rPr>
              <a:t>Logistic Regression Baseline:</a:t>
            </a:r>
            <a:endParaRPr sz="1900">
              <a:solidFill>
                <a:schemeClr val="dk2"/>
              </a:solidFill>
              <a:latin typeface="Gothic A1"/>
              <a:ea typeface="Gothic A1"/>
              <a:cs typeface="Gothic A1"/>
              <a:sym typeface="Gothic A1"/>
            </a:endParaRPr>
          </a:p>
          <a:p>
            <a:pPr indent="-349250" lvl="0" marL="457200" rtl="0" algn="l">
              <a:lnSpc>
                <a:spcPct val="115000"/>
              </a:lnSpc>
              <a:spcBef>
                <a:spcPts val="1200"/>
              </a:spcBef>
              <a:spcAft>
                <a:spcPts val="0"/>
              </a:spcAft>
              <a:buClr>
                <a:schemeClr val="dk2"/>
              </a:buClr>
              <a:buSzPts val="1900"/>
              <a:buFont typeface="Gothic A1"/>
              <a:buChar char="●"/>
            </a:pPr>
            <a:r>
              <a:rPr lang="en" sz="1900">
                <a:solidFill>
                  <a:schemeClr val="dk2"/>
                </a:solidFill>
                <a:latin typeface="Gothic A1"/>
                <a:ea typeface="Gothic A1"/>
                <a:cs typeface="Gothic A1"/>
                <a:sym typeface="Gothic A1"/>
              </a:rPr>
              <a:t>Fast training/prediction</a:t>
            </a:r>
            <a:endParaRPr sz="1900">
              <a:solidFill>
                <a:schemeClr val="dk2"/>
              </a:solidFill>
              <a:latin typeface="Gothic A1"/>
              <a:ea typeface="Gothic A1"/>
              <a:cs typeface="Gothic A1"/>
              <a:sym typeface="Gothic A1"/>
            </a:endParaRPr>
          </a:p>
          <a:p>
            <a:pPr indent="-349250" lvl="0" marL="457200" rtl="0" algn="l">
              <a:lnSpc>
                <a:spcPct val="115000"/>
              </a:lnSpc>
              <a:spcBef>
                <a:spcPts val="1200"/>
              </a:spcBef>
              <a:spcAft>
                <a:spcPts val="0"/>
              </a:spcAft>
              <a:buClr>
                <a:schemeClr val="dk2"/>
              </a:buClr>
              <a:buSzPts val="1900"/>
              <a:buFont typeface="Gothic A1"/>
              <a:buChar char="●"/>
            </a:pPr>
            <a:r>
              <a:rPr lang="en" sz="1900">
                <a:solidFill>
                  <a:schemeClr val="dk2"/>
                </a:solidFill>
                <a:latin typeface="Gothic A1"/>
                <a:ea typeface="Gothic A1"/>
                <a:cs typeface="Gothic A1"/>
                <a:sym typeface="Gothic A1"/>
              </a:rPr>
              <a:t>Test AUROC: 66%</a:t>
            </a:r>
            <a:endParaRPr sz="1900">
              <a:solidFill>
                <a:schemeClr val="dk2"/>
              </a:solidFill>
              <a:latin typeface="Gothic A1"/>
              <a:ea typeface="Gothic A1"/>
              <a:cs typeface="Gothic A1"/>
              <a:sym typeface="Gothic A1"/>
            </a:endParaRPr>
          </a:p>
          <a:p>
            <a:pPr indent="-349250" lvl="0" marL="457200" rtl="0" algn="l">
              <a:lnSpc>
                <a:spcPct val="115000"/>
              </a:lnSpc>
              <a:spcBef>
                <a:spcPts val="1200"/>
              </a:spcBef>
              <a:spcAft>
                <a:spcPts val="0"/>
              </a:spcAft>
              <a:buClr>
                <a:schemeClr val="dk2"/>
              </a:buClr>
              <a:buSzPts val="1900"/>
              <a:buFont typeface="Gothic A1"/>
              <a:buChar char="●"/>
            </a:pPr>
            <a:r>
              <a:rPr lang="en" sz="1900">
                <a:solidFill>
                  <a:schemeClr val="dk2"/>
                </a:solidFill>
                <a:latin typeface="Gothic A1"/>
                <a:ea typeface="Gothic A1"/>
                <a:cs typeface="Gothic A1"/>
                <a:sym typeface="Gothic A1"/>
              </a:rPr>
              <a:t>Precision: 23% | Recall: 1%</a:t>
            </a:r>
            <a:endParaRPr sz="1900">
              <a:solidFill>
                <a:schemeClr val="dk2"/>
              </a:solidFill>
              <a:latin typeface="Gothic A1"/>
              <a:ea typeface="Gothic A1"/>
              <a:cs typeface="Gothic A1"/>
              <a:sym typeface="Gothic A1"/>
            </a:endParaRPr>
          </a:p>
          <a:p>
            <a:pPr indent="-349250" lvl="0" marL="457200" rtl="0" algn="l">
              <a:lnSpc>
                <a:spcPct val="115000"/>
              </a:lnSpc>
              <a:spcBef>
                <a:spcPts val="1200"/>
              </a:spcBef>
              <a:spcAft>
                <a:spcPts val="0"/>
              </a:spcAft>
              <a:buClr>
                <a:schemeClr val="dk2"/>
              </a:buClr>
              <a:buSzPts val="1900"/>
              <a:buFont typeface="Gothic A1"/>
              <a:buChar char="●"/>
            </a:pPr>
            <a:r>
              <a:rPr lang="en" sz="1900">
                <a:solidFill>
                  <a:schemeClr val="dk2"/>
                </a:solidFill>
                <a:latin typeface="Gothic A1"/>
                <a:ea typeface="Gothic A1"/>
                <a:cs typeface="Gothic A1"/>
                <a:sym typeface="Gothic A1"/>
              </a:rPr>
              <a:t>Insufficient for clinical use</a:t>
            </a:r>
            <a:endParaRPr sz="1900">
              <a:solidFill>
                <a:schemeClr val="dk2"/>
              </a:solidFill>
              <a:latin typeface="Gothic A1"/>
              <a:ea typeface="Gothic A1"/>
              <a:cs typeface="Gothic A1"/>
              <a:sym typeface="Gothic A1"/>
            </a:endParaRPr>
          </a:p>
          <a:p>
            <a:pPr indent="0" lvl="0" marL="0" rtl="0" algn="l">
              <a:lnSpc>
                <a:spcPct val="115000"/>
              </a:lnSpc>
              <a:spcBef>
                <a:spcPts val="1200"/>
              </a:spcBef>
              <a:spcAft>
                <a:spcPts val="1200"/>
              </a:spcAft>
              <a:buNone/>
            </a:pPr>
            <a:r>
              <a:t/>
            </a:r>
            <a:endParaRPr sz="1900">
              <a:solidFill>
                <a:schemeClr val="dk2"/>
              </a:solidFill>
              <a:latin typeface="Gothic A1"/>
              <a:ea typeface="Gothic A1"/>
              <a:cs typeface="Gothic A1"/>
              <a:sym typeface="Gothic A1"/>
            </a:endParaRPr>
          </a:p>
        </p:txBody>
      </p:sp>
      <p:sp>
        <p:nvSpPr>
          <p:cNvPr id="420" name="Google Shape;420;p36"/>
          <p:cNvSpPr txBox="1"/>
          <p:nvPr/>
        </p:nvSpPr>
        <p:spPr>
          <a:xfrm>
            <a:off x="4688400" y="1298375"/>
            <a:ext cx="4084800" cy="2345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200"/>
              </a:spcBef>
              <a:spcAft>
                <a:spcPts val="0"/>
              </a:spcAft>
              <a:buNone/>
            </a:pPr>
            <a:r>
              <a:rPr b="1" lang="en" sz="1900">
                <a:solidFill>
                  <a:schemeClr val="dk2"/>
                </a:solidFill>
                <a:latin typeface="Gothic A1"/>
                <a:ea typeface="Gothic A1"/>
                <a:cs typeface="Gothic A1"/>
                <a:sym typeface="Gothic A1"/>
              </a:rPr>
              <a:t>KNN with DTW:</a:t>
            </a:r>
            <a:r>
              <a:rPr lang="en" sz="1900">
                <a:solidFill>
                  <a:schemeClr val="dk2"/>
                </a:solidFill>
                <a:latin typeface="Gothic A1"/>
                <a:ea typeface="Gothic A1"/>
                <a:cs typeface="Gothic A1"/>
                <a:sym typeface="Gothic A1"/>
              </a:rPr>
              <a:t> </a:t>
            </a:r>
            <a:endParaRPr sz="1900">
              <a:solidFill>
                <a:schemeClr val="dk2"/>
              </a:solidFill>
              <a:latin typeface="Gothic A1"/>
              <a:ea typeface="Gothic A1"/>
              <a:cs typeface="Gothic A1"/>
              <a:sym typeface="Gothic A1"/>
            </a:endParaRPr>
          </a:p>
          <a:p>
            <a:pPr indent="-349250" lvl="0" marL="457200" rtl="0" algn="l">
              <a:lnSpc>
                <a:spcPct val="115000"/>
              </a:lnSpc>
              <a:spcBef>
                <a:spcPts val="1200"/>
              </a:spcBef>
              <a:spcAft>
                <a:spcPts val="0"/>
              </a:spcAft>
              <a:buClr>
                <a:schemeClr val="dk2"/>
              </a:buClr>
              <a:buSzPts val="1900"/>
              <a:buFont typeface="Gothic A1"/>
              <a:buChar char="●"/>
            </a:pPr>
            <a:r>
              <a:rPr lang="en" sz="1900">
                <a:solidFill>
                  <a:schemeClr val="dk2"/>
                </a:solidFill>
                <a:latin typeface="Gothic A1"/>
                <a:ea typeface="Gothic A1"/>
                <a:cs typeface="Gothic A1"/>
                <a:sym typeface="Gothic A1"/>
              </a:rPr>
              <a:t>Could not scale to large dataset</a:t>
            </a:r>
            <a:endParaRPr sz="1900">
              <a:solidFill>
                <a:schemeClr val="dk2"/>
              </a:solidFill>
              <a:latin typeface="Gothic A1"/>
              <a:ea typeface="Gothic A1"/>
              <a:cs typeface="Gothic A1"/>
              <a:sym typeface="Gothic A1"/>
            </a:endParaRPr>
          </a:p>
          <a:p>
            <a:pPr indent="-349250" lvl="0" marL="457200" rtl="0" algn="l">
              <a:lnSpc>
                <a:spcPct val="115000"/>
              </a:lnSpc>
              <a:spcBef>
                <a:spcPts val="1200"/>
              </a:spcBef>
              <a:spcAft>
                <a:spcPts val="500"/>
              </a:spcAft>
              <a:buClr>
                <a:schemeClr val="dk2"/>
              </a:buClr>
              <a:buSzPts val="1900"/>
              <a:buFont typeface="Gothic A1"/>
              <a:buChar char="●"/>
            </a:pPr>
            <a:r>
              <a:rPr lang="en" sz="1900">
                <a:solidFill>
                  <a:schemeClr val="dk2"/>
                </a:solidFill>
                <a:latin typeface="Gothic A1"/>
                <a:ea typeface="Gothic A1"/>
                <a:cs typeface="Gothic A1"/>
                <a:sym typeface="Gothic A1"/>
              </a:rPr>
              <a:t>Poor performance due to class imbalance</a:t>
            </a:r>
            <a:endParaRPr sz="1800">
              <a:solidFill>
                <a:schemeClr val="dk2"/>
              </a:solidFill>
              <a:latin typeface="Gothic A1"/>
              <a:ea typeface="Gothic A1"/>
              <a:cs typeface="Gothic A1"/>
              <a:sym typeface="Gothic A1"/>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4" name="Shape 424"/>
        <p:cNvGrpSpPr/>
        <p:nvPr/>
      </p:nvGrpSpPr>
      <p:grpSpPr>
        <a:xfrm>
          <a:off x="0" y="0"/>
          <a:ext cx="0" cy="0"/>
          <a:chOff x="0" y="0"/>
          <a:chExt cx="0" cy="0"/>
        </a:xfrm>
      </p:grpSpPr>
      <p:sp>
        <p:nvSpPr>
          <p:cNvPr id="425" name="Google Shape;425;p37"/>
          <p:cNvSpPr txBox="1"/>
          <p:nvPr>
            <p:ph type="title"/>
          </p:nvPr>
        </p:nvSpPr>
        <p:spPr>
          <a:xfrm>
            <a:off x="720000" y="22854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Deep Learning Models Explored</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9" name="Shape 429"/>
        <p:cNvGrpSpPr/>
        <p:nvPr/>
      </p:nvGrpSpPr>
      <p:grpSpPr>
        <a:xfrm>
          <a:off x="0" y="0"/>
          <a:ext cx="0" cy="0"/>
          <a:chOff x="0" y="0"/>
          <a:chExt cx="0" cy="0"/>
        </a:xfrm>
      </p:grpSpPr>
      <p:sp>
        <p:nvSpPr>
          <p:cNvPr id="430" name="Google Shape;430;p3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800">
                <a:latin typeface="Arial"/>
                <a:ea typeface="Arial"/>
                <a:cs typeface="Arial"/>
                <a:sym typeface="Arial"/>
              </a:rPr>
              <a:t>Temporal Convolution Network (TCN)</a:t>
            </a:r>
            <a:r>
              <a:rPr b="0" lang="en" sz="2800">
                <a:latin typeface="Arial"/>
                <a:ea typeface="Arial"/>
                <a:cs typeface="Arial"/>
                <a:sym typeface="Arial"/>
              </a:rPr>
              <a:t> </a:t>
            </a:r>
            <a:endParaRPr/>
          </a:p>
        </p:txBody>
      </p:sp>
      <p:pic>
        <p:nvPicPr>
          <p:cNvPr id="431" name="Google Shape;431;p38"/>
          <p:cNvPicPr preferRelativeResize="0"/>
          <p:nvPr/>
        </p:nvPicPr>
        <p:blipFill>
          <a:blip r:embed="rId3">
            <a:alphaModFix/>
          </a:blip>
          <a:stretch>
            <a:fillRect/>
          </a:stretch>
        </p:blipFill>
        <p:spPr>
          <a:xfrm>
            <a:off x="5004450" y="1148525"/>
            <a:ext cx="3347575" cy="2846451"/>
          </a:xfrm>
          <a:prstGeom prst="rect">
            <a:avLst/>
          </a:prstGeom>
          <a:noFill/>
          <a:ln>
            <a:noFill/>
          </a:ln>
        </p:spPr>
      </p:pic>
      <p:sp>
        <p:nvSpPr>
          <p:cNvPr id="432" name="Google Shape;432;p38"/>
          <p:cNvSpPr txBox="1"/>
          <p:nvPr/>
        </p:nvSpPr>
        <p:spPr>
          <a:xfrm>
            <a:off x="6228525" y="3998925"/>
            <a:ext cx="1236900" cy="265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050">
                <a:solidFill>
                  <a:srgbClr val="6B6B6B"/>
                </a:solidFill>
                <a:highlight>
                  <a:srgbClr val="FFFFFF"/>
                </a:highlight>
              </a:rPr>
              <a:t>Lea et al. (2016)</a:t>
            </a:r>
            <a:endParaRPr sz="1800">
              <a:solidFill>
                <a:srgbClr val="595959"/>
              </a:solidFill>
            </a:endParaRPr>
          </a:p>
        </p:txBody>
      </p:sp>
      <p:sp>
        <p:nvSpPr>
          <p:cNvPr id="433" name="Google Shape;433;p38"/>
          <p:cNvSpPr txBox="1"/>
          <p:nvPr/>
        </p:nvSpPr>
        <p:spPr>
          <a:xfrm>
            <a:off x="311700" y="1152475"/>
            <a:ext cx="4547100" cy="3416400"/>
          </a:xfrm>
          <a:prstGeom prst="rect">
            <a:avLst/>
          </a:prstGeom>
          <a:noFill/>
          <a:ln>
            <a:noFill/>
          </a:ln>
        </p:spPr>
        <p:txBody>
          <a:bodyPr anchorCtr="0" anchor="t" bIns="91425" lIns="91425" spcFirstLastPara="1" rIns="91425" wrap="square" tIns="91425">
            <a:normAutofit/>
          </a:bodyPr>
          <a:lstStyle/>
          <a:p>
            <a:pPr indent="0" lvl="0" marL="0" rtl="0" algn="l">
              <a:lnSpc>
                <a:spcPct val="115000"/>
              </a:lnSpc>
              <a:spcBef>
                <a:spcPts val="0"/>
              </a:spcBef>
              <a:spcAft>
                <a:spcPts val="0"/>
              </a:spcAft>
              <a:buNone/>
            </a:pPr>
            <a:r>
              <a:rPr lang="en" sz="1650">
                <a:solidFill>
                  <a:schemeClr val="dk2"/>
                </a:solidFill>
              </a:rPr>
              <a:t>TCN= 1D CNN + causal convolutions</a:t>
            </a:r>
            <a:endParaRPr sz="1650">
              <a:solidFill>
                <a:schemeClr val="dk2"/>
              </a:solidFill>
            </a:endParaRPr>
          </a:p>
          <a:p>
            <a:pPr indent="0" lvl="0" marL="0" rtl="0" algn="l">
              <a:lnSpc>
                <a:spcPct val="115000"/>
              </a:lnSpc>
              <a:spcBef>
                <a:spcPts val="0"/>
              </a:spcBef>
              <a:spcAft>
                <a:spcPts val="0"/>
              </a:spcAft>
              <a:buNone/>
            </a:pPr>
            <a:r>
              <a:t/>
            </a:r>
            <a:endParaRPr sz="1650">
              <a:solidFill>
                <a:schemeClr val="dk2"/>
              </a:solidFill>
            </a:endParaRPr>
          </a:p>
          <a:p>
            <a:pPr indent="0" lvl="0" marL="0" rtl="0" algn="l">
              <a:lnSpc>
                <a:spcPct val="115000"/>
              </a:lnSpc>
              <a:spcBef>
                <a:spcPts val="0"/>
              </a:spcBef>
              <a:spcAft>
                <a:spcPts val="0"/>
              </a:spcAft>
              <a:buNone/>
            </a:pPr>
            <a:r>
              <a:t/>
            </a:r>
            <a:endParaRPr sz="1650">
              <a:solidFill>
                <a:schemeClr val="dk2"/>
              </a:solidFill>
            </a:endParaRPr>
          </a:p>
          <a:p>
            <a:pPr indent="0" lvl="0" marL="0" rtl="0" algn="l">
              <a:lnSpc>
                <a:spcPct val="115000"/>
              </a:lnSpc>
              <a:spcBef>
                <a:spcPts val="0"/>
              </a:spcBef>
              <a:spcAft>
                <a:spcPts val="0"/>
              </a:spcAft>
              <a:buNone/>
            </a:pPr>
            <a:r>
              <a:rPr lang="en" sz="1650">
                <a:solidFill>
                  <a:schemeClr val="dk2"/>
                </a:solidFill>
              </a:rPr>
              <a:t>Performance (on validation data):</a:t>
            </a:r>
            <a:endParaRPr sz="1650">
              <a:solidFill>
                <a:schemeClr val="dk2"/>
              </a:solidFill>
            </a:endParaRPr>
          </a:p>
          <a:p>
            <a:pPr indent="0" lvl="0" marL="0" rtl="0" algn="l">
              <a:lnSpc>
                <a:spcPct val="115000"/>
              </a:lnSpc>
              <a:spcBef>
                <a:spcPts val="0"/>
              </a:spcBef>
              <a:spcAft>
                <a:spcPts val="0"/>
              </a:spcAft>
              <a:buNone/>
            </a:pPr>
            <a:r>
              <a:rPr lang="en" sz="1200">
                <a:solidFill>
                  <a:srgbClr val="980000"/>
                </a:solidFill>
                <a:latin typeface="Courier New"/>
                <a:ea typeface="Courier New"/>
                <a:cs typeface="Courier New"/>
                <a:sym typeface="Courier New"/>
              </a:rPr>
              <a:t>train_acc=0.9792 |</a:t>
            </a:r>
            <a:endParaRPr sz="1200">
              <a:solidFill>
                <a:srgbClr val="980000"/>
              </a:solidFill>
              <a:latin typeface="Courier New"/>
              <a:ea typeface="Courier New"/>
              <a:cs typeface="Courier New"/>
              <a:sym typeface="Courier New"/>
            </a:endParaRPr>
          </a:p>
          <a:p>
            <a:pPr indent="0" lvl="0" marL="0" rtl="0" algn="l">
              <a:lnSpc>
                <a:spcPct val="115000"/>
              </a:lnSpc>
              <a:spcBef>
                <a:spcPts val="0"/>
              </a:spcBef>
              <a:spcAft>
                <a:spcPts val="0"/>
              </a:spcAft>
              <a:buNone/>
            </a:pPr>
            <a:r>
              <a:rPr lang="en" sz="1200">
                <a:solidFill>
                  <a:srgbClr val="980000"/>
                </a:solidFill>
                <a:latin typeface="Courier New"/>
                <a:ea typeface="Courier New"/>
                <a:cs typeface="Courier New"/>
                <a:sym typeface="Courier New"/>
              </a:rPr>
              <a:t>| Val loss=0.3226 |</a:t>
            </a:r>
            <a:endParaRPr sz="1200">
              <a:solidFill>
                <a:srgbClr val="980000"/>
              </a:solidFill>
              <a:latin typeface="Courier New"/>
              <a:ea typeface="Courier New"/>
              <a:cs typeface="Courier New"/>
              <a:sym typeface="Courier New"/>
            </a:endParaRPr>
          </a:p>
          <a:p>
            <a:pPr indent="0" lvl="0" marL="0" rtl="0" algn="l">
              <a:lnSpc>
                <a:spcPct val="115000"/>
              </a:lnSpc>
              <a:spcBef>
                <a:spcPts val="0"/>
              </a:spcBef>
              <a:spcAft>
                <a:spcPts val="0"/>
              </a:spcAft>
              <a:buNone/>
            </a:pPr>
            <a:r>
              <a:rPr lang="en" sz="1200">
                <a:solidFill>
                  <a:srgbClr val="980000"/>
                </a:solidFill>
                <a:latin typeface="Courier New"/>
                <a:ea typeface="Courier New"/>
                <a:cs typeface="Courier New"/>
                <a:sym typeface="Courier New"/>
              </a:rPr>
              <a:t>AUROC=0.703 AUPRC=0.151</a:t>
            </a:r>
            <a:endParaRPr sz="1200">
              <a:solidFill>
                <a:srgbClr val="980000"/>
              </a:solidFill>
              <a:latin typeface="Courier New"/>
              <a:ea typeface="Courier New"/>
              <a:cs typeface="Courier New"/>
              <a:sym typeface="Courier New"/>
            </a:endParaRPr>
          </a:p>
          <a:p>
            <a:pPr indent="0" lvl="0" marL="0" rtl="0" algn="l">
              <a:lnSpc>
                <a:spcPct val="115000"/>
              </a:lnSpc>
              <a:spcBef>
                <a:spcPts val="0"/>
              </a:spcBef>
              <a:spcAft>
                <a:spcPts val="0"/>
              </a:spcAft>
              <a:buNone/>
            </a:pPr>
            <a:r>
              <a:t/>
            </a:r>
            <a:endParaRPr sz="1200">
              <a:solidFill>
                <a:schemeClr val="dk2"/>
              </a:solidFill>
              <a:latin typeface="Courier New"/>
              <a:ea typeface="Courier New"/>
              <a:cs typeface="Courier New"/>
              <a:sym typeface="Courier New"/>
            </a:endParaRPr>
          </a:p>
          <a:p>
            <a:pPr indent="0" lvl="0" marL="0" rtl="0" algn="l">
              <a:lnSpc>
                <a:spcPct val="115000"/>
              </a:lnSpc>
              <a:spcBef>
                <a:spcPts val="0"/>
              </a:spcBef>
              <a:spcAft>
                <a:spcPts val="0"/>
              </a:spcAft>
              <a:buNone/>
            </a:pPr>
            <a:r>
              <a:rPr lang="en" sz="1650">
                <a:solidFill>
                  <a:schemeClr val="dk2"/>
                </a:solidFill>
              </a:rPr>
              <a:t>N</a:t>
            </a:r>
            <a:r>
              <a:rPr lang="en" sz="1650">
                <a:solidFill>
                  <a:schemeClr val="dk2"/>
                </a:solidFill>
              </a:rPr>
              <a:t>ot very good because of low AUPRC.</a:t>
            </a:r>
            <a:r>
              <a:rPr lang="en" sz="1200">
                <a:solidFill>
                  <a:schemeClr val="dk2"/>
                </a:solidFill>
                <a:latin typeface="Courier New"/>
                <a:ea typeface="Courier New"/>
                <a:cs typeface="Courier New"/>
                <a:sym typeface="Courier New"/>
              </a:rPr>
              <a:t> </a:t>
            </a:r>
            <a:endParaRPr sz="1200">
              <a:solidFill>
                <a:schemeClr val="dk2"/>
              </a:solidFill>
              <a:latin typeface="Courier New"/>
              <a:ea typeface="Courier New"/>
              <a:cs typeface="Courier New"/>
              <a:sym typeface="Courier New"/>
            </a:endParaRPr>
          </a:p>
          <a:p>
            <a:pPr indent="0" lvl="0" marL="0" rtl="0" algn="l">
              <a:lnSpc>
                <a:spcPct val="115000"/>
              </a:lnSpc>
              <a:spcBef>
                <a:spcPts val="0"/>
              </a:spcBef>
              <a:spcAft>
                <a:spcPts val="1200"/>
              </a:spcAft>
              <a:buNone/>
            </a:pPr>
            <a:r>
              <a:t/>
            </a:r>
            <a:endParaRPr sz="2000">
              <a:solidFill>
                <a:schemeClr val="dk2"/>
              </a:solidFill>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7" name="Shape 437"/>
        <p:cNvGrpSpPr/>
        <p:nvPr/>
      </p:nvGrpSpPr>
      <p:grpSpPr>
        <a:xfrm>
          <a:off x="0" y="0"/>
          <a:ext cx="0" cy="0"/>
          <a:chOff x="0" y="0"/>
          <a:chExt cx="0" cy="0"/>
        </a:xfrm>
      </p:grpSpPr>
      <p:sp>
        <p:nvSpPr>
          <p:cNvPr id="438" name="Google Shape;438;p3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GRU- D</a:t>
            </a:r>
            <a:endParaRPr/>
          </a:p>
        </p:txBody>
      </p:sp>
      <p:sp>
        <p:nvSpPr>
          <p:cNvPr id="439" name="Google Shape;439;p39"/>
          <p:cNvSpPr/>
          <p:nvPr/>
        </p:nvSpPr>
        <p:spPr>
          <a:xfrm>
            <a:off x="7623129" y="4415090"/>
            <a:ext cx="516900" cy="5169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40" name="Google Shape;440;p39"/>
          <p:cNvSpPr txBox="1"/>
          <p:nvPr/>
        </p:nvSpPr>
        <p:spPr>
          <a:xfrm>
            <a:off x="715100" y="1187675"/>
            <a:ext cx="4059000" cy="3274800"/>
          </a:xfrm>
          <a:prstGeom prst="rect">
            <a:avLst/>
          </a:prstGeom>
          <a:noFill/>
          <a:ln>
            <a:noFill/>
          </a:ln>
        </p:spPr>
        <p:txBody>
          <a:bodyPr anchorCtr="0" anchor="t" bIns="91425" lIns="91425" spcFirstLastPara="1" rIns="91425" wrap="square" tIns="91425">
            <a:noAutofit/>
          </a:bodyPr>
          <a:lstStyle/>
          <a:p>
            <a:pPr indent="-330200" lvl="0" marL="457200" rtl="0" algn="l">
              <a:spcBef>
                <a:spcPts val="0"/>
              </a:spcBef>
              <a:spcAft>
                <a:spcPts val="0"/>
              </a:spcAft>
              <a:buClr>
                <a:schemeClr val="dk2"/>
              </a:buClr>
              <a:buSzPts val="1600"/>
              <a:buFont typeface="Gothic A1"/>
              <a:buChar char="●"/>
            </a:pPr>
            <a:r>
              <a:rPr b="1" lang="en" sz="1600">
                <a:solidFill>
                  <a:schemeClr val="dk2"/>
                </a:solidFill>
                <a:latin typeface="Gothic A1"/>
                <a:ea typeface="Gothic A1"/>
                <a:cs typeface="Gothic A1"/>
                <a:sym typeface="Gothic A1"/>
              </a:rPr>
              <a:t>Gated Recurrent Unit with Decay</a:t>
            </a:r>
            <a:r>
              <a:rPr lang="en" sz="1600">
                <a:solidFill>
                  <a:schemeClr val="dk2"/>
                </a:solidFill>
                <a:latin typeface="Gothic A1"/>
                <a:ea typeface="Gothic A1"/>
                <a:cs typeface="Gothic A1"/>
                <a:sym typeface="Gothic A1"/>
              </a:rPr>
              <a:t>:  a deep learning model for irregular and missing time series data.</a:t>
            </a:r>
            <a:endParaRPr sz="1600">
              <a:solidFill>
                <a:schemeClr val="dk2"/>
              </a:solidFill>
              <a:latin typeface="Gothic A1"/>
              <a:ea typeface="Gothic A1"/>
              <a:cs typeface="Gothic A1"/>
              <a:sym typeface="Gothic A1"/>
            </a:endParaRPr>
          </a:p>
          <a:p>
            <a:pPr indent="-330200" lvl="0" marL="457200" rtl="0" algn="l">
              <a:spcBef>
                <a:spcPts val="0"/>
              </a:spcBef>
              <a:spcAft>
                <a:spcPts val="0"/>
              </a:spcAft>
              <a:buClr>
                <a:schemeClr val="dk2"/>
              </a:buClr>
              <a:buSzPts val="1600"/>
              <a:buFont typeface="Gothic A1"/>
              <a:buChar char="●"/>
            </a:pPr>
            <a:r>
              <a:rPr lang="en" sz="1600">
                <a:solidFill>
                  <a:schemeClr val="dk2"/>
                </a:solidFill>
                <a:latin typeface="Gothic A1"/>
                <a:ea typeface="Gothic A1"/>
                <a:cs typeface="Gothic A1"/>
                <a:sym typeface="Gothic A1"/>
              </a:rPr>
              <a:t>Designed specifically for medical time series like ICU data, where sampling is irregular and values are often missing.</a:t>
            </a:r>
            <a:endParaRPr sz="1600">
              <a:solidFill>
                <a:schemeClr val="dk2"/>
              </a:solidFill>
              <a:latin typeface="Gothic A1"/>
              <a:ea typeface="Gothic A1"/>
              <a:cs typeface="Gothic A1"/>
              <a:sym typeface="Gothic A1"/>
            </a:endParaRPr>
          </a:p>
          <a:p>
            <a:pPr indent="-330200" lvl="0" marL="457200" rtl="0" algn="l">
              <a:spcBef>
                <a:spcPts val="0"/>
              </a:spcBef>
              <a:spcAft>
                <a:spcPts val="0"/>
              </a:spcAft>
              <a:buClr>
                <a:schemeClr val="dk2"/>
              </a:buClr>
              <a:buSzPts val="1600"/>
              <a:buFont typeface="Gothic A1"/>
              <a:buChar char="●"/>
            </a:pPr>
            <a:r>
              <a:rPr lang="en" sz="1600">
                <a:solidFill>
                  <a:schemeClr val="dk2"/>
                </a:solidFill>
                <a:latin typeface="Gothic A1"/>
                <a:ea typeface="Gothic A1"/>
                <a:cs typeface="Gothic A1"/>
                <a:sym typeface="Gothic A1"/>
              </a:rPr>
              <a:t>Learns temporal changes and missingness patterns that reveal rare events early, rather than relying on frequency of labels- thus is very useful when there is a class imbalance.</a:t>
            </a:r>
            <a:endParaRPr sz="1600">
              <a:solidFill>
                <a:schemeClr val="dk2"/>
              </a:solidFill>
              <a:latin typeface="Gothic A1"/>
              <a:ea typeface="Gothic A1"/>
              <a:cs typeface="Gothic A1"/>
              <a:sym typeface="Gothic A1"/>
            </a:endParaRPr>
          </a:p>
        </p:txBody>
      </p:sp>
      <p:pic>
        <p:nvPicPr>
          <p:cNvPr id="441" name="Google Shape;441;p39" title="1a0ea6ee-84f5-4e7a-8d8f-d9a8deaf2e10.png"/>
          <p:cNvPicPr preferRelativeResize="0"/>
          <p:nvPr/>
        </p:nvPicPr>
        <p:blipFill>
          <a:blip r:embed="rId3">
            <a:alphaModFix/>
          </a:blip>
          <a:stretch>
            <a:fillRect/>
          </a:stretch>
        </p:blipFill>
        <p:spPr>
          <a:xfrm>
            <a:off x="4926500" y="1170125"/>
            <a:ext cx="3916632" cy="3092565"/>
          </a:xfrm>
          <a:prstGeom prst="rect">
            <a:avLst/>
          </a:prstGeom>
          <a:noFill/>
          <a:ln>
            <a:noFill/>
          </a:ln>
        </p:spPr>
      </p:pic>
      <p:sp>
        <p:nvSpPr>
          <p:cNvPr id="442" name="Google Shape;442;p39"/>
          <p:cNvSpPr txBox="1"/>
          <p:nvPr/>
        </p:nvSpPr>
        <p:spPr>
          <a:xfrm>
            <a:off x="6354413" y="4116550"/>
            <a:ext cx="1060800" cy="392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u="sng">
                <a:solidFill>
                  <a:schemeClr val="hlink"/>
                </a:solidFill>
                <a:latin typeface="Gothic A1"/>
                <a:ea typeface="Gothic A1"/>
                <a:cs typeface="Gothic A1"/>
                <a:sym typeface="Gothic A1"/>
                <a:hlinkClick r:id="rId4"/>
              </a:rPr>
              <a:t>courtesy</a:t>
            </a:r>
            <a:endParaRPr sz="1200">
              <a:solidFill>
                <a:schemeClr val="dk2"/>
              </a:solidFill>
              <a:latin typeface="Gothic A1"/>
              <a:ea typeface="Gothic A1"/>
              <a:cs typeface="Gothic A1"/>
              <a:sym typeface="Gothic A1"/>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6" name="Shape 446"/>
        <p:cNvGrpSpPr/>
        <p:nvPr/>
      </p:nvGrpSpPr>
      <p:grpSpPr>
        <a:xfrm>
          <a:off x="0" y="0"/>
          <a:ext cx="0" cy="0"/>
          <a:chOff x="0" y="0"/>
          <a:chExt cx="0" cy="0"/>
        </a:xfrm>
      </p:grpSpPr>
      <p:sp>
        <p:nvSpPr>
          <p:cNvPr id="447" name="Google Shape;447;p40"/>
          <p:cNvSpPr txBox="1"/>
          <p:nvPr/>
        </p:nvSpPr>
        <p:spPr>
          <a:xfrm>
            <a:off x="484300" y="461225"/>
            <a:ext cx="8290800" cy="4358700"/>
          </a:xfrm>
          <a:prstGeom prst="rect">
            <a:avLst/>
          </a:prstGeom>
          <a:noFill/>
          <a:ln>
            <a:noFill/>
          </a:ln>
        </p:spPr>
        <p:txBody>
          <a:bodyPr anchorCtr="0" anchor="t" bIns="91425" lIns="91425" spcFirstLastPara="1" rIns="91425" wrap="square" tIns="91425">
            <a:noAutofit/>
          </a:bodyPr>
          <a:lstStyle/>
          <a:p>
            <a:pPr indent="0" lvl="0" marL="0" rtl="0" algn="l">
              <a:lnSpc>
                <a:spcPct val="150000"/>
              </a:lnSpc>
              <a:spcBef>
                <a:spcPts val="0"/>
              </a:spcBef>
              <a:spcAft>
                <a:spcPts val="0"/>
              </a:spcAft>
              <a:buNone/>
            </a:pPr>
            <a:r>
              <a:t/>
            </a:r>
            <a:endParaRPr sz="1700">
              <a:latin typeface="Gothic A1"/>
              <a:ea typeface="Gothic A1"/>
              <a:cs typeface="Gothic A1"/>
              <a:sym typeface="Gothic A1"/>
            </a:endParaRPr>
          </a:p>
          <a:p>
            <a:pPr indent="-336550" lvl="0" marL="457200" rtl="0" algn="l">
              <a:lnSpc>
                <a:spcPct val="150000"/>
              </a:lnSpc>
              <a:spcBef>
                <a:spcPts val="0"/>
              </a:spcBef>
              <a:spcAft>
                <a:spcPts val="0"/>
              </a:spcAft>
              <a:buSzPts val="1700"/>
              <a:buChar char="●"/>
            </a:pPr>
            <a:r>
              <a:rPr b="1" lang="en" sz="1700">
                <a:latin typeface="Gothic A1"/>
                <a:ea typeface="Gothic A1"/>
                <a:cs typeface="Gothic A1"/>
                <a:sym typeface="Gothic A1"/>
              </a:rPr>
              <a:t>Patient-level </a:t>
            </a:r>
            <a:endParaRPr b="1" sz="1700">
              <a:latin typeface="Gothic A1"/>
              <a:ea typeface="Gothic A1"/>
              <a:cs typeface="Gothic A1"/>
              <a:sym typeface="Gothic A1"/>
            </a:endParaRPr>
          </a:p>
          <a:p>
            <a:pPr indent="-336550" lvl="1" marL="914400" rtl="0" algn="l">
              <a:lnSpc>
                <a:spcPct val="150000"/>
              </a:lnSpc>
              <a:spcBef>
                <a:spcPts val="0"/>
              </a:spcBef>
              <a:spcAft>
                <a:spcPts val="0"/>
              </a:spcAft>
              <a:buSzPts val="1700"/>
              <a:buChar char="○"/>
            </a:pPr>
            <a:r>
              <a:rPr b="1" lang="en" sz="1700">
                <a:latin typeface="Gothic A1"/>
                <a:ea typeface="Gothic A1"/>
                <a:cs typeface="Gothic A1"/>
                <a:sym typeface="Gothic A1"/>
              </a:rPr>
              <a:t>AUROC = 0.82</a:t>
            </a:r>
            <a:endParaRPr b="1" sz="1700">
              <a:latin typeface="Gothic A1"/>
              <a:ea typeface="Gothic A1"/>
              <a:cs typeface="Gothic A1"/>
              <a:sym typeface="Gothic A1"/>
            </a:endParaRPr>
          </a:p>
          <a:p>
            <a:pPr indent="-336550" lvl="1" marL="914400" rtl="0" algn="l">
              <a:lnSpc>
                <a:spcPct val="150000"/>
              </a:lnSpc>
              <a:spcBef>
                <a:spcPts val="0"/>
              </a:spcBef>
              <a:spcAft>
                <a:spcPts val="0"/>
              </a:spcAft>
              <a:buSzPts val="1700"/>
              <a:buChar char="○"/>
            </a:pPr>
            <a:r>
              <a:rPr b="1" lang="en" sz="1700">
                <a:latin typeface="Gothic A1"/>
                <a:ea typeface="Gothic A1"/>
                <a:cs typeface="Gothic A1"/>
                <a:sym typeface="Gothic A1"/>
              </a:rPr>
              <a:t>AUPRC = 0.51</a:t>
            </a:r>
            <a:r>
              <a:rPr lang="en" sz="1700">
                <a:latin typeface="Gothic A1"/>
                <a:ea typeface="Gothic A1"/>
                <a:cs typeface="Gothic A1"/>
                <a:sym typeface="Gothic A1"/>
              </a:rPr>
              <a:t> </a:t>
            </a:r>
            <a:endParaRPr sz="1700">
              <a:latin typeface="Gothic A1"/>
              <a:ea typeface="Gothic A1"/>
              <a:cs typeface="Gothic A1"/>
              <a:sym typeface="Gothic A1"/>
            </a:endParaRPr>
          </a:p>
          <a:p>
            <a:pPr indent="-336550" lvl="0" marL="457200" rtl="0" algn="l">
              <a:lnSpc>
                <a:spcPct val="150000"/>
              </a:lnSpc>
              <a:spcBef>
                <a:spcPts val="0"/>
              </a:spcBef>
              <a:spcAft>
                <a:spcPts val="0"/>
              </a:spcAft>
              <a:buSzPts val="1700"/>
              <a:buFont typeface="Gothic A1"/>
              <a:buChar char="●"/>
            </a:pPr>
            <a:r>
              <a:rPr b="1" lang="en" sz="1700">
                <a:latin typeface="Gothic A1"/>
                <a:ea typeface="Gothic A1"/>
                <a:cs typeface="Gothic A1"/>
                <a:sym typeface="Gothic A1"/>
              </a:rPr>
              <a:t>@ threshold = 0.24</a:t>
            </a:r>
            <a:endParaRPr b="1" sz="1700">
              <a:latin typeface="Gothic A1"/>
              <a:ea typeface="Gothic A1"/>
              <a:cs typeface="Gothic A1"/>
              <a:sym typeface="Gothic A1"/>
            </a:endParaRPr>
          </a:p>
          <a:p>
            <a:pPr indent="-336550" lvl="1" marL="914400" rtl="0" algn="l">
              <a:lnSpc>
                <a:spcPct val="150000"/>
              </a:lnSpc>
              <a:spcBef>
                <a:spcPts val="0"/>
              </a:spcBef>
              <a:spcAft>
                <a:spcPts val="0"/>
              </a:spcAft>
              <a:buSzPts val="1700"/>
              <a:buFont typeface="Gothic A1"/>
              <a:buChar char="○"/>
            </a:pPr>
            <a:r>
              <a:rPr b="1" lang="en" sz="1700">
                <a:latin typeface="Gothic A1"/>
                <a:ea typeface="Gothic A1"/>
                <a:cs typeface="Gothic A1"/>
                <a:sym typeface="Gothic A1"/>
              </a:rPr>
              <a:t>Precision = 0.53</a:t>
            </a:r>
            <a:endParaRPr b="1" sz="1700">
              <a:latin typeface="Gothic A1"/>
              <a:ea typeface="Gothic A1"/>
              <a:cs typeface="Gothic A1"/>
              <a:sym typeface="Gothic A1"/>
            </a:endParaRPr>
          </a:p>
          <a:p>
            <a:pPr indent="-336550" lvl="1" marL="914400" rtl="0" algn="l">
              <a:lnSpc>
                <a:spcPct val="150000"/>
              </a:lnSpc>
              <a:spcBef>
                <a:spcPts val="0"/>
              </a:spcBef>
              <a:spcAft>
                <a:spcPts val="0"/>
              </a:spcAft>
              <a:buSzPts val="1700"/>
              <a:buFont typeface="Gothic A1"/>
              <a:buChar char="○"/>
            </a:pPr>
            <a:r>
              <a:rPr b="1" lang="en" sz="1700">
                <a:latin typeface="Gothic A1"/>
                <a:ea typeface="Gothic A1"/>
                <a:cs typeface="Gothic A1"/>
                <a:sym typeface="Gothic A1"/>
              </a:rPr>
              <a:t>Recall = 0.41 </a:t>
            </a:r>
            <a:endParaRPr b="1" sz="1700">
              <a:latin typeface="Gothic A1"/>
              <a:ea typeface="Gothic A1"/>
              <a:cs typeface="Gothic A1"/>
              <a:sym typeface="Gothic A1"/>
            </a:endParaRPr>
          </a:p>
          <a:p>
            <a:pPr indent="-336550" lvl="0" marL="457200" rtl="0" algn="l">
              <a:lnSpc>
                <a:spcPct val="150000"/>
              </a:lnSpc>
              <a:spcBef>
                <a:spcPts val="0"/>
              </a:spcBef>
              <a:spcAft>
                <a:spcPts val="0"/>
              </a:spcAft>
              <a:buSzPts val="1700"/>
              <a:buFont typeface="Gothic A1"/>
              <a:buChar char="●"/>
            </a:pPr>
            <a:r>
              <a:rPr b="1" lang="en" sz="1700">
                <a:latin typeface="Gothic A1"/>
                <a:ea typeface="Gothic A1"/>
                <a:cs typeface="Gothic A1"/>
                <a:sym typeface="Gothic A1"/>
              </a:rPr>
              <a:t>@ recall ≥ 0.90</a:t>
            </a:r>
            <a:r>
              <a:rPr lang="en" sz="1700">
                <a:latin typeface="Gothic A1"/>
                <a:ea typeface="Gothic A1"/>
                <a:cs typeface="Gothic A1"/>
                <a:sym typeface="Gothic A1"/>
              </a:rPr>
              <a:t>, threshold = 0.03 → </a:t>
            </a:r>
            <a:r>
              <a:rPr b="1" lang="en" sz="1700">
                <a:latin typeface="Gothic A1"/>
                <a:ea typeface="Gothic A1"/>
                <a:cs typeface="Gothic A1"/>
                <a:sym typeface="Gothic A1"/>
              </a:rPr>
              <a:t>Recall = 0.88</a:t>
            </a:r>
            <a:r>
              <a:rPr lang="en" sz="1700">
                <a:latin typeface="Gothic A1"/>
                <a:ea typeface="Gothic A1"/>
                <a:cs typeface="Gothic A1"/>
                <a:sym typeface="Gothic A1"/>
              </a:rPr>
              <a:t> </a:t>
            </a:r>
            <a:endParaRPr sz="1700">
              <a:latin typeface="Gothic A1"/>
              <a:ea typeface="Gothic A1"/>
              <a:cs typeface="Gothic A1"/>
              <a:sym typeface="Gothic A1"/>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1" name="Shape 451"/>
        <p:cNvGrpSpPr/>
        <p:nvPr/>
      </p:nvGrpSpPr>
      <p:grpSpPr>
        <a:xfrm>
          <a:off x="0" y="0"/>
          <a:ext cx="0" cy="0"/>
          <a:chOff x="0" y="0"/>
          <a:chExt cx="0" cy="0"/>
        </a:xfrm>
      </p:grpSpPr>
      <p:sp>
        <p:nvSpPr>
          <p:cNvPr id="452" name="Google Shape;452;p41"/>
          <p:cNvSpPr txBox="1"/>
          <p:nvPr>
            <p:ph type="title"/>
          </p:nvPr>
        </p:nvSpPr>
        <p:spPr>
          <a:xfrm>
            <a:off x="260350" y="445025"/>
            <a:ext cx="8163600" cy="849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Temporal Residual Transformer (TRT)</a:t>
            </a:r>
            <a:endParaRPr/>
          </a:p>
          <a:p>
            <a:pPr indent="0" lvl="0" marL="0" rtl="0" algn="ctr">
              <a:spcBef>
                <a:spcPts val="0"/>
              </a:spcBef>
              <a:spcAft>
                <a:spcPts val="0"/>
              </a:spcAft>
              <a:buNone/>
            </a:pPr>
            <a:r>
              <a:t/>
            </a:r>
            <a:endParaRPr/>
          </a:p>
        </p:txBody>
      </p:sp>
      <p:sp>
        <p:nvSpPr>
          <p:cNvPr id="453" name="Google Shape;453;p41"/>
          <p:cNvSpPr txBox="1"/>
          <p:nvPr>
            <p:ph idx="4294967295" type="body"/>
          </p:nvPr>
        </p:nvSpPr>
        <p:spPr>
          <a:xfrm>
            <a:off x="311700" y="1445275"/>
            <a:ext cx="8520600" cy="2610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2000"/>
              <a:t>Model Design – Temporal Residual Transformer (TRT):</a:t>
            </a:r>
            <a:r>
              <a:rPr lang="en" sz="2000"/>
              <a:t> A deep learning model that uses two Transformer Encoder blocks with 4-head self-attention, 256-dimensional feed-forward layers, and residual connections. </a:t>
            </a:r>
            <a:endParaRPr sz="2000"/>
          </a:p>
          <a:p>
            <a:pPr indent="0" lvl="0" marL="0" rtl="0" algn="l">
              <a:spcBef>
                <a:spcPts val="0"/>
              </a:spcBef>
              <a:spcAft>
                <a:spcPts val="0"/>
              </a:spcAft>
              <a:buNone/>
            </a:pPr>
            <a:r>
              <a:t/>
            </a:r>
            <a:endParaRPr sz="2000"/>
          </a:p>
          <a:p>
            <a:pPr indent="0" lvl="0" marL="0" rtl="0" algn="l">
              <a:spcBef>
                <a:spcPts val="0"/>
              </a:spcBef>
              <a:spcAft>
                <a:spcPts val="0"/>
              </a:spcAft>
              <a:buClr>
                <a:schemeClr val="dk1"/>
              </a:buClr>
              <a:buSzPts val="1100"/>
              <a:buFont typeface="Arial"/>
              <a:buNone/>
            </a:pPr>
            <a:r>
              <a:rPr lang="en" sz="2000"/>
              <a:t>Epoch [20/20] | Train Loss: 0.3541 | Val Loss: 0.4449, Acc: 0.8400, Prec: 0.2734, Rec: 0.7248, AUC: 0.8793</a:t>
            </a:r>
            <a:endParaRPr sz="2000"/>
          </a:p>
          <a:p>
            <a:pPr indent="0" lvl="0" marL="0" rtl="0" algn="l">
              <a:spcBef>
                <a:spcPts val="0"/>
              </a:spcBef>
              <a:spcAft>
                <a:spcPts val="0"/>
              </a:spcAft>
              <a:buClr>
                <a:schemeClr val="dk1"/>
              </a:buClr>
              <a:buSzPts val="1100"/>
              <a:buFont typeface="Arial"/>
              <a:buNone/>
            </a:pPr>
            <a:r>
              <a:t/>
            </a:r>
            <a:endParaRPr sz="1100">
              <a:solidFill>
                <a:schemeClr val="dk1"/>
              </a:solidFill>
            </a:endParaRPr>
          </a:p>
          <a:p>
            <a:pPr indent="0" lvl="0" marL="0" rtl="0" algn="l">
              <a:spcBef>
                <a:spcPts val="0"/>
              </a:spcBef>
              <a:spcAft>
                <a:spcPts val="0"/>
              </a:spcAft>
              <a:buNone/>
            </a:pPr>
            <a:r>
              <a:t/>
            </a:r>
            <a:endParaRPr sz="1100">
              <a:solidFill>
                <a:schemeClr val="dk1"/>
              </a:solidFill>
            </a:endParaRPr>
          </a:p>
          <a:p>
            <a:pPr indent="0" lvl="0" marL="0" rtl="0" algn="l">
              <a:spcBef>
                <a:spcPts val="0"/>
              </a:spcBef>
              <a:spcAft>
                <a:spcPts val="0"/>
              </a:spcAft>
              <a:buNone/>
            </a:pPr>
            <a:r>
              <a:t/>
            </a:r>
            <a:endParaRPr sz="1100">
              <a:solidFill>
                <a:schemeClr val="dk1"/>
              </a:solidFill>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7" name="Shape 457"/>
        <p:cNvGrpSpPr/>
        <p:nvPr/>
      </p:nvGrpSpPr>
      <p:grpSpPr>
        <a:xfrm>
          <a:off x="0" y="0"/>
          <a:ext cx="0" cy="0"/>
          <a:chOff x="0" y="0"/>
          <a:chExt cx="0" cy="0"/>
        </a:xfrm>
      </p:grpSpPr>
      <p:sp>
        <p:nvSpPr>
          <p:cNvPr id="458" name="Google Shape;458;p42"/>
          <p:cNvSpPr/>
          <p:nvPr/>
        </p:nvSpPr>
        <p:spPr>
          <a:xfrm>
            <a:off x="3555528" y="1059974"/>
            <a:ext cx="728400" cy="728400"/>
          </a:xfrm>
          <a:prstGeom prst="plus">
            <a:avLst>
              <a:gd fmla="val 32768" name="adj"/>
            </a:avLst>
          </a:prstGeom>
          <a:solidFill>
            <a:srgbClr val="95E7D3">
              <a:alpha val="6962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59" name="Google Shape;459;p42"/>
          <p:cNvSpPr txBox="1"/>
          <p:nvPr>
            <p:ph type="title"/>
          </p:nvPr>
        </p:nvSpPr>
        <p:spPr>
          <a:xfrm>
            <a:off x="895600" y="65325"/>
            <a:ext cx="7115400" cy="813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3000">
                <a:latin typeface="Krub"/>
                <a:ea typeface="Krub"/>
                <a:cs typeface="Krub"/>
                <a:sym typeface="Krub"/>
              </a:rPr>
              <a:t>Final Model/Results</a:t>
            </a:r>
            <a:endParaRPr sz="3000">
              <a:latin typeface="Krub"/>
              <a:ea typeface="Krub"/>
              <a:cs typeface="Krub"/>
              <a:sym typeface="Krub"/>
            </a:endParaRPr>
          </a:p>
        </p:txBody>
      </p:sp>
      <p:grpSp>
        <p:nvGrpSpPr>
          <p:cNvPr id="460" name="Google Shape;460;p42"/>
          <p:cNvGrpSpPr/>
          <p:nvPr/>
        </p:nvGrpSpPr>
        <p:grpSpPr>
          <a:xfrm>
            <a:off x="2008342" y="839265"/>
            <a:ext cx="901035" cy="723425"/>
            <a:chOff x="7745496" y="4083492"/>
            <a:chExt cx="595804" cy="478329"/>
          </a:xfrm>
        </p:grpSpPr>
        <p:sp>
          <p:nvSpPr>
            <p:cNvPr id="461" name="Google Shape;461;p42"/>
            <p:cNvSpPr/>
            <p:nvPr/>
          </p:nvSpPr>
          <p:spPr>
            <a:xfrm>
              <a:off x="7745496" y="4220121"/>
              <a:ext cx="341700" cy="3417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62" name="Google Shape;462;p42"/>
            <p:cNvSpPr/>
            <p:nvPr/>
          </p:nvSpPr>
          <p:spPr>
            <a:xfrm>
              <a:off x="8087200" y="4083492"/>
              <a:ext cx="254100" cy="254100"/>
            </a:xfrm>
            <a:prstGeom prst="plus">
              <a:avLst>
                <a:gd fmla="val 32768" name="adj"/>
              </a:avLst>
            </a:prstGeom>
            <a:solidFill>
              <a:srgbClr val="96E5D2">
                <a:alpha val="557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463" name="Google Shape;463;p42"/>
          <p:cNvSpPr/>
          <p:nvPr/>
        </p:nvSpPr>
        <p:spPr>
          <a:xfrm>
            <a:off x="1532661" y="3412074"/>
            <a:ext cx="341700" cy="341700"/>
          </a:xfrm>
          <a:prstGeom prst="plus">
            <a:avLst>
              <a:gd fmla="val 32768" name="adj"/>
            </a:avLst>
          </a:prstGeom>
          <a:solidFill>
            <a:srgbClr val="95E7D3">
              <a:alpha val="5506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64" name="Google Shape;464;p42"/>
          <p:cNvSpPr/>
          <p:nvPr/>
        </p:nvSpPr>
        <p:spPr>
          <a:xfrm>
            <a:off x="2490930" y="3412073"/>
            <a:ext cx="900900" cy="9009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65" name="Google Shape;465;p42"/>
          <p:cNvSpPr txBox="1"/>
          <p:nvPr>
            <p:ph idx="1" type="subTitle"/>
          </p:nvPr>
        </p:nvSpPr>
        <p:spPr>
          <a:xfrm>
            <a:off x="895600" y="1059975"/>
            <a:ext cx="7115400" cy="3252900"/>
          </a:xfrm>
          <a:prstGeom prst="rect">
            <a:avLst/>
          </a:prstGeom>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b="1" lang="en" sz="2100"/>
              <a:t>Model selected:</a:t>
            </a:r>
            <a:r>
              <a:rPr lang="en" sz="2100"/>
              <a:t> Temporal Residual Transformer (TRT)</a:t>
            </a:r>
            <a:endParaRPr sz="2100"/>
          </a:p>
          <a:p>
            <a:pPr indent="0" lvl="0" marL="0" rtl="0" algn="ctr">
              <a:lnSpc>
                <a:spcPct val="115000"/>
              </a:lnSpc>
              <a:spcBef>
                <a:spcPts val="1200"/>
              </a:spcBef>
              <a:spcAft>
                <a:spcPts val="0"/>
              </a:spcAft>
              <a:buNone/>
            </a:pPr>
            <a:r>
              <a:t/>
            </a:r>
            <a:endParaRPr sz="2100"/>
          </a:p>
          <a:p>
            <a:pPr indent="0" lvl="0" marL="0" rtl="0" algn="ctr">
              <a:lnSpc>
                <a:spcPct val="115000"/>
              </a:lnSpc>
              <a:spcBef>
                <a:spcPts val="1200"/>
              </a:spcBef>
              <a:spcAft>
                <a:spcPts val="0"/>
              </a:spcAft>
              <a:buNone/>
            </a:pPr>
            <a:r>
              <a:rPr b="1" lang="en" sz="2100"/>
              <a:t>--- Test Set Evaluation --- </a:t>
            </a:r>
            <a:endParaRPr b="1" sz="2100"/>
          </a:p>
          <a:p>
            <a:pPr indent="0" lvl="0" marL="0" rtl="0" algn="ctr">
              <a:lnSpc>
                <a:spcPct val="115000"/>
              </a:lnSpc>
              <a:spcBef>
                <a:spcPts val="1200"/>
              </a:spcBef>
              <a:spcAft>
                <a:spcPts val="0"/>
              </a:spcAft>
              <a:buNone/>
            </a:pPr>
            <a:r>
              <a:rPr lang="en" sz="2100"/>
              <a:t>Test Loss: 0.4401 Test Accuracy: 0.8351 Test Precision: 0.2717 Test Recall (Sensitivity): 0.7554 Test F1 Score: 0.3997 </a:t>
            </a:r>
            <a:r>
              <a:rPr b="1" lang="en" sz="2100"/>
              <a:t>Test AUROC: 0.8802  Test Avg Precision (AUPRC): 0.5543</a:t>
            </a:r>
            <a:endParaRPr b="1" sz="2100"/>
          </a:p>
          <a:p>
            <a:pPr indent="0" lvl="0" marL="0" rtl="0" algn="l">
              <a:spcBef>
                <a:spcPts val="1200"/>
              </a:spcBef>
              <a:spcAft>
                <a:spcPts val="0"/>
              </a:spcAft>
              <a:buNone/>
            </a:pPr>
            <a:r>
              <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9" name="Shape 469"/>
        <p:cNvGrpSpPr/>
        <p:nvPr/>
      </p:nvGrpSpPr>
      <p:grpSpPr>
        <a:xfrm>
          <a:off x="0" y="0"/>
          <a:ext cx="0" cy="0"/>
          <a:chOff x="0" y="0"/>
          <a:chExt cx="0" cy="0"/>
        </a:xfrm>
      </p:grpSpPr>
      <p:sp>
        <p:nvSpPr>
          <p:cNvPr id="470" name="Google Shape;470;p43"/>
          <p:cNvSpPr txBox="1"/>
          <p:nvPr>
            <p:ph type="title"/>
          </p:nvPr>
        </p:nvSpPr>
        <p:spPr>
          <a:xfrm>
            <a:off x="4693000" y="753975"/>
            <a:ext cx="3735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Future Goals</a:t>
            </a:r>
            <a:endParaRPr/>
          </a:p>
        </p:txBody>
      </p:sp>
      <p:sp>
        <p:nvSpPr>
          <p:cNvPr id="471" name="Google Shape;471;p43"/>
          <p:cNvSpPr txBox="1"/>
          <p:nvPr>
            <p:ph idx="1" type="body"/>
          </p:nvPr>
        </p:nvSpPr>
        <p:spPr>
          <a:xfrm>
            <a:off x="4496750" y="1476425"/>
            <a:ext cx="4590600" cy="2883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000">
                <a:solidFill>
                  <a:schemeClr val="dk2"/>
                </a:solidFill>
              </a:rPr>
              <a:t>Improve the model to where it can predict the hour in which the patient gets sepsis.</a:t>
            </a:r>
            <a:endParaRPr sz="2000">
              <a:solidFill>
                <a:schemeClr val="dk2"/>
              </a:solidFill>
            </a:endParaRPr>
          </a:p>
          <a:p>
            <a:pPr indent="0" lvl="0" marL="0" rtl="0" algn="l">
              <a:spcBef>
                <a:spcPts val="0"/>
              </a:spcBef>
              <a:spcAft>
                <a:spcPts val="0"/>
              </a:spcAft>
              <a:buNone/>
            </a:pPr>
            <a:r>
              <a:t/>
            </a:r>
            <a:endParaRPr sz="2000">
              <a:solidFill>
                <a:schemeClr val="dk2"/>
              </a:solidFill>
            </a:endParaRPr>
          </a:p>
          <a:p>
            <a:pPr indent="0" lvl="0" marL="0" rtl="0" algn="l">
              <a:spcBef>
                <a:spcPts val="0"/>
              </a:spcBef>
              <a:spcAft>
                <a:spcPts val="0"/>
              </a:spcAft>
              <a:buNone/>
            </a:pPr>
            <a:r>
              <a:rPr lang="en" sz="2000">
                <a:solidFill>
                  <a:schemeClr val="dk2"/>
                </a:solidFill>
              </a:rPr>
              <a:t>Compare hospitals A and B to see if there is a difference.</a:t>
            </a:r>
            <a:endParaRPr sz="2000">
              <a:solidFill>
                <a:schemeClr val="dk2"/>
              </a:solidFill>
            </a:endParaRPr>
          </a:p>
          <a:p>
            <a:pPr indent="0" lvl="0" marL="0" rtl="0" algn="l">
              <a:spcBef>
                <a:spcPts val="0"/>
              </a:spcBef>
              <a:spcAft>
                <a:spcPts val="0"/>
              </a:spcAft>
              <a:buNone/>
            </a:pPr>
            <a:r>
              <a:t/>
            </a:r>
            <a:endParaRPr sz="2000">
              <a:solidFill>
                <a:schemeClr val="dk2"/>
              </a:solidFill>
            </a:endParaRPr>
          </a:p>
          <a:p>
            <a:pPr indent="0" lvl="0" marL="0" rtl="0" algn="l">
              <a:spcBef>
                <a:spcPts val="0"/>
              </a:spcBef>
              <a:spcAft>
                <a:spcPts val="0"/>
              </a:spcAft>
              <a:buNone/>
            </a:pPr>
            <a:r>
              <a:rPr lang="en" sz="2000">
                <a:solidFill>
                  <a:schemeClr val="dk2"/>
                </a:solidFill>
              </a:rPr>
              <a:t>Continue to further improve the model’s </a:t>
            </a:r>
            <a:r>
              <a:rPr lang="en" sz="2000">
                <a:solidFill>
                  <a:schemeClr val="dk2"/>
                </a:solidFill>
              </a:rPr>
              <a:t>accuracy.</a:t>
            </a:r>
            <a:r>
              <a:rPr lang="en" sz="2000">
                <a:solidFill>
                  <a:schemeClr val="dk2"/>
                </a:solidFill>
              </a:rPr>
              <a:t> </a:t>
            </a:r>
            <a:endParaRPr sz="2000">
              <a:solidFill>
                <a:schemeClr val="dk2"/>
              </a:solidFill>
            </a:endParaRPr>
          </a:p>
        </p:txBody>
      </p:sp>
      <p:pic>
        <p:nvPicPr>
          <p:cNvPr id="472" name="Google Shape;472;p43"/>
          <p:cNvPicPr preferRelativeResize="0"/>
          <p:nvPr>
            <p:ph idx="2" type="pic"/>
          </p:nvPr>
        </p:nvPicPr>
        <p:blipFill rotWithShape="1">
          <a:blip r:embed="rId3">
            <a:alphaModFix/>
          </a:blip>
          <a:srcRect b="0" l="20676" r="20682" t="0"/>
          <a:stretch/>
        </p:blipFill>
        <p:spPr>
          <a:xfrm>
            <a:off x="715100" y="535000"/>
            <a:ext cx="1697100" cy="1924500"/>
          </a:xfrm>
          <a:prstGeom prst="snip2DiagRect">
            <a:avLst>
              <a:gd fmla="val 0" name="adj1"/>
              <a:gd fmla="val 16667" name="adj2"/>
            </a:avLst>
          </a:prstGeom>
        </p:spPr>
      </p:pic>
      <p:pic>
        <p:nvPicPr>
          <p:cNvPr id="473" name="Google Shape;473;p43"/>
          <p:cNvPicPr preferRelativeResize="0"/>
          <p:nvPr>
            <p:ph idx="3" type="pic"/>
          </p:nvPr>
        </p:nvPicPr>
        <p:blipFill rotWithShape="1">
          <a:blip r:embed="rId4">
            <a:alphaModFix/>
          </a:blip>
          <a:srcRect b="1432" l="0" r="0" t="23548"/>
          <a:stretch/>
        </p:blipFill>
        <p:spPr>
          <a:xfrm>
            <a:off x="715100" y="2683886"/>
            <a:ext cx="3588000" cy="1924500"/>
          </a:xfrm>
          <a:prstGeom prst="snip2DiagRect">
            <a:avLst>
              <a:gd fmla="val 0" name="adj1"/>
              <a:gd fmla="val 16667" name="adj2"/>
            </a:avLst>
          </a:prstGeom>
        </p:spPr>
      </p:pic>
      <p:pic>
        <p:nvPicPr>
          <p:cNvPr id="474" name="Google Shape;474;p43"/>
          <p:cNvPicPr preferRelativeResize="0"/>
          <p:nvPr>
            <p:ph idx="4" type="pic"/>
          </p:nvPr>
        </p:nvPicPr>
        <p:blipFill rotWithShape="1">
          <a:blip r:embed="rId5">
            <a:alphaModFix/>
          </a:blip>
          <a:srcRect b="0" l="20592" r="20587" t="0"/>
          <a:stretch/>
        </p:blipFill>
        <p:spPr>
          <a:xfrm>
            <a:off x="2605922" y="535000"/>
            <a:ext cx="1697100" cy="1924500"/>
          </a:xfrm>
          <a:prstGeom prst="snip2DiagRect">
            <a:avLst>
              <a:gd fmla="val 0" name="adj1"/>
              <a:gd fmla="val 16667" name="adj2"/>
            </a:avLst>
          </a:prstGeom>
        </p:spPr>
      </p:pic>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478" name="Shape 478"/>
        <p:cNvGrpSpPr/>
        <p:nvPr/>
      </p:nvGrpSpPr>
      <p:grpSpPr>
        <a:xfrm>
          <a:off x="0" y="0"/>
          <a:ext cx="0" cy="0"/>
          <a:chOff x="0" y="0"/>
          <a:chExt cx="0" cy="0"/>
        </a:xfrm>
      </p:grpSpPr>
      <p:sp>
        <p:nvSpPr>
          <p:cNvPr id="479" name="Google Shape;479;p44"/>
          <p:cNvSpPr txBox="1"/>
          <p:nvPr>
            <p:ph idx="1" type="subTitle"/>
          </p:nvPr>
        </p:nvSpPr>
        <p:spPr>
          <a:xfrm>
            <a:off x="4539650" y="2011125"/>
            <a:ext cx="3217200" cy="1152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Solar System—it’s only a bit larger than the Moon</a:t>
            </a:r>
            <a:endParaRPr/>
          </a:p>
        </p:txBody>
      </p:sp>
      <p:sp>
        <p:nvSpPr>
          <p:cNvPr id="480" name="Google Shape;480;p44"/>
          <p:cNvSpPr txBox="1"/>
          <p:nvPr>
            <p:ph type="title"/>
          </p:nvPr>
        </p:nvSpPr>
        <p:spPr>
          <a:xfrm>
            <a:off x="1387125" y="1979775"/>
            <a:ext cx="2896800" cy="1183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95%</a:t>
            </a:r>
            <a:endParaRPr/>
          </a:p>
        </p:txBody>
      </p:sp>
      <p:sp>
        <p:nvSpPr>
          <p:cNvPr id="481" name="Google Shape;481;p44"/>
          <p:cNvSpPr/>
          <p:nvPr/>
        </p:nvSpPr>
        <p:spPr>
          <a:xfrm>
            <a:off x="3555528" y="1059974"/>
            <a:ext cx="728400" cy="728400"/>
          </a:xfrm>
          <a:prstGeom prst="plus">
            <a:avLst>
              <a:gd fmla="val 32768" name="adj"/>
            </a:avLst>
          </a:prstGeom>
          <a:solidFill>
            <a:srgbClr val="95E7D3">
              <a:alpha val="6962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482" name="Google Shape;482;p44"/>
          <p:cNvGrpSpPr/>
          <p:nvPr/>
        </p:nvGrpSpPr>
        <p:grpSpPr>
          <a:xfrm>
            <a:off x="2008342" y="839265"/>
            <a:ext cx="901035" cy="723425"/>
            <a:chOff x="7745496" y="4083492"/>
            <a:chExt cx="595804" cy="478329"/>
          </a:xfrm>
        </p:grpSpPr>
        <p:sp>
          <p:nvSpPr>
            <p:cNvPr id="483" name="Google Shape;483;p44"/>
            <p:cNvSpPr/>
            <p:nvPr/>
          </p:nvSpPr>
          <p:spPr>
            <a:xfrm>
              <a:off x="7745496" y="4220121"/>
              <a:ext cx="341700" cy="3417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84" name="Google Shape;484;p44"/>
            <p:cNvSpPr/>
            <p:nvPr/>
          </p:nvSpPr>
          <p:spPr>
            <a:xfrm>
              <a:off x="8087200" y="4083492"/>
              <a:ext cx="254100" cy="254100"/>
            </a:xfrm>
            <a:prstGeom prst="plus">
              <a:avLst>
                <a:gd fmla="val 32768" name="adj"/>
              </a:avLst>
            </a:prstGeom>
            <a:solidFill>
              <a:srgbClr val="96E5D2">
                <a:alpha val="557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485" name="Google Shape;485;p44"/>
          <p:cNvSpPr/>
          <p:nvPr/>
        </p:nvSpPr>
        <p:spPr>
          <a:xfrm>
            <a:off x="1532661" y="3412074"/>
            <a:ext cx="341700" cy="341700"/>
          </a:xfrm>
          <a:prstGeom prst="plus">
            <a:avLst>
              <a:gd fmla="val 32768" name="adj"/>
            </a:avLst>
          </a:prstGeom>
          <a:solidFill>
            <a:srgbClr val="95E7D3">
              <a:alpha val="5506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86" name="Google Shape;486;p44"/>
          <p:cNvSpPr/>
          <p:nvPr/>
        </p:nvSpPr>
        <p:spPr>
          <a:xfrm>
            <a:off x="2490930" y="3412073"/>
            <a:ext cx="900900" cy="9009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490" name="Shape 490"/>
        <p:cNvGrpSpPr/>
        <p:nvPr/>
      </p:nvGrpSpPr>
      <p:grpSpPr>
        <a:xfrm>
          <a:off x="0" y="0"/>
          <a:ext cx="0" cy="0"/>
          <a:chOff x="0" y="0"/>
          <a:chExt cx="0" cy="0"/>
        </a:xfrm>
      </p:grpSpPr>
      <p:sp>
        <p:nvSpPr>
          <p:cNvPr id="491" name="Google Shape;491;p4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Six ideas</a:t>
            </a:r>
            <a:endParaRPr/>
          </a:p>
        </p:txBody>
      </p:sp>
      <p:sp>
        <p:nvSpPr>
          <p:cNvPr id="492" name="Google Shape;492;p45"/>
          <p:cNvSpPr txBox="1"/>
          <p:nvPr>
            <p:ph idx="1" type="subTitle"/>
          </p:nvPr>
        </p:nvSpPr>
        <p:spPr>
          <a:xfrm>
            <a:off x="1647513" y="1563175"/>
            <a:ext cx="2749200" cy="636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farthest planet from the Sun. It's also the fourth-largest planet by diameter </a:t>
            </a:r>
            <a:endParaRPr/>
          </a:p>
        </p:txBody>
      </p:sp>
      <p:sp>
        <p:nvSpPr>
          <p:cNvPr id="493" name="Google Shape;493;p45"/>
          <p:cNvSpPr txBox="1"/>
          <p:nvPr>
            <p:ph idx="2" type="subTitle"/>
          </p:nvPr>
        </p:nvSpPr>
        <p:spPr>
          <a:xfrm>
            <a:off x="1647513" y="1210400"/>
            <a:ext cx="2749200" cy="414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494" name="Google Shape;494;p45"/>
          <p:cNvSpPr txBox="1"/>
          <p:nvPr>
            <p:ph idx="3" type="subTitle"/>
          </p:nvPr>
        </p:nvSpPr>
        <p:spPr>
          <a:xfrm>
            <a:off x="1647513" y="2712600"/>
            <a:ext cx="2749200" cy="636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terribly hot</a:t>
            </a:r>
            <a:endParaRPr/>
          </a:p>
        </p:txBody>
      </p:sp>
      <p:sp>
        <p:nvSpPr>
          <p:cNvPr id="495" name="Google Shape;495;p45"/>
          <p:cNvSpPr txBox="1"/>
          <p:nvPr>
            <p:ph idx="4" type="subTitle"/>
          </p:nvPr>
        </p:nvSpPr>
        <p:spPr>
          <a:xfrm>
            <a:off x="1647513" y="2359825"/>
            <a:ext cx="2749200" cy="414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496" name="Google Shape;496;p45"/>
          <p:cNvSpPr txBox="1"/>
          <p:nvPr>
            <p:ph idx="5" type="subTitle"/>
          </p:nvPr>
        </p:nvSpPr>
        <p:spPr>
          <a:xfrm>
            <a:off x="1647513" y="3862025"/>
            <a:ext cx="2749200" cy="636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Earth is the third planet from the Sun and the only one that harbors life in the Solar System</a:t>
            </a:r>
            <a:endParaRPr/>
          </a:p>
        </p:txBody>
      </p:sp>
      <p:sp>
        <p:nvSpPr>
          <p:cNvPr id="497" name="Google Shape;497;p45"/>
          <p:cNvSpPr txBox="1"/>
          <p:nvPr>
            <p:ph idx="6" type="subTitle"/>
          </p:nvPr>
        </p:nvSpPr>
        <p:spPr>
          <a:xfrm>
            <a:off x="1647513" y="3509250"/>
            <a:ext cx="2749200" cy="414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Earth</a:t>
            </a:r>
            <a:endParaRPr/>
          </a:p>
        </p:txBody>
      </p:sp>
      <p:sp>
        <p:nvSpPr>
          <p:cNvPr id="498" name="Google Shape;498;p45"/>
          <p:cNvSpPr txBox="1"/>
          <p:nvPr>
            <p:ph idx="7" type="subTitle"/>
          </p:nvPr>
        </p:nvSpPr>
        <p:spPr>
          <a:xfrm>
            <a:off x="5339488" y="1563175"/>
            <a:ext cx="2749200" cy="636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a gas giant and has rings. It's composed mostly of hydrogen and helium</a:t>
            </a:r>
            <a:endParaRPr/>
          </a:p>
        </p:txBody>
      </p:sp>
      <p:sp>
        <p:nvSpPr>
          <p:cNvPr id="499" name="Google Shape;499;p45"/>
          <p:cNvSpPr txBox="1"/>
          <p:nvPr>
            <p:ph idx="8" type="subTitle"/>
          </p:nvPr>
        </p:nvSpPr>
        <p:spPr>
          <a:xfrm>
            <a:off x="5339488" y="1210400"/>
            <a:ext cx="2749200" cy="414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500" name="Google Shape;500;p45"/>
          <p:cNvSpPr txBox="1"/>
          <p:nvPr>
            <p:ph idx="9" type="subTitle"/>
          </p:nvPr>
        </p:nvSpPr>
        <p:spPr>
          <a:xfrm>
            <a:off x="5339488" y="2712600"/>
            <a:ext cx="2749200" cy="636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 It's full of iron oxide dust, its reddish cast</a:t>
            </a:r>
            <a:endParaRPr/>
          </a:p>
        </p:txBody>
      </p:sp>
      <p:sp>
        <p:nvSpPr>
          <p:cNvPr id="501" name="Google Shape;501;p45"/>
          <p:cNvSpPr txBox="1"/>
          <p:nvPr>
            <p:ph idx="13" type="subTitle"/>
          </p:nvPr>
        </p:nvSpPr>
        <p:spPr>
          <a:xfrm>
            <a:off x="5339488" y="2359825"/>
            <a:ext cx="2749200" cy="414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502" name="Google Shape;502;p45"/>
          <p:cNvSpPr txBox="1"/>
          <p:nvPr>
            <p:ph idx="14" type="subTitle"/>
          </p:nvPr>
        </p:nvSpPr>
        <p:spPr>
          <a:xfrm>
            <a:off x="5339488" y="3862025"/>
            <a:ext cx="2749200" cy="636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a gas giant and the biggest planet in the Solar System. It's the fourth-brightest object</a:t>
            </a:r>
            <a:endParaRPr/>
          </a:p>
        </p:txBody>
      </p:sp>
      <p:sp>
        <p:nvSpPr>
          <p:cNvPr id="503" name="Google Shape;503;p45"/>
          <p:cNvSpPr txBox="1"/>
          <p:nvPr>
            <p:ph idx="15" type="subTitle"/>
          </p:nvPr>
        </p:nvSpPr>
        <p:spPr>
          <a:xfrm>
            <a:off x="5339488" y="3509250"/>
            <a:ext cx="2749200" cy="414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504" name="Google Shape;504;p45"/>
          <p:cNvSpPr txBox="1"/>
          <p:nvPr/>
        </p:nvSpPr>
        <p:spPr>
          <a:xfrm>
            <a:off x="1055313" y="1327700"/>
            <a:ext cx="484500" cy="484800"/>
          </a:xfrm>
          <a:prstGeom prst="rect">
            <a:avLst/>
          </a:prstGeom>
          <a:solidFill>
            <a:srgbClr val="95E7D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600">
              <a:solidFill>
                <a:srgbClr val="0F343D"/>
              </a:solidFill>
              <a:latin typeface="Gothic A1"/>
              <a:ea typeface="Gothic A1"/>
              <a:cs typeface="Gothic A1"/>
              <a:sym typeface="Gothic A1"/>
            </a:endParaRPr>
          </a:p>
        </p:txBody>
      </p:sp>
      <p:sp>
        <p:nvSpPr>
          <p:cNvPr id="505" name="Google Shape;505;p45"/>
          <p:cNvSpPr txBox="1"/>
          <p:nvPr/>
        </p:nvSpPr>
        <p:spPr>
          <a:xfrm>
            <a:off x="4747288" y="1327700"/>
            <a:ext cx="484500" cy="484800"/>
          </a:xfrm>
          <a:prstGeom prst="rect">
            <a:avLst/>
          </a:prstGeom>
          <a:solidFill>
            <a:srgbClr val="95E7D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600">
              <a:solidFill>
                <a:srgbClr val="0F343D"/>
              </a:solidFill>
              <a:latin typeface="Gothic A1"/>
              <a:ea typeface="Gothic A1"/>
              <a:cs typeface="Gothic A1"/>
              <a:sym typeface="Gothic A1"/>
            </a:endParaRPr>
          </a:p>
        </p:txBody>
      </p:sp>
      <p:sp>
        <p:nvSpPr>
          <p:cNvPr id="506" name="Google Shape;506;p45"/>
          <p:cNvSpPr txBox="1"/>
          <p:nvPr/>
        </p:nvSpPr>
        <p:spPr>
          <a:xfrm>
            <a:off x="1055313" y="2477125"/>
            <a:ext cx="484500" cy="484800"/>
          </a:xfrm>
          <a:prstGeom prst="rect">
            <a:avLst/>
          </a:prstGeom>
          <a:solidFill>
            <a:srgbClr val="95E7D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600">
              <a:solidFill>
                <a:srgbClr val="0F343D"/>
              </a:solidFill>
              <a:latin typeface="Gothic A1"/>
              <a:ea typeface="Gothic A1"/>
              <a:cs typeface="Gothic A1"/>
              <a:sym typeface="Gothic A1"/>
            </a:endParaRPr>
          </a:p>
        </p:txBody>
      </p:sp>
      <p:sp>
        <p:nvSpPr>
          <p:cNvPr id="507" name="Google Shape;507;p45"/>
          <p:cNvSpPr txBox="1"/>
          <p:nvPr/>
        </p:nvSpPr>
        <p:spPr>
          <a:xfrm>
            <a:off x="4747288" y="2477125"/>
            <a:ext cx="484500" cy="484800"/>
          </a:xfrm>
          <a:prstGeom prst="rect">
            <a:avLst/>
          </a:prstGeom>
          <a:solidFill>
            <a:srgbClr val="95E7D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600">
              <a:solidFill>
                <a:srgbClr val="0F343D"/>
              </a:solidFill>
              <a:latin typeface="Gothic A1"/>
              <a:ea typeface="Gothic A1"/>
              <a:cs typeface="Gothic A1"/>
              <a:sym typeface="Gothic A1"/>
            </a:endParaRPr>
          </a:p>
        </p:txBody>
      </p:sp>
      <p:sp>
        <p:nvSpPr>
          <p:cNvPr id="508" name="Google Shape;508;p45"/>
          <p:cNvSpPr txBox="1"/>
          <p:nvPr/>
        </p:nvSpPr>
        <p:spPr>
          <a:xfrm>
            <a:off x="1055313" y="3626550"/>
            <a:ext cx="484500" cy="484800"/>
          </a:xfrm>
          <a:prstGeom prst="rect">
            <a:avLst/>
          </a:prstGeom>
          <a:solidFill>
            <a:srgbClr val="95E7D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600">
              <a:solidFill>
                <a:srgbClr val="0F343D"/>
              </a:solidFill>
              <a:latin typeface="Gothic A1"/>
              <a:ea typeface="Gothic A1"/>
              <a:cs typeface="Gothic A1"/>
              <a:sym typeface="Gothic A1"/>
            </a:endParaRPr>
          </a:p>
        </p:txBody>
      </p:sp>
      <p:sp>
        <p:nvSpPr>
          <p:cNvPr id="509" name="Google Shape;509;p45"/>
          <p:cNvSpPr txBox="1"/>
          <p:nvPr/>
        </p:nvSpPr>
        <p:spPr>
          <a:xfrm>
            <a:off x="4747288" y="3626550"/>
            <a:ext cx="484500" cy="484800"/>
          </a:xfrm>
          <a:prstGeom prst="rect">
            <a:avLst/>
          </a:prstGeom>
          <a:solidFill>
            <a:srgbClr val="95E7D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600">
              <a:solidFill>
                <a:srgbClr val="0F343D"/>
              </a:solidFill>
              <a:latin typeface="Gothic A1"/>
              <a:ea typeface="Gothic A1"/>
              <a:cs typeface="Gothic A1"/>
              <a:sym typeface="Gothic A1"/>
            </a:endParaRPr>
          </a:p>
        </p:txBody>
      </p:sp>
      <p:grpSp>
        <p:nvGrpSpPr>
          <p:cNvPr id="510" name="Google Shape;510;p45"/>
          <p:cNvGrpSpPr/>
          <p:nvPr/>
        </p:nvGrpSpPr>
        <p:grpSpPr>
          <a:xfrm>
            <a:off x="4827610" y="3707140"/>
            <a:ext cx="323884" cy="323614"/>
            <a:chOff x="4059335" y="3576365"/>
            <a:chExt cx="323884" cy="323614"/>
          </a:xfrm>
        </p:grpSpPr>
        <p:sp>
          <p:nvSpPr>
            <p:cNvPr id="511" name="Google Shape;511;p45"/>
            <p:cNvSpPr/>
            <p:nvPr/>
          </p:nvSpPr>
          <p:spPr>
            <a:xfrm>
              <a:off x="4135377" y="3576365"/>
              <a:ext cx="247841" cy="209834"/>
            </a:xfrm>
            <a:custGeom>
              <a:rect b="b" l="l" r="r" t="t"/>
              <a:pathLst>
                <a:path extrusionOk="0" h="6984" w="8249">
                  <a:moveTo>
                    <a:pt x="3787" y="1300"/>
                  </a:moveTo>
                  <a:lnTo>
                    <a:pt x="3787" y="1931"/>
                  </a:lnTo>
                  <a:lnTo>
                    <a:pt x="3154" y="1931"/>
                  </a:lnTo>
                  <a:lnTo>
                    <a:pt x="3154" y="1300"/>
                  </a:lnTo>
                  <a:close/>
                  <a:moveTo>
                    <a:pt x="5052" y="1300"/>
                  </a:moveTo>
                  <a:lnTo>
                    <a:pt x="5052" y="1931"/>
                  </a:lnTo>
                  <a:lnTo>
                    <a:pt x="4419" y="1931"/>
                  </a:lnTo>
                  <a:lnTo>
                    <a:pt x="4419" y="1300"/>
                  </a:lnTo>
                  <a:close/>
                  <a:moveTo>
                    <a:pt x="7575" y="1300"/>
                  </a:moveTo>
                  <a:lnTo>
                    <a:pt x="7575" y="1931"/>
                  </a:lnTo>
                  <a:lnTo>
                    <a:pt x="5676" y="1931"/>
                  </a:lnTo>
                  <a:lnTo>
                    <a:pt x="5676" y="1300"/>
                  </a:lnTo>
                  <a:close/>
                  <a:moveTo>
                    <a:pt x="6941" y="2565"/>
                  </a:moveTo>
                  <a:lnTo>
                    <a:pt x="6941" y="3196"/>
                  </a:lnTo>
                  <a:lnTo>
                    <a:pt x="3787" y="3196"/>
                  </a:lnTo>
                  <a:lnTo>
                    <a:pt x="3787" y="2565"/>
                  </a:lnTo>
                  <a:close/>
                  <a:moveTo>
                    <a:pt x="7575" y="3830"/>
                  </a:moveTo>
                  <a:lnTo>
                    <a:pt x="7575" y="4461"/>
                  </a:lnTo>
                  <a:lnTo>
                    <a:pt x="5052" y="4461"/>
                  </a:lnTo>
                  <a:lnTo>
                    <a:pt x="5052" y="3830"/>
                  </a:lnTo>
                  <a:close/>
                  <a:moveTo>
                    <a:pt x="6309" y="5087"/>
                  </a:moveTo>
                  <a:lnTo>
                    <a:pt x="6309" y="5718"/>
                  </a:lnTo>
                  <a:lnTo>
                    <a:pt x="4419" y="5718"/>
                  </a:lnTo>
                  <a:lnTo>
                    <a:pt x="4419" y="5087"/>
                  </a:lnTo>
                  <a:close/>
                  <a:moveTo>
                    <a:pt x="7575" y="5087"/>
                  </a:moveTo>
                  <a:lnTo>
                    <a:pt x="7575" y="5718"/>
                  </a:lnTo>
                  <a:lnTo>
                    <a:pt x="6941" y="5718"/>
                  </a:lnTo>
                  <a:lnTo>
                    <a:pt x="6941" y="5087"/>
                  </a:lnTo>
                  <a:close/>
                  <a:moveTo>
                    <a:pt x="0" y="0"/>
                  </a:moveTo>
                  <a:lnTo>
                    <a:pt x="0" y="1316"/>
                  </a:lnTo>
                  <a:cubicBezTo>
                    <a:pt x="101" y="1308"/>
                    <a:pt x="211" y="1300"/>
                    <a:pt x="312" y="1300"/>
                  </a:cubicBezTo>
                  <a:cubicBezTo>
                    <a:pt x="2227" y="1300"/>
                    <a:pt x="3787" y="2860"/>
                    <a:pt x="3787" y="4773"/>
                  </a:cubicBezTo>
                  <a:cubicBezTo>
                    <a:pt x="3787" y="5609"/>
                    <a:pt x="3484" y="6384"/>
                    <a:pt x="2994" y="6984"/>
                  </a:cubicBezTo>
                  <a:lnTo>
                    <a:pt x="8249" y="6984"/>
                  </a:lnTo>
                  <a:lnTo>
                    <a:pt x="824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45"/>
            <p:cNvSpPr/>
            <p:nvPr/>
          </p:nvSpPr>
          <p:spPr>
            <a:xfrm>
              <a:off x="4154396" y="3710394"/>
              <a:ext cx="19018" cy="18808"/>
            </a:xfrm>
            <a:custGeom>
              <a:rect b="b" l="l" r="r" t="t"/>
              <a:pathLst>
                <a:path extrusionOk="0" h="626" w="633">
                  <a:moveTo>
                    <a:pt x="1" y="0"/>
                  </a:moveTo>
                  <a:lnTo>
                    <a:pt x="1" y="626"/>
                  </a:lnTo>
                  <a:lnTo>
                    <a:pt x="632" y="626"/>
                  </a:lnTo>
                  <a:lnTo>
                    <a:pt x="63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45"/>
            <p:cNvSpPr/>
            <p:nvPr/>
          </p:nvSpPr>
          <p:spPr>
            <a:xfrm>
              <a:off x="4059335" y="3634381"/>
              <a:ext cx="170806" cy="265598"/>
            </a:xfrm>
            <a:custGeom>
              <a:rect b="b" l="l" r="r" t="t"/>
              <a:pathLst>
                <a:path extrusionOk="0" h="8840" w="5685">
                  <a:moveTo>
                    <a:pt x="1900" y="1899"/>
                  </a:moveTo>
                  <a:lnTo>
                    <a:pt x="1900" y="3787"/>
                  </a:lnTo>
                  <a:lnTo>
                    <a:pt x="1266" y="3787"/>
                  </a:lnTo>
                  <a:lnTo>
                    <a:pt x="1266" y="1899"/>
                  </a:lnTo>
                  <a:close/>
                  <a:moveTo>
                    <a:pt x="4420" y="1899"/>
                  </a:moveTo>
                  <a:lnTo>
                    <a:pt x="4420" y="3787"/>
                  </a:lnTo>
                  <a:lnTo>
                    <a:pt x="2531" y="3787"/>
                  </a:lnTo>
                  <a:lnTo>
                    <a:pt x="2531" y="1899"/>
                  </a:lnTo>
                  <a:close/>
                  <a:moveTo>
                    <a:pt x="2843" y="0"/>
                  </a:moveTo>
                  <a:cubicBezTo>
                    <a:pt x="1274" y="0"/>
                    <a:pt x="1" y="1273"/>
                    <a:pt x="1" y="2842"/>
                  </a:cubicBezTo>
                  <a:cubicBezTo>
                    <a:pt x="1" y="4302"/>
                    <a:pt x="1114" y="5492"/>
                    <a:pt x="2531" y="5652"/>
                  </a:cubicBezTo>
                  <a:lnTo>
                    <a:pt x="2531" y="8840"/>
                  </a:lnTo>
                  <a:lnTo>
                    <a:pt x="3165" y="8840"/>
                  </a:lnTo>
                  <a:lnTo>
                    <a:pt x="3165" y="5652"/>
                  </a:lnTo>
                  <a:cubicBezTo>
                    <a:pt x="4582" y="5492"/>
                    <a:pt x="5685" y="4302"/>
                    <a:pt x="5685" y="2842"/>
                  </a:cubicBezTo>
                  <a:cubicBezTo>
                    <a:pt x="5685" y="1273"/>
                    <a:pt x="4412" y="0"/>
                    <a:pt x="28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 name="Google Shape;514;p45"/>
          <p:cNvGrpSpPr/>
          <p:nvPr/>
        </p:nvGrpSpPr>
        <p:grpSpPr>
          <a:xfrm>
            <a:off x="4827609" y="2577229"/>
            <a:ext cx="323885" cy="284585"/>
            <a:chOff x="3367078" y="3576365"/>
            <a:chExt cx="323885" cy="284585"/>
          </a:xfrm>
        </p:grpSpPr>
        <p:sp>
          <p:nvSpPr>
            <p:cNvPr id="515" name="Google Shape;515;p45"/>
            <p:cNvSpPr/>
            <p:nvPr/>
          </p:nvSpPr>
          <p:spPr>
            <a:xfrm>
              <a:off x="3367078" y="3652378"/>
              <a:ext cx="323885" cy="208572"/>
            </a:xfrm>
            <a:custGeom>
              <a:rect b="b" l="l" r="r" t="t"/>
              <a:pathLst>
                <a:path extrusionOk="0" h="6942" w="10780">
                  <a:moveTo>
                    <a:pt x="8231" y="1889"/>
                  </a:moveTo>
                  <a:lnTo>
                    <a:pt x="8231" y="5053"/>
                  </a:lnTo>
                  <a:lnTo>
                    <a:pt x="2547" y="5053"/>
                  </a:lnTo>
                  <a:lnTo>
                    <a:pt x="2547" y="1889"/>
                  </a:lnTo>
                  <a:close/>
                  <a:moveTo>
                    <a:pt x="1" y="0"/>
                  </a:moveTo>
                  <a:lnTo>
                    <a:pt x="683" y="6941"/>
                  </a:lnTo>
                  <a:lnTo>
                    <a:pt x="10095" y="6941"/>
                  </a:lnTo>
                  <a:lnTo>
                    <a:pt x="1077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45"/>
            <p:cNvSpPr/>
            <p:nvPr/>
          </p:nvSpPr>
          <p:spPr>
            <a:xfrm>
              <a:off x="3462620" y="3728150"/>
              <a:ext cx="132799" cy="57025"/>
            </a:xfrm>
            <a:custGeom>
              <a:rect b="b" l="l" r="r" t="t"/>
              <a:pathLst>
                <a:path extrusionOk="0" h="1898" w="4420">
                  <a:moveTo>
                    <a:pt x="1266" y="632"/>
                  </a:moveTo>
                  <a:lnTo>
                    <a:pt x="1266" y="1266"/>
                  </a:lnTo>
                  <a:lnTo>
                    <a:pt x="632" y="1266"/>
                  </a:lnTo>
                  <a:lnTo>
                    <a:pt x="632" y="632"/>
                  </a:lnTo>
                  <a:close/>
                  <a:moveTo>
                    <a:pt x="2521" y="632"/>
                  </a:moveTo>
                  <a:lnTo>
                    <a:pt x="2521" y="1266"/>
                  </a:lnTo>
                  <a:lnTo>
                    <a:pt x="1889" y="1266"/>
                  </a:lnTo>
                  <a:lnTo>
                    <a:pt x="1889" y="632"/>
                  </a:lnTo>
                  <a:close/>
                  <a:moveTo>
                    <a:pt x="3786" y="632"/>
                  </a:moveTo>
                  <a:lnTo>
                    <a:pt x="3786" y="1266"/>
                  </a:lnTo>
                  <a:lnTo>
                    <a:pt x="3154" y="1266"/>
                  </a:lnTo>
                  <a:lnTo>
                    <a:pt x="3154" y="632"/>
                  </a:lnTo>
                  <a:close/>
                  <a:moveTo>
                    <a:pt x="1" y="0"/>
                  </a:moveTo>
                  <a:lnTo>
                    <a:pt x="1" y="1897"/>
                  </a:lnTo>
                  <a:lnTo>
                    <a:pt x="4419" y="1897"/>
                  </a:lnTo>
                  <a:lnTo>
                    <a:pt x="441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45"/>
            <p:cNvSpPr/>
            <p:nvPr/>
          </p:nvSpPr>
          <p:spPr>
            <a:xfrm>
              <a:off x="3386847" y="3576365"/>
              <a:ext cx="284346" cy="57055"/>
            </a:xfrm>
            <a:custGeom>
              <a:rect b="b" l="l" r="r" t="t"/>
              <a:pathLst>
                <a:path extrusionOk="0" h="1899" w="9464">
                  <a:moveTo>
                    <a:pt x="0" y="0"/>
                  </a:moveTo>
                  <a:lnTo>
                    <a:pt x="0" y="1899"/>
                  </a:lnTo>
                  <a:lnTo>
                    <a:pt x="9463" y="1899"/>
                  </a:lnTo>
                  <a:lnTo>
                    <a:pt x="9463" y="1265"/>
                  </a:lnTo>
                  <a:lnTo>
                    <a:pt x="4294" y="1265"/>
                  </a:lnTo>
                  <a:lnTo>
                    <a:pt x="366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 name="Google Shape;518;p45"/>
          <p:cNvGrpSpPr/>
          <p:nvPr/>
        </p:nvGrpSpPr>
        <p:grpSpPr>
          <a:xfrm>
            <a:off x="4827609" y="1437296"/>
            <a:ext cx="323885" cy="265628"/>
            <a:chOff x="2647691" y="3585709"/>
            <a:chExt cx="323885" cy="265628"/>
          </a:xfrm>
        </p:grpSpPr>
        <p:sp>
          <p:nvSpPr>
            <p:cNvPr id="519" name="Google Shape;519;p45"/>
            <p:cNvSpPr/>
            <p:nvPr/>
          </p:nvSpPr>
          <p:spPr>
            <a:xfrm>
              <a:off x="2705467" y="3642523"/>
              <a:ext cx="208572" cy="132799"/>
            </a:xfrm>
            <a:custGeom>
              <a:rect b="b" l="l" r="r" t="t"/>
              <a:pathLst>
                <a:path extrusionOk="0" h="4420" w="6942">
                  <a:moveTo>
                    <a:pt x="5676" y="632"/>
                  </a:moveTo>
                  <a:lnTo>
                    <a:pt x="5676" y="1266"/>
                  </a:lnTo>
                  <a:lnTo>
                    <a:pt x="2521" y="1266"/>
                  </a:lnTo>
                  <a:lnTo>
                    <a:pt x="2521" y="632"/>
                  </a:lnTo>
                  <a:close/>
                  <a:moveTo>
                    <a:pt x="3154" y="1897"/>
                  </a:moveTo>
                  <a:lnTo>
                    <a:pt x="3154" y="2531"/>
                  </a:lnTo>
                  <a:lnTo>
                    <a:pt x="2521" y="2531"/>
                  </a:lnTo>
                  <a:lnTo>
                    <a:pt x="2521" y="1897"/>
                  </a:lnTo>
                  <a:close/>
                  <a:moveTo>
                    <a:pt x="4411" y="1897"/>
                  </a:moveTo>
                  <a:lnTo>
                    <a:pt x="4411" y="2531"/>
                  </a:lnTo>
                  <a:lnTo>
                    <a:pt x="3786" y="2531"/>
                  </a:lnTo>
                  <a:lnTo>
                    <a:pt x="3786" y="1897"/>
                  </a:lnTo>
                  <a:close/>
                  <a:moveTo>
                    <a:pt x="5676" y="1897"/>
                  </a:moveTo>
                  <a:lnTo>
                    <a:pt x="5676" y="2531"/>
                  </a:lnTo>
                  <a:lnTo>
                    <a:pt x="5043" y="2531"/>
                  </a:lnTo>
                  <a:lnTo>
                    <a:pt x="5043" y="1897"/>
                  </a:lnTo>
                  <a:close/>
                  <a:moveTo>
                    <a:pt x="3154" y="3162"/>
                  </a:moveTo>
                  <a:lnTo>
                    <a:pt x="3154" y="3786"/>
                  </a:lnTo>
                  <a:lnTo>
                    <a:pt x="2521" y="3786"/>
                  </a:lnTo>
                  <a:lnTo>
                    <a:pt x="2521" y="3162"/>
                  </a:lnTo>
                  <a:close/>
                  <a:moveTo>
                    <a:pt x="4411" y="3162"/>
                  </a:moveTo>
                  <a:lnTo>
                    <a:pt x="4411" y="3786"/>
                  </a:lnTo>
                  <a:lnTo>
                    <a:pt x="3786" y="3786"/>
                  </a:lnTo>
                  <a:lnTo>
                    <a:pt x="3786" y="3162"/>
                  </a:lnTo>
                  <a:close/>
                  <a:moveTo>
                    <a:pt x="5676" y="3162"/>
                  </a:moveTo>
                  <a:lnTo>
                    <a:pt x="5676" y="3786"/>
                  </a:lnTo>
                  <a:lnTo>
                    <a:pt x="5043" y="3786"/>
                  </a:lnTo>
                  <a:lnTo>
                    <a:pt x="5043" y="3162"/>
                  </a:lnTo>
                  <a:close/>
                  <a:moveTo>
                    <a:pt x="0" y="0"/>
                  </a:moveTo>
                  <a:lnTo>
                    <a:pt x="0" y="632"/>
                  </a:lnTo>
                  <a:lnTo>
                    <a:pt x="624" y="632"/>
                  </a:lnTo>
                  <a:lnTo>
                    <a:pt x="624" y="1266"/>
                  </a:lnTo>
                  <a:lnTo>
                    <a:pt x="0" y="1266"/>
                  </a:lnTo>
                  <a:lnTo>
                    <a:pt x="0" y="3162"/>
                  </a:lnTo>
                  <a:lnTo>
                    <a:pt x="624" y="3162"/>
                  </a:lnTo>
                  <a:lnTo>
                    <a:pt x="624" y="3786"/>
                  </a:lnTo>
                  <a:lnTo>
                    <a:pt x="0" y="3786"/>
                  </a:lnTo>
                  <a:lnTo>
                    <a:pt x="0" y="4419"/>
                  </a:lnTo>
                  <a:lnTo>
                    <a:pt x="6941" y="4419"/>
                  </a:lnTo>
                  <a:lnTo>
                    <a:pt x="694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45"/>
            <p:cNvSpPr/>
            <p:nvPr/>
          </p:nvSpPr>
          <p:spPr>
            <a:xfrm>
              <a:off x="2647691" y="3680529"/>
              <a:ext cx="38758" cy="57025"/>
            </a:xfrm>
            <a:custGeom>
              <a:rect b="b" l="l" r="r" t="t"/>
              <a:pathLst>
                <a:path extrusionOk="0" h="1898" w="1290">
                  <a:moveTo>
                    <a:pt x="1" y="1"/>
                  </a:moveTo>
                  <a:lnTo>
                    <a:pt x="1" y="1897"/>
                  </a:lnTo>
                  <a:lnTo>
                    <a:pt x="1290" y="1897"/>
                  </a:lnTo>
                  <a:lnTo>
                    <a:pt x="129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45"/>
            <p:cNvSpPr/>
            <p:nvPr/>
          </p:nvSpPr>
          <p:spPr>
            <a:xfrm>
              <a:off x="2647691" y="3585709"/>
              <a:ext cx="323885" cy="265628"/>
            </a:xfrm>
            <a:custGeom>
              <a:rect b="b" l="l" r="r" t="t"/>
              <a:pathLst>
                <a:path extrusionOk="0" h="8841" w="10780">
                  <a:moveTo>
                    <a:pt x="1" y="1"/>
                  </a:moveTo>
                  <a:lnTo>
                    <a:pt x="1" y="2523"/>
                  </a:lnTo>
                  <a:lnTo>
                    <a:pt x="1290" y="2523"/>
                  </a:lnTo>
                  <a:lnTo>
                    <a:pt x="1290" y="1258"/>
                  </a:lnTo>
                  <a:lnTo>
                    <a:pt x="9496" y="1258"/>
                  </a:lnTo>
                  <a:lnTo>
                    <a:pt x="9496" y="6942"/>
                  </a:lnTo>
                  <a:lnTo>
                    <a:pt x="1290" y="6942"/>
                  </a:lnTo>
                  <a:lnTo>
                    <a:pt x="1290" y="5677"/>
                  </a:lnTo>
                  <a:lnTo>
                    <a:pt x="1" y="5677"/>
                  </a:lnTo>
                  <a:lnTo>
                    <a:pt x="1" y="8207"/>
                  </a:lnTo>
                  <a:lnTo>
                    <a:pt x="1290" y="8207"/>
                  </a:lnTo>
                  <a:lnTo>
                    <a:pt x="1290" y="8840"/>
                  </a:lnTo>
                  <a:lnTo>
                    <a:pt x="1923" y="8840"/>
                  </a:lnTo>
                  <a:lnTo>
                    <a:pt x="1923" y="8207"/>
                  </a:lnTo>
                  <a:lnTo>
                    <a:pt x="8864" y="8207"/>
                  </a:lnTo>
                  <a:lnTo>
                    <a:pt x="8864" y="8840"/>
                  </a:lnTo>
                  <a:lnTo>
                    <a:pt x="9496" y="8840"/>
                  </a:lnTo>
                  <a:lnTo>
                    <a:pt x="9496" y="8207"/>
                  </a:lnTo>
                  <a:lnTo>
                    <a:pt x="10779" y="8207"/>
                  </a:lnTo>
                  <a:lnTo>
                    <a:pt x="1077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 name="Google Shape;522;p45"/>
          <p:cNvGrpSpPr/>
          <p:nvPr/>
        </p:nvGrpSpPr>
        <p:grpSpPr>
          <a:xfrm>
            <a:off x="1135753" y="3726654"/>
            <a:ext cx="323645" cy="284585"/>
            <a:chOff x="1964478" y="3594361"/>
            <a:chExt cx="323645" cy="284585"/>
          </a:xfrm>
        </p:grpSpPr>
        <p:sp>
          <p:nvSpPr>
            <p:cNvPr id="523" name="Google Shape;523;p45"/>
            <p:cNvSpPr/>
            <p:nvPr/>
          </p:nvSpPr>
          <p:spPr>
            <a:xfrm>
              <a:off x="2062032" y="3755761"/>
              <a:ext cx="14512" cy="11718"/>
            </a:xfrm>
            <a:custGeom>
              <a:rect b="b" l="l" r="r" t="t"/>
              <a:pathLst>
                <a:path extrusionOk="0" h="390" w="483">
                  <a:moveTo>
                    <a:pt x="1" y="0"/>
                  </a:moveTo>
                  <a:cubicBezTo>
                    <a:pt x="61" y="144"/>
                    <a:pt x="136" y="270"/>
                    <a:pt x="246" y="389"/>
                  </a:cubicBezTo>
                  <a:cubicBezTo>
                    <a:pt x="347" y="270"/>
                    <a:pt x="432" y="144"/>
                    <a:pt x="4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45"/>
            <p:cNvSpPr/>
            <p:nvPr/>
          </p:nvSpPr>
          <p:spPr>
            <a:xfrm>
              <a:off x="2022013" y="3717755"/>
              <a:ext cx="94792" cy="94281"/>
            </a:xfrm>
            <a:custGeom>
              <a:rect b="b" l="l" r="r" t="t"/>
              <a:pathLst>
                <a:path extrusionOk="0" h="3138" w="3155">
                  <a:moveTo>
                    <a:pt x="2539" y="634"/>
                  </a:moveTo>
                  <a:lnTo>
                    <a:pt x="2523" y="970"/>
                  </a:lnTo>
                  <a:cubicBezTo>
                    <a:pt x="2480" y="1518"/>
                    <a:pt x="2203" y="2008"/>
                    <a:pt x="1764" y="2328"/>
                  </a:cubicBezTo>
                  <a:lnTo>
                    <a:pt x="1578" y="2456"/>
                  </a:lnTo>
                  <a:lnTo>
                    <a:pt x="1393" y="2328"/>
                  </a:lnTo>
                  <a:cubicBezTo>
                    <a:pt x="946" y="2008"/>
                    <a:pt x="667" y="1518"/>
                    <a:pt x="634" y="970"/>
                  </a:cubicBezTo>
                  <a:lnTo>
                    <a:pt x="608" y="634"/>
                  </a:lnTo>
                  <a:close/>
                  <a:moveTo>
                    <a:pt x="1" y="0"/>
                  </a:moveTo>
                  <a:lnTo>
                    <a:pt x="1" y="844"/>
                  </a:lnTo>
                  <a:cubicBezTo>
                    <a:pt x="1" y="1865"/>
                    <a:pt x="624" y="2775"/>
                    <a:pt x="1578" y="3138"/>
                  </a:cubicBezTo>
                  <a:cubicBezTo>
                    <a:pt x="2523" y="2775"/>
                    <a:pt x="3154" y="1865"/>
                    <a:pt x="3154" y="844"/>
                  </a:cubicBezTo>
                  <a:lnTo>
                    <a:pt x="315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45"/>
            <p:cNvSpPr/>
            <p:nvPr/>
          </p:nvSpPr>
          <p:spPr>
            <a:xfrm>
              <a:off x="1964478" y="3594361"/>
              <a:ext cx="95333" cy="38037"/>
            </a:xfrm>
            <a:custGeom>
              <a:rect b="b" l="l" r="r" t="t"/>
              <a:pathLst>
                <a:path extrusionOk="0" h="1266" w="3173">
                  <a:moveTo>
                    <a:pt x="1" y="0"/>
                  </a:moveTo>
                  <a:lnTo>
                    <a:pt x="1" y="1265"/>
                  </a:lnTo>
                  <a:lnTo>
                    <a:pt x="3173" y="1265"/>
                  </a:lnTo>
                  <a:lnTo>
                    <a:pt x="317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45"/>
            <p:cNvSpPr/>
            <p:nvPr/>
          </p:nvSpPr>
          <p:spPr>
            <a:xfrm>
              <a:off x="2078767" y="3594361"/>
              <a:ext cx="209354" cy="38037"/>
            </a:xfrm>
            <a:custGeom>
              <a:rect b="b" l="l" r="r" t="t"/>
              <a:pathLst>
                <a:path extrusionOk="0" h="1266" w="6968">
                  <a:moveTo>
                    <a:pt x="0" y="0"/>
                  </a:moveTo>
                  <a:lnTo>
                    <a:pt x="0" y="1265"/>
                  </a:lnTo>
                  <a:lnTo>
                    <a:pt x="6968" y="1265"/>
                  </a:lnTo>
                  <a:lnTo>
                    <a:pt x="69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45"/>
            <p:cNvSpPr/>
            <p:nvPr/>
          </p:nvSpPr>
          <p:spPr>
            <a:xfrm>
              <a:off x="1964478" y="3651326"/>
              <a:ext cx="323645" cy="227621"/>
            </a:xfrm>
            <a:custGeom>
              <a:rect b="b" l="l" r="r" t="t"/>
              <a:pathLst>
                <a:path extrusionOk="0" h="7576" w="10772">
                  <a:moveTo>
                    <a:pt x="8225" y="1580"/>
                  </a:moveTo>
                  <a:lnTo>
                    <a:pt x="8225" y="2211"/>
                  </a:lnTo>
                  <a:lnTo>
                    <a:pt x="6334" y="2211"/>
                  </a:lnTo>
                  <a:lnTo>
                    <a:pt x="6334" y="1580"/>
                  </a:lnTo>
                  <a:close/>
                  <a:moveTo>
                    <a:pt x="9490" y="1580"/>
                  </a:moveTo>
                  <a:lnTo>
                    <a:pt x="9490" y="2211"/>
                  </a:lnTo>
                  <a:lnTo>
                    <a:pt x="8857" y="2211"/>
                  </a:lnTo>
                  <a:lnTo>
                    <a:pt x="8857" y="1580"/>
                  </a:lnTo>
                  <a:close/>
                  <a:moveTo>
                    <a:pt x="9490" y="2845"/>
                  </a:moveTo>
                  <a:lnTo>
                    <a:pt x="9490" y="3476"/>
                  </a:lnTo>
                  <a:lnTo>
                    <a:pt x="6334" y="3476"/>
                  </a:lnTo>
                  <a:lnTo>
                    <a:pt x="6334" y="2845"/>
                  </a:lnTo>
                  <a:close/>
                  <a:moveTo>
                    <a:pt x="9490" y="4100"/>
                  </a:moveTo>
                  <a:lnTo>
                    <a:pt x="9490" y="4733"/>
                  </a:lnTo>
                  <a:lnTo>
                    <a:pt x="6334" y="4733"/>
                  </a:lnTo>
                  <a:lnTo>
                    <a:pt x="6334" y="4100"/>
                  </a:lnTo>
                  <a:close/>
                  <a:moveTo>
                    <a:pt x="6968" y="5365"/>
                  </a:moveTo>
                  <a:lnTo>
                    <a:pt x="6968" y="5999"/>
                  </a:lnTo>
                  <a:lnTo>
                    <a:pt x="6334" y="5999"/>
                  </a:lnTo>
                  <a:lnTo>
                    <a:pt x="6334" y="5365"/>
                  </a:lnTo>
                  <a:close/>
                  <a:moveTo>
                    <a:pt x="9490" y="5365"/>
                  </a:moveTo>
                  <a:lnTo>
                    <a:pt x="9490" y="5999"/>
                  </a:lnTo>
                  <a:lnTo>
                    <a:pt x="7592" y="5999"/>
                  </a:lnTo>
                  <a:lnTo>
                    <a:pt x="7592" y="5365"/>
                  </a:lnTo>
                  <a:close/>
                  <a:moveTo>
                    <a:pt x="5703" y="1580"/>
                  </a:moveTo>
                  <a:lnTo>
                    <a:pt x="5703" y="3055"/>
                  </a:lnTo>
                  <a:cubicBezTo>
                    <a:pt x="5703" y="4387"/>
                    <a:pt x="4851" y="5559"/>
                    <a:pt x="3594" y="5982"/>
                  </a:cubicBezTo>
                  <a:lnTo>
                    <a:pt x="3493" y="6015"/>
                  </a:lnTo>
                  <a:lnTo>
                    <a:pt x="3391" y="5982"/>
                  </a:lnTo>
                  <a:cubicBezTo>
                    <a:pt x="2126" y="5559"/>
                    <a:pt x="1284" y="4387"/>
                    <a:pt x="1284" y="3055"/>
                  </a:cubicBezTo>
                  <a:lnTo>
                    <a:pt x="1284" y="1580"/>
                  </a:lnTo>
                  <a:close/>
                  <a:moveTo>
                    <a:pt x="1" y="1"/>
                  </a:moveTo>
                  <a:lnTo>
                    <a:pt x="1" y="7575"/>
                  </a:lnTo>
                  <a:lnTo>
                    <a:pt x="10772" y="7575"/>
                  </a:lnTo>
                  <a:lnTo>
                    <a:pt x="1077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 name="Google Shape;528;p45"/>
          <p:cNvGrpSpPr/>
          <p:nvPr/>
        </p:nvGrpSpPr>
        <p:grpSpPr>
          <a:xfrm>
            <a:off x="1174285" y="2557724"/>
            <a:ext cx="246579" cy="323612"/>
            <a:chOff x="2000982" y="3063744"/>
            <a:chExt cx="246579" cy="323612"/>
          </a:xfrm>
        </p:grpSpPr>
        <p:sp>
          <p:nvSpPr>
            <p:cNvPr id="529" name="Google Shape;529;p45"/>
            <p:cNvSpPr/>
            <p:nvPr/>
          </p:nvSpPr>
          <p:spPr>
            <a:xfrm>
              <a:off x="2095803" y="3177523"/>
              <a:ext cx="56995" cy="57025"/>
            </a:xfrm>
            <a:custGeom>
              <a:rect b="b" l="l" r="r" t="t"/>
              <a:pathLst>
                <a:path extrusionOk="0" h="1898" w="1897">
                  <a:moveTo>
                    <a:pt x="951" y="1"/>
                  </a:moveTo>
                  <a:cubicBezTo>
                    <a:pt x="429" y="1"/>
                    <a:pt x="0" y="422"/>
                    <a:pt x="0" y="944"/>
                  </a:cubicBezTo>
                  <a:lnTo>
                    <a:pt x="0" y="1721"/>
                  </a:lnTo>
                  <a:cubicBezTo>
                    <a:pt x="304" y="1830"/>
                    <a:pt x="615" y="1897"/>
                    <a:pt x="951" y="1897"/>
                  </a:cubicBezTo>
                  <a:cubicBezTo>
                    <a:pt x="1281" y="1897"/>
                    <a:pt x="1601" y="1830"/>
                    <a:pt x="1897" y="1721"/>
                  </a:cubicBezTo>
                  <a:lnTo>
                    <a:pt x="1897" y="944"/>
                  </a:lnTo>
                  <a:cubicBezTo>
                    <a:pt x="1897" y="422"/>
                    <a:pt x="1476" y="1"/>
                    <a:pt x="9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45"/>
            <p:cNvSpPr/>
            <p:nvPr/>
          </p:nvSpPr>
          <p:spPr>
            <a:xfrm>
              <a:off x="2114761" y="3120708"/>
              <a:ext cx="19079" cy="18838"/>
            </a:xfrm>
            <a:custGeom>
              <a:rect b="b" l="l" r="r" t="t"/>
              <a:pathLst>
                <a:path extrusionOk="0" h="627" w="635">
                  <a:moveTo>
                    <a:pt x="320" y="1"/>
                  </a:moveTo>
                  <a:cubicBezTo>
                    <a:pt x="144" y="1"/>
                    <a:pt x="1" y="137"/>
                    <a:pt x="1" y="315"/>
                  </a:cubicBezTo>
                  <a:cubicBezTo>
                    <a:pt x="1" y="491"/>
                    <a:pt x="144" y="626"/>
                    <a:pt x="320" y="626"/>
                  </a:cubicBezTo>
                  <a:cubicBezTo>
                    <a:pt x="490" y="626"/>
                    <a:pt x="634" y="491"/>
                    <a:pt x="634" y="315"/>
                  </a:cubicBezTo>
                  <a:cubicBezTo>
                    <a:pt x="634" y="137"/>
                    <a:pt x="490" y="1"/>
                    <a:pt x="3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45"/>
            <p:cNvSpPr/>
            <p:nvPr/>
          </p:nvSpPr>
          <p:spPr>
            <a:xfrm>
              <a:off x="2038988" y="3063744"/>
              <a:ext cx="170565" cy="156384"/>
            </a:xfrm>
            <a:custGeom>
              <a:rect b="b" l="l" r="r" t="t"/>
              <a:pathLst>
                <a:path extrusionOk="0" h="5205" w="5677">
                  <a:moveTo>
                    <a:pt x="2842" y="0"/>
                  </a:moveTo>
                  <a:cubicBezTo>
                    <a:pt x="1274" y="0"/>
                    <a:pt x="0" y="1273"/>
                    <a:pt x="0" y="2842"/>
                  </a:cubicBezTo>
                  <a:cubicBezTo>
                    <a:pt x="0" y="3820"/>
                    <a:pt x="498" y="4690"/>
                    <a:pt x="1266" y="5204"/>
                  </a:cubicBezTo>
                  <a:lnTo>
                    <a:pt x="1266" y="4731"/>
                  </a:lnTo>
                  <a:cubicBezTo>
                    <a:pt x="1266" y="3862"/>
                    <a:pt x="1966" y="3154"/>
                    <a:pt x="2842" y="3154"/>
                  </a:cubicBezTo>
                  <a:cubicBezTo>
                    <a:pt x="2320" y="3154"/>
                    <a:pt x="1891" y="2733"/>
                    <a:pt x="1891" y="2211"/>
                  </a:cubicBezTo>
                  <a:cubicBezTo>
                    <a:pt x="1891" y="1686"/>
                    <a:pt x="2320" y="1265"/>
                    <a:pt x="2842" y="1265"/>
                  </a:cubicBezTo>
                  <a:cubicBezTo>
                    <a:pt x="3367" y="1265"/>
                    <a:pt x="3788" y="1686"/>
                    <a:pt x="3788" y="2211"/>
                  </a:cubicBezTo>
                  <a:cubicBezTo>
                    <a:pt x="3788" y="2733"/>
                    <a:pt x="3367" y="3154"/>
                    <a:pt x="2842" y="3154"/>
                  </a:cubicBezTo>
                  <a:cubicBezTo>
                    <a:pt x="3713" y="3154"/>
                    <a:pt x="4421" y="3862"/>
                    <a:pt x="4421" y="4731"/>
                  </a:cubicBezTo>
                  <a:lnTo>
                    <a:pt x="4421" y="5204"/>
                  </a:lnTo>
                  <a:cubicBezTo>
                    <a:pt x="5180" y="4690"/>
                    <a:pt x="5676" y="3820"/>
                    <a:pt x="5676" y="2842"/>
                  </a:cubicBezTo>
                  <a:cubicBezTo>
                    <a:pt x="5676" y="1273"/>
                    <a:pt x="4403" y="0"/>
                    <a:pt x="28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45"/>
            <p:cNvSpPr/>
            <p:nvPr/>
          </p:nvSpPr>
          <p:spPr>
            <a:xfrm>
              <a:off x="2190773" y="3254527"/>
              <a:ext cx="56785" cy="19049"/>
            </a:xfrm>
            <a:custGeom>
              <a:rect b="b" l="l" r="r" t="t"/>
              <a:pathLst>
                <a:path extrusionOk="0" h="634" w="1890">
                  <a:moveTo>
                    <a:pt x="1" y="0"/>
                  </a:moveTo>
                  <a:lnTo>
                    <a:pt x="1" y="634"/>
                  </a:lnTo>
                  <a:lnTo>
                    <a:pt x="1889" y="634"/>
                  </a:lnTo>
                  <a:lnTo>
                    <a:pt x="188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45"/>
            <p:cNvSpPr/>
            <p:nvPr/>
          </p:nvSpPr>
          <p:spPr>
            <a:xfrm>
              <a:off x="2076995" y="3254527"/>
              <a:ext cx="94852" cy="19049"/>
            </a:xfrm>
            <a:custGeom>
              <a:rect b="b" l="l" r="r" t="t"/>
              <a:pathLst>
                <a:path extrusionOk="0" h="634" w="3157">
                  <a:moveTo>
                    <a:pt x="1" y="0"/>
                  </a:moveTo>
                  <a:lnTo>
                    <a:pt x="1" y="634"/>
                  </a:lnTo>
                  <a:lnTo>
                    <a:pt x="3156" y="634"/>
                  </a:lnTo>
                  <a:lnTo>
                    <a:pt x="315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45"/>
            <p:cNvSpPr/>
            <p:nvPr/>
          </p:nvSpPr>
          <p:spPr>
            <a:xfrm>
              <a:off x="2000982" y="3254527"/>
              <a:ext cx="57085" cy="19049"/>
            </a:xfrm>
            <a:custGeom>
              <a:rect b="b" l="l" r="r" t="t"/>
              <a:pathLst>
                <a:path extrusionOk="0" h="634" w="1900">
                  <a:moveTo>
                    <a:pt x="0" y="0"/>
                  </a:moveTo>
                  <a:lnTo>
                    <a:pt x="0" y="634"/>
                  </a:lnTo>
                  <a:lnTo>
                    <a:pt x="1899" y="634"/>
                  </a:lnTo>
                  <a:lnTo>
                    <a:pt x="18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45"/>
            <p:cNvSpPr/>
            <p:nvPr/>
          </p:nvSpPr>
          <p:spPr>
            <a:xfrm>
              <a:off x="2000982" y="3292533"/>
              <a:ext cx="246579" cy="94822"/>
            </a:xfrm>
            <a:custGeom>
              <a:rect b="b" l="l" r="r" t="t"/>
              <a:pathLst>
                <a:path extrusionOk="0" h="3156" w="8207">
                  <a:moveTo>
                    <a:pt x="1899" y="1265"/>
                  </a:moveTo>
                  <a:lnTo>
                    <a:pt x="1899" y="1899"/>
                  </a:lnTo>
                  <a:lnTo>
                    <a:pt x="1265" y="1899"/>
                  </a:lnTo>
                  <a:lnTo>
                    <a:pt x="1265" y="1265"/>
                  </a:lnTo>
                  <a:close/>
                  <a:moveTo>
                    <a:pt x="3156" y="1265"/>
                  </a:moveTo>
                  <a:lnTo>
                    <a:pt x="3156" y="1899"/>
                  </a:lnTo>
                  <a:lnTo>
                    <a:pt x="2531" y="1899"/>
                  </a:lnTo>
                  <a:lnTo>
                    <a:pt x="2531" y="1265"/>
                  </a:lnTo>
                  <a:close/>
                  <a:moveTo>
                    <a:pt x="4421" y="1265"/>
                  </a:moveTo>
                  <a:lnTo>
                    <a:pt x="4421" y="1899"/>
                  </a:lnTo>
                  <a:lnTo>
                    <a:pt x="3788" y="1899"/>
                  </a:lnTo>
                  <a:lnTo>
                    <a:pt x="3788" y="1265"/>
                  </a:lnTo>
                  <a:close/>
                  <a:moveTo>
                    <a:pt x="5686" y="1265"/>
                  </a:moveTo>
                  <a:lnTo>
                    <a:pt x="5686" y="1899"/>
                  </a:lnTo>
                  <a:lnTo>
                    <a:pt x="5053" y="1899"/>
                  </a:lnTo>
                  <a:lnTo>
                    <a:pt x="5053" y="1265"/>
                  </a:lnTo>
                  <a:close/>
                  <a:moveTo>
                    <a:pt x="6941" y="1265"/>
                  </a:moveTo>
                  <a:lnTo>
                    <a:pt x="6941" y="1899"/>
                  </a:lnTo>
                  <a:lnTo>
                    <a:pt x="6318" y="1899"/>
                  </a:lnTo>
                  <a:lnTo>
                    <a:pt x="6318" y="1265"/>
                  </a:lnTo>
                  <a:close/>
                  <a:moveTo>
                    <a:pt x="0" y="0"/>
                  </a:moveTo>
                  <a:lnTo>
                    <a:pt x="0" y="3156"/>
                  </a:lnTo>
                  <a:lnTo>
                    <a:pt x="8206" y="3156"/>
                  </a:lnTo>
                  <a:lnTo>
                    <a:pt x="820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 name="Google Shape;536;p45"/>
          <p:cNvGrpSpPr/>
          <p:nvPr/>
        </p:nvGrpSpPr>
        <p:grpSpPr>
          <a:xfrm>
            <a:off x="1135751" y="1427812"/>
            <a:ext cx="323642" cy="284585"/>
            <a:chOff x="1263088" y="3081981"/>
            <a:chExt cx="323642" cy="284585"/>
          </a:xfrm>
        </p:grpSpPr>
        <p:sp>
          <p:nvSpPr>
            <p:cNvPr id="537" name="Google Shape;537;p45"/>
            <p:cNvSpPr/>
            <p:nvPr/>
          </p:nvSpPr>
          <p:spPr>
            <a:xfrm>
              <a:off x="1453870" y="3081981"/>
              <a:ext cx="132859" cy="151817"/>
            </a:xfrm>
            <a:custGeom>
              <a:rect b="b" l="l" r="r" t="t"/>
              <a:pathLst>
                <a:path extrusionOk="0" h="5053" w="4422">
                  <a:moveTo>
                    <a:pt x="2211" y="632"/>
                  </a:moveTo>
                  <a:cubicBezTo>
                    <a:pt x="2733" y="632"/>
                    <a:pt x="3165" y="1055"/>
                    <a:pt x="3165" y="1577"/>
                  </a:cubicBezTo>
                  <a:lnTo>
                    <a:pt x="3165" y="2523"/>
                  </a:lnTo>
                  <a:lnTo>
                    <a:pt x="1266" y="2523"/>
                  </a:lnTo>
                  <a:lnTo>
                    <a:pt x="1266" y="1577"/>
                  </a:lnTo>
                  <a:cubicBezTo>
                    <a:pt x="1266" y="1055"/>
                    <a:pt x="1697" y="632"/>
                    <a:pt x="2211" y="632"/>
                  </a:cubicBezTo>
                  <a:close/>
                  <a:moveTo>
                    <a:pt x="2211" y="1"/>
                  </a:moveTo>
                  <a:cubicBezTo>
                    <a:pt x="1343" y="1"/>
                    <a:pt x="634" y="709"/>
                    <a:pt x="634" y="1577"/>
                  </a:cubicBezTo>
                  <a:lnTo>
                    <a:pt x="634" y="2523"/>
                  </a:lnTo>
                  <a:lnTo>
                    <a:pt x="1" y="2523"/>
                  </a:lnTo>
                  <a:lnTo>
                    <a:pt x="1" y="5053"/>
                  </a:lnTo>
                  <a:lnTo>
                    <a:pt x="4422" y="5053"/>
                  </a:lnTo>
                  <a:lnTo>
                    <a:pt x="4422" y="2523"/>
                  </a:lnTo>
                  <a:lnTo>
                    <a:pt x="3796" y="2523"/>
                  </a:lnTo>
                  <a:lnTo>
                    <a:pt x="3796" y="1577"/>
                  </a:lnTo>
                  <a:cubicBezTo>
                    <a:pt x="3796" y="709"/>
                    <a:pt x="3088" y="1"/>
                    <a:pt x="22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45"/>
            <p:cNvSpPr/>
            <p:nvPr/>
          </p:nvSpPr>
          <p:spPr>
            <a:xfrm>
              <a:off x="1263088" y="3195760"/>
              <a:ext cx="317335" cy="170806"/>
            </a:xfrm>
            <a:custGeom>
              <a:rect b="b" l="l" r="r" t="t"/>
              <a:pathLst>
                <a:path extrusionOk="0" h="5685" w="10562">
                  <a:moveTo>
                    <a:pt x="2885" y="2523"/>
                  </a:moveTo>
                  <a:lnTo>
                    <a:pt x="2885" y="3154"/>
                  </a:lnTo>
                  <a:lnTo>
                    <a:pt x="2252" y="3154"/>
                  </a:lnTo>
                  <a:lnTo>
                    <a:pt x="2252" y="2523"/>
                  </a:lnTo>
                  <a:close/>
                  <a:moveTo>
                    <a:pt x="4150" y="2523"/>
                  </a:moveTo>
                  <a:lnTo>
                    <a:pt x="4150" y="3154"/>
                  </a:lnTo>
                  <a:lnTo>
                    <a:pt x="3517" y="3154"/>
                  </a:lnTo>
                  <a:lnTo>
                    <a:pt x="3517" y="2523"/>
                  </a:lnTo>
                  <a:close/>
                  <a:moveTo>
                    <a:pt x="5407" y="2523"/>
                  </a:moveTo>
                  <a:lnTo>
                    <a:pt x="5407" y="3154"/>
                  </a:lnTo>
                  <a:lnTo>
                    <a:pt x="4774" y="3154"/>
                  </a:lnTo>
                  <a:lnTo>
                    <a:pt x="4774" y="2523"/>
                  </a:lnTo>
                  <a:close/>
                  <a:moveTo>
                    <a:pt x="6673" y="2523"/>
                  </a:moveTo>
                  <a:lnTo>
                    <a:pt x="6673" y="3154"/>
                  </a:lnTo>
                  <a:lnTo>
                    <a:pt x="6039" y="3154"/>
                  </a:lnTo>
                  <a:lnTo>
                    <a:pt x="6039" y="2523"/>
                  </a:lnTo>
                  <a:close/>
                  <a:moveTo>
                    <a:pt x="946" y="1"/>
                  </a:moveTo>
                  <a:cubicBezTo>
                    <a:pt x="422" y="1"/>
                    <a:pt x="1" y="422"/>
                    <a:pt x="1" y="944"/>
                  </a:cubicBezTo>
                  <a:lnTo>
                    <a:pt x="1" y="4731"/>
                  </a:lnTo>
                  <a:cubicBezTo>
                    <a:pt x="1" y="5256"/>
                    <a:pt x="422" y="5685"/>
                    <a:pt x="946" y="5685"/>
                  </a:cubicBezTo>
                  <a:lnTo>
                    <a:pt x="10561" y="5685"/>
                  </a:lnTo>
                  <a:lnTo>
                    <a:pt x="9683" y="5104"/>
                  </a:lnTo>
                  <a:cubicBezTo>
                    <a:pt x="9185" y="4766"/>
                    <a:pt x="8881" y="4209"/>
                    <a:pt x="8881" y="3602"/>
                  </a:cubicBezTo>
                  <a:lnTo>
                    <a:pt x="8881" y="1889"/>
                  </a:lnTo>
                  <a:lnTo>
                    <a:pt x="5727" y="1889"/>
                  </a:lnTo>
                  <a:lnTo>
                    <a:pt x="57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542" name="Shape 542"/>
        <p:cNvGrpSpPr/>
        <p:nvPr/>
      </p:nvGrpSpPr>
      <p:grpSpPr>
        <a:xfrm>
          <a:off x="0" y="0"/>
          <a:ext cx="0" cy="0"/>
          <a:chOff x="0" y="0"/>
          <a:chExt cx="0" cy="0"/>
        </a:xfrm>
      </p:grpSpPr>
      <p:sp>
        <p:nvSpPr>
          <p:cNvPr id="543" name="Google Shape;543;p4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Contents of this template</a:t>
            </a:r>
            <a:endParaRPr/>
          </a:p>
        </p:txBody>
      </p:sp>
      <p:sp>
        <p:nvSpPr>
          <p:cNvPr id="544" name="Google Shape;544;p46"/>
          <p:cNvSpPr txBox="1"/>
          <p:nvPr>
            <p:ph idx="1" type="body"/>
          </p:nvPr>
        </p:nvSpPr>
        <p:spPr>
          <a:xfrm>
            <a:off x="720000" y="1061500"/>
            <a:ext cx="7704000" cy="405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delete this slide when you’re done editing the presentation</a:t>
            </a:r>
            <a:endParaRPr/>
          </a:p>
        </p:txBody>
      </p:sp>
      <p:graphicFrame>
        <p:nvGraphicFramePr>
          <p:cNvPr id="545" name="Google Shape;545;p46"/>
          <p:cNvGraphicFramePr/>
          <p:nvPr/>
        </p:nvGraphicFramePr>
        <p:xfrm>
          <a:off x="720000" y="1614825"/>
          <a:ext cx="3000000" cy="3000000"/>
        </p:xfrm>
        <a:graphic>
          <a:graphicData uri="http://schemas.openxmlformats.org/drawingml/2006/table">
            <a:tbl>
              <a:tblPr>
                <a:noFill/>
                <a:tableStyleId>{A778B25A-DC79-4F5C-BA24-965FDAE32124}</a:tableStyleId>
              </a:tblPr>
              <a:tblGrid>
                <a:gridCol w="2619875"/>
                <a:gridCol w="5084125"/>
              </a:tblGrid>
              <a:tr h="361525">
                <a:tc>
                  <a:txBody>
                    <a:bodyPr/>
                    <a:lstStyle/>
                    <a:p>
                      <a:pPr indent="0" lvl="0" marL="0" rtl="0" algn="l">
                        <a:spcBef>
                          <a:spcPts val="0"/>
                        </a:spcBef>
                        <a:spcAft>
                          <a:spcPts val="0"/>
                        </a:spcAft>
                        <a:buNone/>
                      </a:pPr>
                      <a:r>
                        <a:rPr lang="en" sz="1000" u="sng">
                          <a:solidFill>
                            <a:schemeClr val="hlink"/>
                          </a:solidFill>
                          <a:latin typeface="Gothic A1 SemiBold"/>
                          <a:ea typeface="Gothic A1 SemiBold"/>
                          <a:cs typeface="Gothic A1 SemiBold"/>
                          <a:sym typeface="Gothic A1 SemiBold"/>
                          <a:hlinkClick action="ppaction://hlinksldjump" r:id="rId3"/>
                        </a:rPr>
                        <a:t>Fonts</a:t>
                      </a:r>
                      <a:endParaRPr sz="1000" u="sng">
                        <a:solidFill>
                          <a:schemeClr val="dk2"/>
                        </a:solidFill>
                        <a:latin typeface="Gothic A1 SemiBold"/>
                        <a:ea typeface="Gothic A1 SemiBold"/>
                        <a:cs typeface="Gothic A1 SemiBold"/>
                        <a:sym typeface="Gothic A1 SemiBold"/>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chemeClr val="dk2"/>
                      </a:solidFill>
                      <a:prstDash val="solid"/>
                      <a:round/>
                      <a:headEnd len="sm" w="sm" type="none"/>
                      <a:tailEnd len="sm" w="sm" type="none"/>
                    </a:lnB>
                    <a:solidFill>
                      <a:schemeClr val="accent1"/>
                    </a:solidFill>
                  </a:tcPr>
                </a:tc>
                <a:tc>
                  <a:txBody>
                    <a:bodyPr/>
                    <a:lstStyle/>
                    <a:p>
                      <a:pPr indent="0" lvl="0" marL="0" rtl="0" algn="l">
                        <a:spcBef>
                          <a:spcPts val="0"/>
                        </a:spcBef>
                        <a:spcAft>
                          <a:spcPts val="1600"/>
                        </a:spcAft>
                        <a:buNone/>
                      </a:pPr>
                      <a:r>
                        <a:rPr lang="en" sz="1000">
                          <a:solidFill>
                            <a:schemeClr val="dk2"/>
                          </a:solidFill>
                          <a:latin typeface="Gothic A1"/>
                          <a:ea typeface="Gothic A1"/>
                          <a:cs typeface="Gothic A1"/>
                          <a:sym typeface="Gothic A1"/>
                        </a:rPr>
                        <a:t>To view this template correctly in PowerPoint, download and install the fonts we used</a:t>
                      </a:r>
                      <a:endParaRPr sz="1000">
                        <a:solidFill>
                          <a:schemeClr val="dk2"/>
                        </a:solidFill>
                        <a:latin typeface="Gothic A1"/>
                        <a:ea typeface="Gothic A1"/>
                        <a:cs typeface="Gothic A1"/>
                        <a:sym typeface="Gothic A1"/>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chemeClr val="dk2"/>
                      </a:solidFill>
                      <a:prstDash val="solid"/>
                      <a:round/>
                      <a:headEnd len="sm" w="sm" type="none"/>
                      <a:tailEnd len="sm" w="sm" type="none"/>
                    </a:lnB>
                  </a:tcPr>
                </a:tc>
              </a:tr>
              <a:tr h="361525">
                <a:tc>
                  <a:txBody>
                    <a:bodyPr/>
                    <a:lstStyle/>
                    <a:p>
                      <a:pPr indent="0" lvl="0" marL="0" rtl="0" algn="l">
                        <a:spcBef>
                          <a:spcPts val="0"/>
                        </a:spcBef>
                        <a:spcAft>
                          <a:spcPts val="0"/>
                        </a:spcAft>
                        <a:buNone/>
                      </a:pPr>
                      <a:r>
                        <a:rPr lang="en" sz="1000" u="sng">
                          <a:solidFill>
                            <a:schemeClr val="hlink"/>
                          </a:solidFill>
                          <a:latin typeface="Gothic A1 SemiBold"/>
                          <a:ea typeface="Gothic A1 SemiBold"/>
                          <a:cs typeface="Gothic A1 SemiBold"/>
                          <a:sym typeface="Gothic A1 SemiBold"/>
                          <a:hlinkClick action="ppaction://hlinksldjump" r:id="rId4"/>
                        </a:rPr>
                        <a:t>Used</a:t>
                      </a:r>
                      <a:r>
                        <a:rPr lang="en" sz="1000">
                          <a:solidFill>
                            <a:schemeClr val="dk2"/>
                          </a:solidFill>
                          <a:latin typeface="Gothic A1 SemiBold"/>
                          <a:ea typeface="Gothic A1 SemiBold"/>
                          <a:cs typeface="Gothic A1 SemiBold"/>
                          <a:sym typeface="Gothic A1 SemiBold"/>
                        </a:rPr>
                        <a:t> and </a:t>
                      </a:r>
                      <a:r>
                        <a:rPr lang="en" sz="1000" u="sng">
                          <a:solidFill>
                            <a:schemeClr val="hlink"/>
                          </a:solidFill>
                          <a:latin typeface="Gothic A1 SemiBold"/>
                          <a:ea typeface="Gothic A1 SemiBold"/>
                          <a:cs typeface="Gothic A1 SemiBold"/>
                          <a:sym typeface="Gothic A1 SemiBold"/>
                          <a:hlinkClick action="ppaction://hlinksldjump" r:id="rId5"/>
                        </a:rPr>
                        <a:t>alternative</a:t>
                      </a:r>
                      <a:r>
                        <a:rPr lang="en" sz="1000" u="sng">
                          <a:solidFill>
                            <a:schemeClr val="hlink"/>
                          </a:solidFill>
                          <a:latin typeface="Gothic A1 SemiBold"/>
                          <a:ea typeface="Gothic A1 SemiBold"/>
                          <a:cs typeface="Gothic A1 SemiBold"/>
                          <a:sym typeface="Gothic A1 SemiBold"/>
                          <a:hlinkClick action="ppaction://hlinksldjump" r:id="rId6"/>
                        </a:rPr>
                        <a:t> resources</a:t>
                      </a:r>
                      <a:endParaRPr sz="1000" u="sng">
                        <a:solidFill>
                          <a:schemeClr val="dk2"/>
                        </a:solidFill>
                        <a:latin typeface="Gothic A1 SemiBold"/>
                        <a:ea typeface="Gothic A1 SemiBold"/>
                        <a:cs typeface="Gothic A1 SemiBold"/>
                        <a:sym typeface="Gothic A1 SemiBold"/>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accent1"/>
                    </a:solidFill>
                  </a:tcPr>
                </a:tc>
                <a:tc>
                  <a:txBody>
                    <a:bodyPr/>
                    <a:lstStyle/>
                    <a:p>
                      <a:pPr indent="0" lvl="0" marL="0" marR="0" rtl="0" algn="l">
                        <a:lnSpc>
                          <a:spcPct val="100000"/>
                        </a:lnSpc>
                        <a:spcBef>
                          <a:spcPts val="0"/>
                        </a:spcBef>
                        <a:spcAft>
                          <a:spcPts val="1600"/>
                        </a:spcAft>
                        <a:buNone/>
                      </a:pPr>
                      <a:r>
                        <a:rPr lang="en" sz="1000">
                          <a:solidFill>
                            <a:schemeClr val="dk2"/>
                          </a:solidFill>
                          <a:latin typeface="Gothic A1"/>
                          <a:ea typeface="Gothic A1"/>
                          <a:cs typeface="Gothic A1"/>
                          <a:sym typeface="Gothic A1"/>
                        </a:rPr>
                        <a:t>An assortment of graphic resources that are suitable for use in this presentation</a:t>
                      </a:r>
                      <a:endParaRPr sz="1000">
                        <a:solidFill>
                          <a:schemeClr val="dk2"/>
                        </a:solidFill>
                        <a:latin typeface="Gothic A1"/>
                        <a:ea typeface="Gothic A1"/>
                        <a:cs typeface="Gothic A1"/>
                        <a:sym typeface="Gothic A1"/>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361525">
                <a:tc>
                  <a:txBody>
                    <a:bodyPr/>
                    <a:lstStyle/>
                    <a:p>
                      <a:pPr indent="0" lvl="0" marL="0" rtl="0" algn="l">
                        <a:spcBef>
                          <a:spcPts val="0"/>
                        </a:spcBef>
                        <a:spcAft>
                          <a:spcPts val="0"/>
                        </a:spcAft>
                        <a:buNone/>
                      </a:pPr>
                      <a:r>
                        <a:rPr lang="en" sz="1000" u="sng">
                          <a:solidFill>
                            <a:schemeClr val="hlink"/>
                          </a:solidFill>
                          <a:latin typeface="Gothic A1 SemiBold"/>
                          <a:ea typeface="Gothic A1 SemiBold"/>
                          <a:cs typeface="Gothic A1 SemiBold"/>
                          <a:sym typeface="Gothic A1 SemiBold"/>
                          <a:hlinkClick action="ppaction://hlinksldjump" r:id="rId7"/>
                        </a:rPr>
                        <a:t>Thanks slide</a:t>
                      </a:r>
                      <a:endParaRPr sz="1000" u="sng">
                        <a:solidFill>
                          <a:schemeClr val="dk2"/>
                        </a:solidFill>
                        <a:latin typeface="Gothic A1 SemiBold"/>
                        <a:ea typeface="Gothic A1 SemiBold"/>
                        <a:cs typeface="Gothic A1 SemiBold"/>
                        <a:sym typeface="Gothic A1 SemiBold"/>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accent1"/>
                    </a:solidFill>
                  </a:tcPr>
                </a:tc>
                <a:tc>
                  <a:txBody>
                    <a:bodyPr/>
                    <a:lstStyle/>
                    <a:p>
                      <a:pPr indent="0" lvl="0" marL="0" rtl="0" algn="l">
                        <a:spcBef>
                          <a:spcPts val="0"/>
                        </a:spcBef>
                        <a:spcAft>
                          <a:spcPts val="1600"/>
                        </a:spcAft>
                        <a:buNone/>
                      </a:pPr>
                      <a:r>
                        <a:rPr lang="en" sz="1000">
                          <a:solidFill>
                            <a:schemeClr val="dk2"/>
                          </a:solidFill>
                          <a:latin typeface="Gothic A1"/>
                          <a:ea typeface="Gothic A1"/>
                          <a:cs typeface="Gothic A1"/>
                          <a:sym typeface="Gothic A1"/>
                        </a:rPr>
                        <a:t>You must keep it so that proper credits for our design are given</a:t>
                      </a:r>
                      <a:endParaRPr sz="1000">
                        <a:solidFill>
                          <a:schemeClr val="dk2"/>
                        </a:solidFill>
                        <a:latin typeface="Gothic A1"/>
                        <a:ea typeface="Gothic A1"/>
                        <a:cs typeface="Gothic A1"/>
                        <a:sym typeface="Gothic A1"/>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361525">
                <a:tc>
                  <a:txBody>
                    <a:bodyPr/>
                    <a:lstStyle/>
                    <a:p>
                      <a:pPr indent="0" lvl="0" marL="0" rtl="0" algn="l">
                        <a:spcBef>
                          <a:spcPts val="0"/>
                        </a:spcBef>
                        <a:spcAft>
                          <a:spcPts val="0"/>
                        </a:spcAft>
                        <a:buNone/>
                      </a:pPr>
                      <a:r>
                        <a:rPr lang="en" sz="1000" u="sng">
                          <a:solidFill>
                            <a:schemeClr val="hlink"/>
                          </a:solidFill>
                          <a:latin typeface="Gothic A1 SemiBold"/>
                          <a:ea typeface="Gothic A1 SemiBold"/>
                          <a:cs typeface="Gothic A1 SemiBold"/>
                          <a:sym typeface="Gothic A1 SemiBold"/>
                          <a:hlinkClick action="ppaction://hlinksldjump" r:id="rId8"/>
                        </a:rPr>
                        <a:t>Colors</a:t>
                      </a:r>
                      <a:endParaRPr sz="1000" u="sng">
                        <a:solidFill>
                          <a:schemeClr val="dk2"/>
                        </a:solidFill>
                        <a:latin typeface="Gothic A1 SemiBold"/>
                        <a:ea typeface="Gothic A1 SemiBold"/>
                        <a:cs typeface="Gothic A1 SemiBold"/>
                        <a:sym typeface="Gothic A1 SemiBold"/>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accent1"/>
                    </a:solidFill>
                  </a:tcPr>
                </a:tc>
                <a:tc>
                  <a:txBody>
                    <a:bodyPr/>
                    <a:lstStyle/>
                    <a:p>
                      <a:pPr indent="0" lvl="0" marL="0" rtl="0" algn="l">
                        <a:spcBef>
                          <a:spcPts val="0"/>
                        </a:spcBef>
                        <a:spcAft>
                          <a:spcPts val="1600"/>
                        </a:spcAft>
                        <a:buNone/>
                      </a:pPr>
                      <a:r>
                        <a:rPr lang="en" sz="1000">
                          <a:solidFill>
                            <a:schemeClr val="dk2"/>
                          </a:solidFill>
                          <a:latin typeface="Gothic A1"/>
                          <a:ea typeface="Gothic A1"/>
                          <a:cs typeface="Gothic A1"/>
                          <a:sym typeface="Gothic A1"/>
                        </a:rPr>
                        <a:t>All the colors used in this presentation</a:t>
                      </a:r>
                      <a:endParaRPr sz="1000">
                        <a:solidFill>
                          <a:schemeClr val="dk2"/>
                        </a:solidFill>
                        <a:latin typeface="Gothic A1"/>
                        <a:ea typeface="Gothic A1"/>
                        <a:cs typeface="Gothic A1"/>
                        <a:sym typeface="Gothic A1"/>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361525">
                <a:tc>
                  <a:txBody>
                    <a:bodyPr/>
                    <a:lstStyle/>
                    <a:p>
                      <a:pPr indent="0" lvl="0" marL="0" rtl="0" algn="l">
                        <a:spcBef>
                          <a:spcPts val="0"/>
                        </a:spcBef>
                        <a:spcAft>
                          <a:spcPts val="0"/>
                        </a:spcAft>
                        <a:buNone/>
                      </a:pPr>
                      <a:r>
                        <a:rPr lang="en" sz="1000" u="sng">
                          <a:solidFill>
                            <a:schemeClr val="hlink"/>
                          </a:solidFill>
                          <a:latin typeface="Gothic A1 SemiBold"/>
                          <a:ea typeface="Gothic A1 SemiBold"/>
                          <a:cs typeface="Gothic A1 SemiBold"/>
                          <a:sym typeface="Gothic A1 SemiBold"/>
                          <a:hlinkClick action="ppaction://hlinksldjump" r:id="rId9"/>
                        </a:rPr>
                        <a:t>Icons</a:t>
                      </a:r>
                      <a:r>
                        <a:rPr lang="en" sz="1000">
                          <a:solidFill>
                            <a:schemeClr val="dk2"/>
                          </a:solidFill>
                          <a:latin typeface="Gothic A1 SemiBold"/>
                          <a:ea typeface="Gothic A1 SemiBold"/>
                          <a:cs typeface="Gothic A1 SemiBold"/>
                          <a:sym typeface="Gothic A1 SemiBold"/>
                        </a:rPr>
                        <a:t> and </a:t>
                      </a:r>
                      <a:r>
                        <a:rPr lang="en" sz="1000" u="sng">
                          <a:solidFill>
                            <a:schemeClr val="hlink"/>
                          </a:solidFill>
                          <a:latin typeface="Gothic A1 SemiBold"/>
                          <a:ea typeface="Gothic A1 SemiBold"/>
                          <a:cs typeface="Gothic A1 SemiBold"/>
                          <a:sym typeface="Gothic A1 SemiBold"/>
                          <a:hlinkClick action="ppaction://hlinksldjump" r:id="rId10"/>
                        </a:rPr>
                        <a:t>infographic resources</a:t>
                      </a:r>
                      <a:endParaRPr sz="1000" u="sng">
                        <a:solidFill>
                          <a:schemeClr val="dk2"/>
                        </a:solidFill>
                        <a:latin typeface="Gothic A1 SemiBold"/>
                        <a:ea typeface="Gothic A1 SemiBold"/>
                        <a:cs typeface="Gothic A1 SemiBold"/>
                        <a:sym typeface="Gothic A1 SemiBold"/>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rPr lang="en" sz="1000">
                          <a:solidFill>
                            <a:schemeClr val="dk2"/>
                          </a:solidFill>
                          <a:latin typeface="Gothic A1"/>
                          <a:ea typeface="Gothic A1"/>
                          <a:cs typeface="Gothic A1"/>
                          <a:sym typeface="Gothic A1"/>
                        </a:rPr>
                        <a:t>These can be used in the template, and their size and color can be edited</a:t>
                      </a:r>
                      <a:endParaRPr sz="1000">
                        <a:solidFill>
                          <a:schemeClr val="dk2"/>
                        </a:solidFill>
                        <a:latin typeface="Gothic A1"/>
                        <a:ea typeface="Gothic A1"/>
                        <a:cs typeface="Gothic A1"/>
                        <a:sym typeface="Gothic A1"/>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361525">
                <a:tc>
                  <a:txBody>
                    <a:bodyPr/>
                    <a:lstStyle/>
                    <a:p>
                      <a:pPr indent="0" lvl="0" marL="0" rtl="0" algn="l">
                        <a:spcBef>
                          <a:spcPts val="0"/>
                        </a:spcBef>
                        <a:spcAft>
                          <a:spcPts val="0"/>
                        </a:spcAft>
                        <a:buNone/>
                      </a:pPr>
                      <a:r>
                        <a:rPr lang="en" sz="1000">
                          <a:solidFill>
                            <a:schemeClr val="dk2"/>
                          </a:solidFill>
                          <a:latin typeface="Gothic A1 SemiBold"/>
                          <a:ea typeface="Gothic A1 SemiBold"/>
                          <a:cs typeface="Gothic A1 SemiBold"/>
                          <a:sym typeface="Gothic A1 SemiBold"/>
                        </a:rPr>
                        <a:t>Editable presentation theme </a:t>
                      </a:r>
                      <a:endParaRPr sz="1000">
                        <a:solidFill>
                          <a:schemeClr val="dk2"/>
                        </a:solidFill>
                        <a:latin typeface="Gothic A1 SemiBold"/>
                        <a:ea typeface="Gothic A1 SemiBold"/>
                        <a:cs typeface="Gothic A1 SemiBold"/>
                        <a:sym typeface="Gothic A1 SemiBold"/>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accent1"/>
                    </a:solidFill>
                  </a:tcPr>
                </a:tc>
                <a:tc>
                  <a:txBody>
                    <a:bodyPr/>
                    <a:lstStyle/>
                    <a:p>
                      <a:pPr indent="0" lvl="0" marL="0" rtl="0" algn="l">
                        <a:spcBef>
                          <a:spcPts val="0"/>
                        </a:spcBef>
                        <a:spcAft>
                          <a:spcPts val="1600"/>
                        </a:spcAft>
                        <a:buNone/>
                      </a:pPr>
                      <a:r>
                        <a:rPr lang="en" sz="1000">
                          <a:solidFill>
                            <a:schemeClr val="dk2"/>
                          </a:solidFill>
                          <a:latin typeface="Gothic A1"/>
                          <a:ea typeface="Gothic A1"/>
                          <a:cs typeface="Gothic A1"/>
                          <a:sym typeface="Gothic A1"/>
                        </a:rPr>
                        <a:t>You can edit the master slides easily. For more info, click </a:t>
                      </a:r>
                      <a:r>
                        <a:rPr b="1" lang="en" sz="1000" u="sng">
                          <a:solidFill>
                            <a:schemeClr val="dk2"/>
                          </a:solidFill>
                          <a:latin typeface="Gothic A1"/>
                          <a:ea typeface="Gothic A1"/>
                          <a:cs typeface="Gothic A1"/>
                          <a:sym typeface="Gothic A1"/>
                          <a:hlinkClick r:id="rId11">
                            <a:extLst>
                              <a:ext uri="{A12FA001-AC4F-418D-AE19-62706E023703}">
                                <ahyp:hlinkClr val="tx"/>
                              </a:ext>
                            </a:extLst>
                          </a:hlinkClick>
                        </a:rPr>
                        <a:t>here</a:t>
                      </a:r>
                      <a:endParaRPr b="1" sz="1000">
                        <a:solidFill>
                          <a:schemeClr val="dk2"/>
                        </a:solidFill>
                        <a:latin typeface="Gothic A1"/>
                        <a:ea typeface="Gothic A1"/>
                        <a:cs typeface="Gothic A1"/>
                        <a:sym typeface="Gothic A1"/>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r>
            </a:tbl>
          </a:graphicData>
        </a:graphic>
      </p:graphicFrame>
      <p:sp>
        <p:nvSpPr>
          <p:cNvPr id="546" name="Google Shape;546;p46"/>
          <p:cNvSpPr txBox="1"/>
          <p:nvPr/>
        </p:nvSpPr>
        <p:spPr>
          <a:xfrm>
            <a:off x="715101" y="3965575"/>
            <a:ext cx="1907100" cy="46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000">
                <a:solidFill>
                  <a:schemeClr val="dk2"/>
                </a:solidFill>
                <a:latin typeface="Gothic A1"/>
                <a:ea typeface="Gothic A1"/>
                <a:cs typeface="Gothic A1"/>
                <a:sym typeface="Gothic A1"/>
              </a:rPr>
              <a:t>For more info:</a:t>
            </a:r>
            <a:br>
              <a:rPr lang="en" sz="1000">
                <a:solidFill>
                  <a:schemeClr val="dk2"/>
                </a:solidFill>
                <a:latin typeface="Gothic A1"/>
                <a:ea typeface="Gothic A1"/>
                <a:cs typeface="Gothic A1"/>
                <a:sym typeface="Gothic A1"/>
              </a:rPr>
            </a:br>
            <a:r>
              <a:rPr lang="en" sz="1000" u="sng">
                <a:solidFill>
                  <a:schemeClr val="dk2"/>
                </a:solidFill>
                <a:latin typeface="Gothic A1 SemiBold"/>
                <a:ea typeface="Gothic A1 SemiBold"/>
                <a:cs typeface="Gothic A1 SemiBold"/>
                <a:sym typeface="Gothic A1 SemiBold"/>
                <a:hlinkClick r:id="rId12">
                  <a:extLst>
                    <a:ext uri="{A12FA001-AC4F-418D-AE19-62706E023703}">
                      <ahyp:hlinkClr val="tx"/>
                    </a:ext>
                  </a:extLst>
                </a:hlinkClick>
              </a:rPr>
              <a:t>SLIDESGO</a:t>
            </a:r>
            <a:r>
              <a:rPr lang="en" sz="1000">
                <a:solidFill>
                  <a:schemeClr val="dk2"/>
                </a:solidFill>
                <a:latin typeface="Gothic A1 SemiBold"/>
                <a:ea typeface="Gothic A1 SemiBold"/>
                <a:cs typeface="Gothic A1 SemiBold"/>
                <a:sym typeface="Gothic A1 SemiBold"/>
              </a:rPr>
              <a:t> | </a:t>
            </a:r>
            <a:r>
              <a:rPr lang="en" sz="1000" u="sng">
                <a:solidFill>
                  <a:schemeClr val="dk2"/>
                </a:solidFill>
                <a:latin typeface="Gothic A1 SemiBold"/>
                <a:ea typeface="Gothic A1 SemiBold"/>
                <a:cs typeface="Gothic A1 SemiBold"/>
                <a:sym typeface="Gothic A1 SemiBold"/>
                <a:hlinkClick r:id="rId13">
                  <a:extLst>
                    <a:ext uri="{A12FA001-AC4F-418D-AE19-62706E023703}">
                      <ahyp:hlinkClr val="tx"/>
                    </a:ext>
                  </a:extLst>
                </a:hlinkClick>
              </a:rPr>
              <a:t>BLOG</a:t>
            </a:r>
            <a:r>
              <a:rPr lang="en" sz="1000">
                <a:solidFill>
                  <a:schemeClr val="dk2"/>
                </a:solidFill>
                <a:latin typeface="Gothic A1 SemiBold"/>
                <a:ea typeface="Gothic A1 SemiBold"/>
                <a:cs typeface="Gothic A1 SemiBold"/>
                <a:sym typeface="Gothic A1 SemiBold"/>
              </a:rPr>
              <a:t> | </a:t>
            </a:r>
            <a:r>
              <a:rPr lang="en" sz="1000" u="sng">
                <a:solidFill>
                  <a:schemeClr val="dk2"/>
                </a:solidFill>
                <a:latin typeface="Gothic A1 SemiBold"/>
                <a:ea typeface="Gothic A1 SemiBold"/>
                <a:cs typeface="Gothic A1 SemiBold"/>
                <a:sym typeface="Gothic A1 SemiBold"/>
                <a:hlinkClick r:id="rId14">
                  <a:extLst>
                    <a:ext uri="{A12FA001-AC4F-418D-AE19-62706E023703}">
                      <ahyp:hlinkClr val="tx"/>
                    </a:ext>
                  </a:extLst>
                </a:hlinkClick>
              </a:rPr>
              <a:t>FAQs</a:t>
            </a:r>
            <a:endParaRPr sz="1000" u="sng">
              <a:solidFill>
                <a:schemeClr val="dk2"/>
              </a:solidFill>
              <a:latin typeface="Gothic A1 SemiBold"/>
              <a:ea typeface="Gothic A1 SemiBold"/>
              <a:cs typeface="Gothic A1 SemiBold"/>
              <a:sym typeface="Gothic A1 SemiBold"/>
            </a:endParaRPr>
          </a:p>
        </p:txBody>
      </p:sp>
      <p:sp>
        <p:nvSpPr>
          <p:cNvPr id="547" name="Google Shape;547;p46"/>
          <p:cNvSpPr txBox="1"/>
          <p:nvPr/>
        </p:nvSpPr>
        <p:spPr>
          <a:xfrm>
            <a:off x="3339872" y="3965575"/>
            <a:ext cx="3697500" cy="46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000">
                <a:solidFill>
                  <a:schemeClr val="dk2"/>
                </a:solidFill>
                <a:latin typeface="Gothic A1"/>
                <a:ea typeface="Gothic A1"/>
                <a:cs typeface="Gothic A1"/>
                <a:sym typeface="Gothic A1"/>
              </a:rPr>
              <a:t>You can visit our sister </a:t>
            </a:r>
            <a:r>
              <a:rPr lang="en" sz="1000">
                <a:solidFill>
                  <a:schemeClr val="dk2"/>
                </a:solidFill>
                <a:latin typeface="Gothic A1"/>
                <a:ea typeface="Gothic A1"/>
                <a:cs typeface="Gothic A1"/>
                <a:sym typeface="Gothic A1"/>
              </a:rPr>
              <a:t>projects</a:t>
            </a:r>
            <a:r>
              <a:rPr lang="en" sz="1000">
                <a:solidFill>
                  <a:schemeClr val="dk2"/>
                </a:solidFill>
                <a:latin typeface="Gothic A1"/>
                <a:ea typeface="Gothic A1"/>
                <a:cs typeface="Gothic A1"/>
                <a:sym typeface="Gothic A1"/>
              </a:rPr>
              <a:t>:</a:t>
            </a:r>
            <a:br>
              <a:rPr lang="en" sz="1000">
                <a:solidFill>
                  <a:schemeClr val="dk2"/>
                </a:solidFill>
                <a:latin typeface="Gothic A1"/>
                <a:ea typeface="Gothic A1"/>
                <a:cs typeface="Gothic A1"/>
                <a:sym typeface="Gothic A1"/>
              </a:rPr>
            </a:br>
            <a:r>
              <a:rPr lang="en" sz="1000" u="sng">
                <a:solidFill>
                  <a:schemeClr val="dk2"/>
                </a:solidFill>
                <a:latin typeface="Gothic A1 SemiBold"/>
                <a:ea typeface="Gothic A1 SemiBold"/>
                <a:cs typeface="Gothic A1 SemiBold"/>
                <a:sym typeface="Gothic A1 SemiBold"/>
                <a:hlinkClick r:id="rId15">
                  <a:extLst>
                    <a:ext uri="{A12FA001-AC4F-418D-AE19-62706E023703}">
                      <ahyp:hlinkClr val="tx"/>
                    </a:ext>
                  </a:extLst>
                </a:hlinkClick>
              </a:rPr>
              <a:t>FREEPIK</a:t>
            </a:r>
            <a:r>
              <a:rPr lang="en" sz="1000">
                <a:solidFill>
                  <a:schemeClr val="dk2"/>
                </a:solidFill>
                <a:latin typeface="Gothic A1 SemiBold"/>
                <a:ea typeface="Gothic A1 SemiBold"/>
                <a:cs typeface="Gothic A1 SemiBold"/>
                <a:sym typeface="Gothic A1 SemiBold"/>
              </a:rPr>
              <a:t> | </a:t>
            </a:r>
            <a:r>
              <a:rPr lang="en" sz="1000" u="sng">
                <a:solidFill>
                  <a:schemeClr val="dk2"/>
                </a:solidFill>
                <a:latin typeface="Gothic A1 SemiBold"/>
                <a:ea typeface="Gothic A1 SemiBold"/>
                <a:cs typeface="Gothic A1 SemiBold"/>
                <a:sym typeface="Gothic A1 SemiBold"/>
                <a:hlinkClick r:id="rId16">
                  <a:extLst>
                    <a:ext uri="{A12FA001-AC4F-418D-AE19-62706E023703}">
                      <ahyp:hlinkClr val="tx"/>
                    </a:ext>
                  </a:extLst>
                </a:hlinkClick>
              </a:rPr>
              <a:t>FLATICON</a:t>
            </a:r>
            <a:r>
              <a:rPr lang="en" sz="1000">
                <a:solidFill>
                  <a:schemeClr val="dk2"/>
                </a:solidFill>
                <a:latin typeface="Gothic A1 SemiBold"/>
                <a:ea typeface="Gothic A1 SemiBold"/>
                <a:cs typeface="Gothic A1 SemiBold"/>
                <a:sym typeface="Gothic A1 SemiBold"/>
              </a:rPr>
              <a:t> | </a:t>
            </a:r>
            <a:r>
              <a:rPr lang="en" sz="1000" u="sng">
                <a:solidFill>
                  <a:schemeClr val="dk2"/>
                </a:solidFill>
                <a:latin typeface="Gothic A1 SemiBold"/>
                <a:ea typeface="Gothic A1 SemiBold"/>
                <a:cs typeface="Gothic A1 SemiBold"/>
                <a:sym typeface="Gothic A1 SemiBold"/>
                <a:hlinkClick r:id="rId17">
                  <a:extLst>
                    <a:ext uri="{A12FA001-AC4F-418D-AE19-62706E023703}">
                      <ahyp:hlinkClr val="tx"/>
                    </a:ext>
                  </a:extLst>
                </a:hlinkClick>
              </a:rPr>
              <a:t>STORYSET</a:t>
            </a:r>
            <a:r>
              <a:rPr lang="en" sz="1000">
                <a:solidFill>
                  <a:schemeClr val="dk2"/>
                </a:solidFill>
                <a:latin typeface="Gothic A1 SemiBold"/>
                <a:ea typeface="Gothic A1 SemiBold"/>
                <a:cs typeface="Gothic A1 SemiBold"/>
                <a:sym typeface="Gothic A1 SemiBold"/>
              </a:rPr>
              <a:t> | </a:t>
            </a:r>
            <a:r>
              <a:rPr lang="en" sz="1000" u="sng">
                <a:solidFill>
                  <a:schemeClr val="dk2"/>
                </a:solidFill>
                <a:latin typeface="Gothic A1 SemiBold"/>
                <a:ea typeface="Gothic A1 SemiBold"/>
                <a:cs typeface="Gothic A1 SemiBold"/>
                <a:sym typeface="Gothic A1 SemiBold"/>
                <a:hlinkClick r:id="rId18">
                  <a:extLst>
                    <a:ext uri="{A12FA001-AC4F-418D-AE19-62706E023703}">
                      <ahyp:hlinkClr val="tx"/>
                    </a:ext>
                  </a:extLst>
                </a:hlinkClick>
              </a:rPr>
              <a:t>WEPIK</a:t>
            </a:r>
            <a:r>
              <a:rPr lang="en" sz="1000">
                <a:solidFill>
                  <a:schemeClr val="dk2"/>
                </a:solidFill>
                <a:latin typeface="Gothic A1 SemiBold"/>
                <a:ea typeface="Gothic A1 SemiBold"/>
                <a:cs typeface="Gothic A1 SemiBold"/>
                <a:sym typeface="Gothic A1 SemiBold"/>
              </a:rPr>
              <a:t> | </a:t>
            </a:r>
            <a:r>
              <a:rPr lang="en" sz="1000" u="sng">
                <a:solidFill>
                  <a:schemeClr val="dk2"/>
                </a:solidFill>
                <a:latin typeface="Gothic A1 SemiBold"/>
                <a:ea typeface="Gothic A1 SemiBold"/>
                <a:cs typeface="Gothic A1 SemiBold"/>
                <a:sym typeface="Gothic A1 SemiBold"/>
                <a:hlinkClick r:id="rId19">
                  <a:extLst>
                    <a:ext uri="{A12FA001-AC4F-418D-AE19-62706E023703}">
                      <ahyp:hlinkClr val="tx"/>
                    </a:ext>
                  </a:extLst>
                </a:hlinkClick>
              </a:rPr>
              <a:t>VIDEVO</a:t>
            </a:r>
            <a:endParaRPr sz="1000">
              <a:solidFill>
                <a:schemeClr val="dk2"/>
              </a:solidFill>
              <a:latin typeface="Gothic A1 SemiBold"/>
              <a:ea typeface="Gothic A1 SemiBold"/>
              <a:cs typeface="Gothic A1 SemiBold"/>
              <a:sym typeface="Gothic A1 SemiBold"/>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551" name="Shape 551"/>
        <p:cNvGrpSpPr/>
        <p:nvPr/>
      </p:nvGrpSpPr>
      <p:grpSpPr>
        <a:xfrm>
          <a:off x="0" y="0"/>
          <a:ext cx="0" cy="0"/>
          <a:chOff x="0" y="0"/>
          <a:chExt cx="0" cy="0"/>
        </a:xfrm>
      </p:grpSpPr>
      <p:sp>
        <p:nvSpPr>
          <p:cNvPr id="552" name="Google Shape;552;p47"/>
          <p:cNvSpPr txBox="1"/>
          <p:nvPr>
            <p:ph type="title"/>
          </p:nvPr>
        </p:nvSpPr>
        <p:spPr>
          <a:xfrm>
            <a:off x="849950" y="3010288"/>
            <a:ext cx="2150700" cy="76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5,000</a:t>
            </a:r>
            <a:endParaRPr/>
          </a:p>
        </p:txBody>
      </p:sp>
      <p:sp>
        <p:nvSpPr>
          <p:cNvPr id="553" name="Google Shape;553;p47"/>
          <p:cNvSpPr txBox="1"/>
          <p:nvPr>
            <p:ph idx="1" type="subTitle"/>
          </p:nvPr>
        </p:nvSpPr>
        <p:spPr>
          <a:xfrm>
            <a:off x="849950" y="3823052"/>
            <a:ext cx="2150700" cy="52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the number of transplants performed so far</a:t>
            </a:r>
            <a:endParaRPr/>
          </a:p>
        </p:txBody>
      </p:sp>
      <p:sp>
        <p:nvSpPr>
          <p:cNvPr id="554" name="Google Shape;554;p47"/>
          <p:cNvSpPr txBox="1"/>
          <p:nvPr>
            <p:ph idx="2" type="title"/>
          </p:nvPr>
        </p:nvSpPr>
        <p:spPr>
          <a:xfrm>
            <a:off x="3496650" y="3010288"/>
            <a:ext cx="2150700" cy="76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20,000</a:t>
            </a:r>
            <a:endParaRPr/>
          </a:p>
        </p:txBody>
      </p:sp>
      <p:sp>
        <p:nvSpPr>
          <p:cNvPr id="555" name="Google Shape;555;p47"/>
          <p:cNvSpPr txBox="1"/>
          <p:nvPr>
            <p:ph idx="3" type="subTitle"/>
          </p:nvPr>
        </p:nvSpPr>
        <p:spPr>
          <a:xfrm>
            <a:off x="3496650" y="3823052"/>
            <a:ext cx="2150700" cy="52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the number of patients we had last month</a:t>
            </a:r>
            <a:endParaRPr/>
          </a:p>
        </p:txBody>
      </p:sp>
      <p:sp>
        <p:nvSpPr>
          <p:cNvPr id="556" name="Google Shape;556;p47"/>
          <p:cNvSpPr txBox="1"/>
          <p:nvPr>
            <p:ph idx="4" type="title"/>
          </p:nvPr>
        </p:nvSpPr>
        <p:spPr>
          <a:xfrm>
            <a:off x="6143350" y="3010288"/>
            <a:ext cx="2150700" cy="76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50,000</a:t>
            </a:r>
            <a:endParaRPr/>
          </a:p>
        </p:txBody>
      </p:sp>
      <p:sp>
        <p:nvSpPr>
          <p:cNvPr id="557" name="Google Shape;557;p47"/>
          <p:cNvSpPr txBox="1"/>
          <p:nvPr>
            <p:ph idx="5" type="subTitle"/>
          </p:nvPr>
        </p:nvSpPr>
        <p:spPr>
          <a:xfrm>
            <a:off x="6143350" y="3823052"/>
            <a:ext cx="2150700" cy="52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the number of total visitors we had last month</a:t>
            </a:r>
            <a:endParaRPr/>
          </a:p>
        </p:txBody>
      </p:sp>
      <p:pic>
        <p:nvPicPr>
          <p:cNvPr id="558" name="Google Shape;558;p47"/>
          <p:cNvPicPr preferRelativeResize="0"/>
          <p:nvPr>
            <p:ph idx="6" type="pic"/>
          </p:nvPr>
        </p:nvPicPr>
        <p:blipFill rotWithShape="1">
          <a:blip r:embed="rId3">
            <a:alphaModFix/>
          </a:blip>
          <a:srcRect b="19058" l="0" r="0" t="41094"/>
          <a:stretch/>
        </p:blipFill>
        <p:spPr>
          <a:xfrm>
            <a:off x="849950" y="797838"/>
            <a:ext cx="7444200" cy="1978500"/>
          </a:xfrm>
          <a:prstGeom prst="snip2DiagRect">
            <a:avLst>
              <a:gd fmla="val 0" name="adj1"/>
              <a:gd fmla="val 11919" name="adj2"/>
            </a:avLst>
          </a:prstGeom>
        </p:spPr>
      </p:pic>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562" name="Shape 562"/>
        <p:cNvGrpSpPr/>
        <p:nvPr/>
      </p:nvGrpSpPr>
      <p:grpSpPr>
        <a:xfrm>
          <a:off x="0" y="0"/>
          <a:ext cx="0" cy="0"/>
          <a:chOff x="0" y="0"/>
          <a:chExt cx="0" cy="0"/>
        </a:xfrm>
      </p:grpSpPr>
      <p:pic>
        <p:nvPicPr>
          <p:cNvPr id="563" name="Google Shape;563;p48"/>
          <p:cNvPicPr preferRelativeResize="0"/>
          <p:nvPr>
            <p:ph idx="2" type="pic"/>
          </p:nvPr>
        </p:nvPicPr>
        <p:blipFill rotWithShape="1">
          <a:blip r:embed="rId3">
            <a:alphaModFix/>
          </a:blip>
          <a:srcRect b="1559" l="0" r="0" t="1559"/>
          <a:stretch/>
        </p:blipFill>
        <p:spPr>
          <a:xfrm>
            <a:off x="226800" y="201750"/>
            <a:ext cx="8690400" cy="4740000"/>
          </a:xfrm>
          <a:prstGeom prst="snip2DiagRect">
            <a:avLst>
              <a:gd fmla="val 0" name="adj1"/>
              <a:gd fmla="val 16667" name="adj2"/>
            </a:avLst>
          </a:prstGeom>
        </p:spPr>
      </p:pic>
      <p:sp>
        <p:nvSpPr>
          <p:cNvPr id="564" name="Google Shape;564;p48"/>
          <p:cNvSpPr txBox="1"/>
          <p:nvPr>
            <p:ph type="title"/>
          </p:nvPr>
        </p:nvSpPr>
        <p:spPr>
          <a:xfrm>
            <a:off x="715100" y="3609025"/>
            <a:ext cx="2747700" cy="79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 picture is worth a thousand words</a:t>
            </a:r>
            <a:endParaRPr/>
          </a:p>
        </p:txBody>
      </p:sp>
      <p:grpSp>
        <p:nvGrpSpPr>
          <p:cNvPr id="565" name="Google Shape;565;p48"/>
          <p:cNvGrpSpPr/>
          <p:nvPr/>
        </p:nvGrpSpPr>
        <p:grpSpPr>
          <a:xfrm flipH="1">
            <a:off x="416926" y="359765"/>
            <a:ext cx="785418" cy="901100"/>
            <a:chOff x="7716556" y="3864816"/>
            <a:chExt cx="519354" cy="595808"/>
          </a:xfrm>
        </p:grpSpPr>
        <p:sp>
          <p:nvSpPr>
            <p:cNvPr id="566" name="Google Shape;566;p48"/>
            <p:cNvSpPr/>
            <p:nvPr/>
          </p:nvSpPr>
          <p:spPr>
            <a:xfrm>
              <a:off x="7894210" y="4118924"/>
              <a:ext cx="341700" cy="3417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67" name="Google Shape;567;p48"/>
            <p:cNvSpPr/>
            <p:nvPr/>
          </p:nvSpPr>
          <p:spPr>
            <a:xfrm>
              <a:off x="7716556" y="3864816"/>
              <a:ext cx="254100" cy="254100"/>
            </a:xfrm>
            <a:prstGeom prst="plus">
              <a:avLst>
                <a:gd fmla="val 32768" name="adj"/>
              </a:avLst>
            </a:prstGeom>
            <a:solidFill>
              <a:srgbClr val="96E5D2">
                <a:alpha val="557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grpSp>
        <p:nvGrpSpPr>
          <p:cNvPr id="568" name="Google Shape;568;p48"/>
          <p:cNvGrpSpPr/>
          <p:nvPr/>
        </p:nvGrpSpPr>
        <p:grpSpPr>
          <a:xfrm flipH="1">
            <a:off x="6430937" y="4298432"/>
            <a:ext cx="2805672" cy="461682"/>
            <a:chOff x="-78542" y="4269447"/>
            <a:chExt cx="3892442" cy="640513"/>
          </a:xfrm>
        </p:grpSpPr>
        <p:sp>
          <p:nvSpPr>
            <p:cNvPr id="569" name="Google Shape;569;p48"/>
            <p:cNvSpPr/>
            <p:nvPr/>
          </p:nvSpPr>
          <p:spPr>
            <a:xfrm flipH="1">
              <a:off x="-26956" y="4269447"/>
              <a:ext cx="3498330" cy="508988"/>
            </a:xfrm>
            <a:custGeom>
              <a:rect b="b" l="l" r="r" t="t"/>
              <a:pathLst>
                <a:path extrusionOk="0" h="17023" w="117001">
                  <a:moveTo>
                    <a:pt x="99111" y="0"/>
                  </a:moveTo>
                  <a:lnTo>
                    <a:pt x="99111" y="16481"/>
                  </a:lnTo>
                  <a:lnTo>
                    <a:pt x="1" y="16481"/>
                  </a:lnTo>
                  <a:lnTo>
                    <a:pt x="1" y="17022"/>
                  </a:lnTo>
                  <a:lnTo>
                    <a:pt x="99640" y="17022"/>
                  </a:lnTo>
                  <a:lnTo>
                    <a:pt x="99640" y="529"/>
                  </a:lnTo>
                  <a:lnTo>
                    <a:pt x="117001" y="529"/>
                  </a:lnTo>
                  <a:lnTo>
                    <a:pt x="117001" y="0"/>
                  </a:lnTo>
                  <a:close/>
                </a:path>
              </a:pathLst>
            </a:custGeom>
            <a:solidFill>
              <a:srgbClr val="A0D4FC">
                <a:alpha val="5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48"/>
            <p:cNvSpPr/>
            <p:nvPr/>
          </p:nvSpPr>
          <p:spPr>
            <a:xfrm flipH="1">
              <a:off x="-78542" y="4465736"/>
              <a:ext cx="3892442" cy="444224"/>
            </a:xfrm>
            <a:custGeom>
              <a:rect b="b" l="l" r="r" t="t"/>
              <a:pathLst>
                <a:path extrusionOk="0" h="14857" w="130182">
                  <a:moveTo>
                    <a:pt x="1122" y="0"/>
                  </a:moveTo>
                  <a:cubicBezTo>
                    <a:pt x="500" y="0"/>
                    <a:pt x="0" y="500"/>
                    <a:pt x="0" y="1113"/>
                  </a:cubicBezTo>
                  <a:cubicBezTo>
                    <a:pt x="0" y="1726"/>
                    <a:pt x="500" y="2226"/>
                    <a:pt x="1122" y="2226"/>
                  </a:cubicBezTo>
                  <a:cubicBezTo>
                    <a:pt x="1674" y="2226"/>
                    <a:pt x="2135" y="1829"/>
                    <a:pt x="2215" y="1297"/>
                  </a:cubicBezTo>
                  <a:lnTo>
                    <a:pt x="25671" y="1297"/>
                  </a:lnTo>
                  <a:lnTo>
                    <a:pt x="25671" y="14856"/>
                  </a:lnTo>
                  <a:lnTo>
                    <a:pt x="94034" y="14856"/>
                  </a:lnTo>
                  <a:lnTo>
                    <a:pt x="94034" y="3870"/>
                  </a:lnTo>
                  <a:lnTo>
                    <a:pt x="130182" y="3870"/>
                  </a:lnTo>
                  <a:lnTo>
                    <a:pt x="130182" y="3338"/>
                  </a:lnTo>
                  <a:lnTo>
                    <a:pt x="93503" y="3338"/>
                  </a:lnTo>
                  <a:lnTo>
                    <a:pt x="93503" y="14327"/>
                  </a:lnTo>
                  <a:lnTo>
                    <a:pt x="26203" y="14327"/>
                  </a:lnTo>
                  <a:lnTo>
                    <a:pt x="26203" y="755"/>
                  </a:lnTo>
                  <a:lnTo>
                    <a:pt x="2176" y="755"/>
                  </a:lnTo>
                  <a:cubicBezTo>
                    <a:pt x="2022" y="317"/>
                    <a:pt x="1613" y="0"/>
                    <a:pt x="11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574" name="Shape 574"/>
        <p:cNvGrpSpPr/>
        <p:nvPr/>
      </p:nvGrpSpPr>
      <p:grpSpPr>
        <a:xfrm>
          <a:off x="0" y="0"/>
          <a:ext cx="0" cy="0"/>
          <a:chOff x="0" y="0"/>
          <a:chExt cx="0" cy="0"/>
        </a:xfrm>
      </p:grpSpPr>
      <p:sp>
        <p:nvSpPr>
          <p:cNvPr id="575" name="Google Shape;575;p4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statistics</a:t>
            </a:r>
            <a:endParaRPr/>
          </a:p>
        </p:txBody>
      </p:sp>
      <p:sp>
        <p:nvSpPr>
          <p:cNvPr id="576" name="Google Shape;576;p49"/>
          <p:cNvSpPr txBox="1"/>
          <p:nvPr/>
        </p:nvSpPr>
        <p:spPr>
          <a:xfrm>
            <a:off x="998275" y="4231450"/>
            <a:ext cx="7216500" cy="2877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rPr lang="en" sz="1000">
                <a:solidFill>
                  <a:schemeClr val="dk2"/>
                </a:solidFill>
                <a:latin typeface="Gothic A1"/>
                <a:ea typeface="Gothic A1"/>
                <a:cs typeface="Gothic A1"/>
                <a:sym typeface="Gothic A1"/>
              </a:rPr>
              <a:t>Follow the link in the graph to modify its data and then paste the new one here.</a:t>
            </a:r>
            <a:r>
              <a:rPr b="1" lang="en" sz="1000" u="sng">
                <a:solidFill>
                  <a:schemeClr val="dk2"/>
                </a:solidFill>
                <a:latin typeface="Gothic A1"/>
                <a:ea typeface="Gothic A1"/>
                <a:cs typeface="Gothic A1"/>
                <a:sym typeface="Gothic A1"/>
              </a:rPr>
              <a:t> </a:t>
            </a:r>
            <a:r>
              <a:rPr b="1" lang="en" sz="1000" u="sng">
                <a:solidFill>
                  <a:schemeClr val="dk2"/>
                </a:solidFill>
                <a:latin typeface="Gothic A1"/>
                <a:ea typeface="Gothic A1"/>
                <a:cs typeface="Gothic A1"/>
                <a:sym typeface="Gothic A1"/>
                <a:hlinkClick r:id="rId3">
                  <a:extLst>
                    <a:ext uri="{A12FA001-AC4F-418D-AE19-62706E023703}">
                      <ahyp:hlinkClr val="tx"/>
                    </a:ext>
                  </a:extLst>
                </a:hlinkClick>
              </a:rPr>
              <a:t>For more info, click here</a:t>
            </a:r>
            <a:endParaRPr b="1" sz="1000" u="sng">
              <a:solidFill>
                <a:schemeClr val="dk2"/>
              </a:solidFill>
              <a:latin typeface="Gothic A1"/>
              <a:ea typeface="Gothic A1"/>
              <a:cs typeface="Gothic A1"/>
              <a:sym typeface="Gothic A1"/>
            </a:endParaRPr>
          </a:p>
        </p:txBody>
      </p:sp>
      <p:sp>
        <p:nvSpPr>
          <p:cNvPr id="577" name="Google Shape;577;p49"/>
          <p:cNvSpPr txBox="1"/>
          <p:nvPr/>
        </p:nvSpPr>
        <p:spPr>
          <a:xfrm>
            <a:off x="3330175" y="1174750"/>
            <a:ext cx="4884600" cy="10584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rPr lang="en" sz="1200">
                <a:solidFill>
                  <a:schemeClr val="dk2"/>
                </a:solidFill>
                <a:latin typeface="Gothic A1"/>
                <a:ea typeface="Gothic A1"/>
                <a:cs typeface="Gothic A1"/>
                <a:sym typeface="Gothic A1"/>
              </a:rPr>
              <a:t>Healthcare center statistics refer to the numerical data and metrics that provide insight into the performance, outcomes, and patient demographics of a healthcare facility. These statistics are used to inform decision-making and identify areas for improvement in the delivery of healthcare services</a:t>
            </a:r>
            <a:endParaRPr sz="1200">
              <a:solidFill>
                <a:schemeClr val="dk2"/>
              </a:solidFill>
              <a:latin typeface="Gothic A1"/>
              <a:ea typeface="Gothic A1"/>
              <a:cs typeface="Gothic A1"/>
              <a:sym typeface="Gothic A1"/>
            </a:endParaRPr>
          </a:p>
        </p:txBody>
      </p:sp>
      <p:sp>
        <p:nvSpPr>
          <p:cNvPr id="578" name="Google Shape;578;p49"/>
          <p:cNvSpPr txBox="1"/>
          <p:nvPr/>
        </p:nvSpPr>
        <p:spPr>
          <a:xfrm>
            <a:off x="998275" y="1202750"/>
            <a:ext cx="2331900" cy="6879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800">
                <a:solidFill>
                  <a:srgbClr val="107C8E"/>
                </a:solidFill>
                <a:latin typeface="Krub Medium"/>
                <a:ea typeface="Krub Medium"/>
                <a:cs typeface="Krub Medium"/>
                <a:sym typeface="Krub Medium"/>
              </a:rPr>
              <a:t>Understanding numbers</a:t>
            </a:r>
            <a:endParaRPr sz="1800">
              <a:solidFill>
                <a:srgbClr val="107C8E"/>
              </a:solidFill>
              <a:latin typeface="Krub Medium"/>
              <a:ea typeface="Krub Medium"/>
              <a:cs typeface="Krub Medium"/>
              <a:sym typeface="Krub Medium"/>
            </a:endParaRPr>
          </a:p>
        </p:txBody>
      </p:sp>
      <p:pic>
        <p:nvPicPr>
          <p:cNvPr id="579" name="Google Shape;579;p49" title="Chart">
            <a:hlinkClick r:id="rId4"/>
          </p:cNvPr>
          <p:cNvPicPr preferRelativeResize="0"/>
          <p:nvPr/>
        </p:nvPicPr>
        <p:blipFill>
          <a:blip r:embed="rId5">
            <a:alphaModFix/>
          </a:blip>
          <a:stretch>
            <a:fillRect/>
          </a:stretch>
        </p:blipFill>
        <p:spPr>
          <a:xfrm>
            <a:off x="998275" y="2390176"/>
            <a:ext cx="7216502" cy="1786646"/>
          </a:xfrm>
          <a:prstGeom prst="rect">
            <a:avLst/>
          </a:prstGeom>
          <a:noFill/>
          <a:ln>
            <a:noFill/>
          </a:ln>
        </p:spPr>
      </p:pic>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583" name="Shape 583"/>
        <p:cNvGrpSpPr/>
        <p:nvPr/>
      </p:nvGrpSpPr>
      <p:grpSpPr>
        <a:xfrm>
          <a:off x="0" y="0"/>
          <a:ext cx="0" cy="0"/>
          <a:chOff x="0" y="0"/>
          <a:chExt cx="0" cy="0"/>
        </a:xfrm>
      </p:grpSpPr>
      <p:sp>
        <p:nvSpPr>
          <p:cNvPr id="584" name="Google Shape;584;p5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plans</a:t>
            </a:r>
            <a:endParaRPr/>
          </a:p>
        </p:txBody>
      </p:sp>
      <p:graphicFrame>
        <p:nvGraphicFramePr>
          <p:cNvPr id="585" name="Google Shape;585;p50"/>
          <p:cNvGraphicFramePr/>
          <p:nvPr/>
        </p:nvGraphicFramePr>
        <p:xfrm>
          <a:off x="952500" y="1809750"/>
          <a:ext cx="3000000" cy="3000000"/>
        </p:xfrm>
        <a:graphic>
          <a:graphicData uri="http://schemas.openxmlformats.org/drawingml/2006/table">
            <a:tbl>
              <a:tblPr>
                <a:noFill/>
                <a:tableStyleId>{A778B25A-DC79-4F5C-BA24-965FDAE32124}</a:tableStyleId>
              </a:tblPr>
              <a:tblGrid>
                <a:gridCol w="2413000"/>
                <a:gridCol w="2413000"/>
                <a:gridCol w="2413000"/>
              </a:tblGrid>
              <a:tr h="381000">
                <a:tc>
                  <a:txBody>
                    <a:bodyPr/>
                    <a:lstStyle/>
                    <a:p>
                      <a:pPr indent="0" lvl="0" marL="0" marR="0" rtl="0" algn="ctr">
                        <a:lnSpc>
                          <a:spcPct val="100000"/>
                        </a:lnSpc>
                        <a:spcBef>
                          <a:spcPts val="0"/>
                        </a:spcBef>
                        <a:spcAft>
                          <a:spcPts val="0"/>
                        </a:spcAft>
                        <a:buNone/>
                      </a:pPr>
                      <a:r>
                        <a:rPr lang="en" sz="1800">
                          <a:solidFill>
                            <a:srgbClr val="107C8E"/>
                          </a:solidFill>
                          <a:latin typeface="Krub Medium"/>
                          <a:ea typeface="Krub Medium"/>
                          <a:cs typeface="Krub Medium"/>
                          <a:sym typeface="Krub Medium"/>
                        </a:rPr>
                        <a:t>Basic plan</a:t>
                      </a:r>
                      <a:endParaRPr sz="1800">
                        <a:solidFill>
                          <a:srgbClr val="107C8E"/>
                        </a:solidFill>
                        <a:latin typeface="Krub Medium"/>
                        <a:ea typeface="Krub Medium"/>
                        <a:cs typeface="Krub Medium"/>
                        <a:sym typeface="Krub Medium"/>
                      </a:endParaRPr>
                    </a:p>
                  </a:txBody>
                  <a:tcPr marT="91425" marB="91425" marR="91425" marL="91425" anchor="b">
                    <a:lnL cap="flat" cmpd="sng" w="9525">
                      <a:solidFill>
                        <a:srgbClr val="9E9E9E">
                          <a:alpha val="0"/>
                        </a:srgbClr>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marR="0" rtl="0" algn="ctr">
                        <a:lnSpc>
                          <a:spcPct val="100000"/>
                        </a:lnSpc>
                        <a:spcBef>
                          <a:spcPts val="0"/>
                        </a:spcBef>
                        <a:spcAft>
                          <a:spcPts val="0"/>
                        </a:spcAft>
                        <a:buNone/>
                      </a:pPr>
                      <a:r>
                        <a:rPr lang="en" sz="1800">
                          <a:solidFill>
                            <a:srgbClr val="107C8E"/>
                          </a:solidFill>
                          <a:latin typeface="Krub Medium"/>
                          <a:ea typeface="Krub Medium"/>
                          <a:cs typeface="Krub Medium"/>
                          <a:sym typeface="Krub Medium"/>
                        </a:rPr>
                        <a:t>Standard plan</a:t>
                      </a:r>
                      <a:endParaRPr sz="1800">
                        <a:solidFill>
                          <a:srgbClr val="107C8E"/>
                        </a:solidFill>
                        <a:latin typeface="Krub Medium"/>
                        <a:ea typeface="Krub Medium"/>
                        <a:cs typeface="Krub Medium"/>
                        <a:sym typeface="Krub Medium"/>
                      </a:endParaRPr>
                    </a:p>
                  </a:txBody>
                  <a:tcPr marT="91425" marB="91425" marR="91425" marL="91425" anchor="b">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marR="0" rtl="0" algn="ctr">
                        <a:lnSpc>
                          <a:spcPct val="100000"/>
                        </a:lnSpc>
                        <a:spcBef>
                          <a:spcPts val="0"/>
                        </a:spcBef>
                        <a:spcAft>
                          <a:spcPts val="0"/>
                        </a:spcAft>
                        <a:buNone/>
                      </a:pPr>
                      <a:r>
                        <a:rPr lang="en" sz="1800">
                          <a:solidFill>
                            <a:srgbClr val="107C8E"/>
                          </a:solidFill>
                          <a:latin typeface="Krub Medium"/>
                          <a:ea typeface="Krub Medium"/>
                          <a:cs typeface="Krub Medium"/>
                          <a:sym typeface="Krub Medium"/>
                        </a:rPr>
                        <a:t>Premium plan</a:t>
                      </a:r>
                      <a:endParaRPr sz="1800">
                        <a:solidFill>
                          <a:srgbClr val="107C8E"/>
                        </a:solidFill>
                        <a:latin typeface="Krub Medium"/>
                        <a:ea typeface="Krub Medium"/>
                        <a:cs typeface="Krub Medium"/>
                        <a:sym typeface="Krub Medium"/>
                      </a:endParaRPr>
                    </a:p>
                  </a:txBody>
                  <a:tcPr marT="91425" marB="91425" marR="91425" marL="91425" anchor="b">
                    <a:lnL cap="flat" cmpd="sng" w="9525">
                      <a:solidFill>
                        <a:schemeClr val="dk2"/>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381000">
                <a:tc>
                  <a:txBody>
                    <a:bodyPr/>
                    <a:lstStyle/>
                    <a:p>
                      <a:pPr indent="0" lvl="0" marL="0" marR="0" rtl="0" algn="ctr">
                        <a:lnSpc>
                          <a:spcPct val="100000"/>
                        </a:lnSpc>
                        <a:spcBef>
                          <a:spcPts val="0"/>
                        </a:spcBef>
                        <a:spcAft>
                          <a:spcPts val="0"/>
                        </a:spcAft>
                        <a:buNone/>
                      </a:pPr>
                      <a:r>
                        <a:rPr lang="en" sz="1200">
                          <a:solidFill>
                            <a:schemeClr val="dk1"/>
                          </a:solidFill>
                          <a:latin typeface="Gothic A1 SemiBold"/>
                          <a:ea typeface="Gothic A1 SemiBold"/>
                          <a:cs typeface="Gothic A1 SemiBold"/>
                          <a:sym typeface="Gothic A1 SemiBold"/>
                        </a:rPr>
                        <a:t>$30</a:t>
                      </a:r>
                      <a:endParaRPr sz="1200">
                        <a:solidFill>
                          <a:schemeClr val="dk1"/>
                        </a:solidFill>
                        <a:latin typeface="Gothic A1 SemiBold"/>
                        <a:ea typeface="Gothic A1 SemiBold"/>
                        <a:cs typeface="Gothic A1 SemiBold"/>
                        <a:sym typeface="Gothic A1 SemiBold"/>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1"/>
                    </a:solidFill>
                  </a:tcPr>
                </a:tc>
                <a:tc>
                  <a:txBody>
                    <a:bodyPr/>
                    <a:lstStyle/>
                    <a:p>
                      <a:pPr indent="0" lvl="0" marL="0" marR="0" rtl="0" algn="ctr">
                        <a:lnSpc>
                          <a:spcPct val="100000"/>
                        </a:lnSpc>
                        <a:spcBef>
                          <a:spcPts val="0"/>
                        </a:spcBef>
                        <a:spcAft>
                          <a:spcPts val="0"/>
                        </a:spcAft>
                        <a:buNone/>
                      </a:pPr>
                      <a:r>
                        <a:rPr lang="en" sz="1200">
                          <a:solidFill>
                            <a:schemeClr val="dk1"/>
                          </a:solidFill>
                          <a:latin typeface="Gothic A1 SemiBold"/>
                          <a:ea typeface="Gothic A1 SemiBold"/>
                          <a:cs typeface="Gothic A1 SemiBold"/>
                          <a:sym typeface="Gothic A1 SemiBold"/>
                        </a:rPr>
                        <a:t>$35</a:t>
                      </a:r>
                      <a:endParaRPr sz="1200">
                        <a:solidFill>
                          <a:schemeClr val="dk1"/>
                        </a:solidFill>
                        <a:latin typeface="Gothic A1 SemiBold"/>
                        <a:ea typeface="Gothic A1 SemiBold"/>
                        <a:cs typeface="Gothic A1 SemiBold"/>
                        <a:sym typeface="Gothic A1 SemiBold"/>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1"/>
                    </a:solidFill>
                  </a:tcPr>
                </a:tc>
                <a:tc>
                  <a:txBody>
                    <a:bodyPr/>
                    <a:lstStyle/>
                    <a:p>
                      <a:pPr indent="0" lvl="0" marL="0" marR="0" rtl="0" algn="ctr">
                        <a:lnSpc>
                          <a:spcPct val="100000"/>
                        </a:lnSpc>
                        <a:spcBef>
                          <a:spcPts val="0"/>
                        </a:spcBef>
                        <a:spcAft>
                          <a:spcPts val="0"/>
                        </a:spcAft>
                        <a:buNone/>
                      </a:pPr>
                      <a:r>
                        <a:rPr lang="en" sz="1200">
                          <a:solidFill>
                            <a:schemeClr val="dk1"/>
                          </a:solidFill>
                          <a:latin typeface="Gothic A1 SemiBold"/>
                          <a:ea typeface="Gothic A1 SemiBold"/>
                          <a:cs typeface="Gothic A1 SemiBold"/>
                          <a:sym typeface="Gothic A1 SemiBold"/>
                        </a:rPr>
                        <a:t>$40</a:t>
                      </a:r>
                      <a:endParaRPr sz="1200">
                        <a:solidFill>
                          <a:schemeClr val="dk1"/>
                        </a:solidFill>
                        <a:latin typeface="Gothic A1 SemiBold"/>
                        <a:ea typeface="Gothic A1 SemiBold"/>
                        <a:cs typeface="Gothic A1 SemiBold"/>
                        <a:sym typeface="Gothic A1 SemiBold"/>
                      </a:endParaRPr>
                    </a:p>
                  </a:txBody>
                  <a:tcPr marT="91425" marB="91425" marR="91425" marL="91425" anchor="ctr">
                    <a:lnL cap="flat" cmpd="sng" w="9525">
                      <a:solidFill>
                        <a:schemeClr val="dk2"/>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1"/>
                    </a:solidFill>
                  </a:tcPr>
                </a:tc>
              </a:tr>
              <a:tr h="381000">
                <a:tc>
                  <a:txBody>
                    <a:bodyPr/>
                    <a:lstStyle/>
                    <a:p>
                      <a:pPr indent="0" lvl="0" marL="0" marR="0" rtl="0" algn="ctr">
                        <a:lnSpc>
                          <a:spcPct val="100000"/>
                        </a:lnSpc>
                        <a:spcBef>
                          <a:spcPts val="0"/>
                        </a:spcBef>
                        <a:spcAft>
                          <a:spcPts val="0"/>
                        </a:spcAft>
                        <a:buNone/>
                      </a:pPr>
                      <a:r>
                        <a:rPr lang="en" sz="1200">
                          <a:solidFill>
                            <a:schemeClr val="dk1"/>
                          </a:solidFill>
                          <a:latin typeface="Gothic A1 SemiBold"/>
                          <a:ea typeface="Gothic A1 SemiBold"/>
                          <a:cs typeface="Gothic A1 SemiBold"/>
                          <a:sym typeface="Gothic A1 SemiBold"/>
                        </a:rPr>
                        <a:t>$312</a:t>
                      </a:r>
                      <a:endParaRPr sz="1200">
                        <a:solidFill>
                          <a:schemeClr val="dk1"/>
                        </a:solidFill>
                        <a:latin typeface="Gothic A1 SemiBold"/>
                        <a:ea typeface="Gothic A1 SemiBold"/>
                        <a:cs typeface="Gothic A1 SemiBold"/>
                        <a:sym typeface="Gothic A1 SemiBold"/>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4"/>
                    </a:solidFill>
                  </a:tcPr>
                </a:tc>
                <a:tc>
                  <a:txBody>
                    <a:bodyPr/>
                    <a:lstStyle/>
                    <a:p>
                      <a:pPr indent="0" lvl="0" marL="0" marR="0" rtl="0" algn="ctr">
                        <a:lnSpc>
                          <a:spcPct val="100000"/>
                        </a:lnSpc>
                        <a:spcBef>
                          <a:spcPts val="0"/>
                        </a:spcBef>
                        <a:spcAft>
                          <a:spcPts val="0"/>
                        </a:spcAft>
                        <a:buNone/>
                      </a:pPr>
                      <a:r>
                        <a:rPr lang="en" sz="1200">
                          <a:solidFill>
                            <a:schemeClr val="dk1"/>
                          </a:solidFill>
                          <a:latin typeface="Gothic A1 SemiBold"/>
                          <a:ea typeface="Gothic A1 SemiBold"/>
                          <a:cs typeface="Gothic A1 SemiBold"/>
                          <a:sym typeface="Gothic A1 SemiBold"/>
                        </a:rPr>
                        <a:t>$360</a:t>
                      </a:r>
                      <a:endParaRPr sz="1200">
                        <a:solidFill>
                          <a:schemeClr val="dk1"/>
                        </a:solidFill>
                        <a:latin typeface="Gothic A1 SemiBold"/>
                        <a:ea typeface="Gothic A1 SemiBold"/>
                        <a:cs typeface="Gothic A1 SemiBold"/>
                        <a:sym typeface="Gothic A1 SemiBold"/>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4"/>
                    </a:solidFill>
                  </a:tcPr>
                </a:tc>
                <a:tc>
                  <a:txBody>
                    <a:bodyPr/>
                    <a:lstStyle/>
                    <a:p>
                      <a:pPr indent="0" lvl="0" marL="0" marR="0" rtl="0" algn="ctr">
                        <a:lnSpc>
                          <a:spcPct val="100000"/>
                        </a:lnSpc>
                        <a:spcBef>
                          <a:spcPts val="0"/>
                        </a:spcBef>
                        <a:spcAft>
                          <a:spcPts val="0"/>
                        </a:spcAft>
                        <a:buNone/>
                      </a:pPr>
                      <a:r>
                        <a:rPr lang="en" sz="1200">
                          <a:solidFill>
                            <a:schemeClr val="dk1"/>
                          </a:solidFill>
                          <a:latin typeface="Gothic A1 SemiBold"/>
                          <a:ea typeface="Gothic A1 SemiBold"/>
                          <a:cs typeface="Gothic A1 SemiBold"/>
                          <a:sym typeface="Gothic A1 SemiBold"/>
                        </a:rPr>
                        <a:t>$408</a:t>
                      </a:r>
                      <a:endParaRPr sz="1200">
                        <a:solidFill>
                          <a:schemeClr val="dk1"/>
                        </a:solidFill>
                        <a:latin typeface="Gothic A1 SemiBold"/>
                        <a:ea typeface="Gothic A1 SemiBold"/>
                        <a:cs typeface="Gothic A1 SemiBold"/>
                        <a:sym typeface="Gothic A1 SemiBold"/>
                      </a:endParaRPr>
                    </a:p>
                  </a:txBody>
                  <a:tcPr marT="91425" marB="91425" marR="91425" marL="91425" anchor="ctr">
                    <a:lnL cap="flat" cmpd="sng" w="9525">
                      <a:solidFill>
                        <a:schemeClr val="dk2"/>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4"/>
                    </a:solidFill>
                  </a:tcPr>
                </a:tc>
              </a:tr>
              <a:tr h="381000">
                <a:tc>
                  <a:txBody>
                    <a:bodyPr/>
                    <a:lstStyle/>
                    <a:p>
                      <a:pPr indent="0" lvl="0" marL="0" marR="0" rtl="0" algn="ctr">
                        <a:lnSpc>
                          <a:spcPct val="100000"/>
                        </a:lnSpc>
                        <a:spcBef>
                          <a:spcPts val="0"/>
                        </a:spcBef>
                        <a:spcAft>
                          <a:spcPts val="0"/>
                        </a:spcAft>
                        <a:buNone/>
                      </a:pPr>
                      <a:r>
                        <a:rPr lang="en" sz="1200">
                          <a:solidFill>
                            <a:schemeClr val="dk1"/>
                          </a:solidFill>
                          <a:latin typeface="Gothic A1 SemiBold"/>
                          <a:ea typeface="Gothic A1 SemiBold"/>
                          <a:cs typeface="Gothic A1 SemiBold"/>
                          <a:sym typeface="Gothic A1 SemiBold"/>
                        </a:rPr>
                        <a:t>$20-$50</a:t>
                      </a:r>
                      <a:endParaRPr sz="1200">
                        <a:solidFill>
                          <a:schemeClr val="dk1"/>
                        </a:solidFill>
                        <a:latin typeface="Gothic A1 SemiBold"/>
                        <a:ea typeface="Gothic A1 SemiBold"/>
                        <a:cs typeface="Gothic A1 SemiBold"/>
                        <a:sym typeface="Gothic A1 SemiBold"/>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5"/>
                    </a:solidFill>
                  </a:tcPr>
                </a:tc>
                <a:tc>
                  <a:txBody>
                    <a:bodyPr/>
                    <a:lstStyle/>
                    <a:p>
                      <a:pPr indent="0" lvl="0" marL="0" marR="0" rtl="0" algn="ctr">
                        <a:lnSpc>
                          <a:spcPct val="100000"/>
                        </a:lnSpc>
                        <a:spcBef>
                          <a:spcPts val="0"/>
                        </a:spcBef>
                        <a:spcAft>
                          <a:spcPts val="0"/>
                        </a:spcAft>
                        <a:buNone/>
                      </a:pPr>
                      <a:r>
                        <a:rPr lang="en" sz="1200">
                          <a:solidFill>
                            <a:schemeClr val="dk1"/>
                          </a:solidFill>
                          <a:latin typeface="Gothic A1 SemiBold"/>
                          <a:ea typeface="Gothic A1 SemiBold"/>
                          <a:cs typeface="Gothic A1 SemiBold"/>
                          <a:sym typeface="Gothic A1 SemiBold"/>
                        </a:rPr>
                        <a:t>$15-$40</a:t>
                      </a:r>
                      <a:endParaRPr sz="1200">
                        <a:solidFill>
                          <a:schemeClr val="dk1"/>
                        </a:solidFill>
                        <a:latin typeface="Gothic A1 SemiBold"/>
                        <a:ea typeface="Gothic A1 SemiBold"/>
                        <a:cs typeface="Gothic A1 SemiBold"/>
                        <a:sym typeface="Gothic A1 SemiBold"/>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5"/>
                    </a:solidFill>
                  </a:tcPr>
                </a:tc>
                <a:tc>
                  <a:txBody>
                    <a:bodyPr/>
                    <a:lstStyle/>
                    <a:p>
                      <a:pPr indent="0" lvl="0" marL="0" marR="0" rtl="0" algn="ctr">
                        <a:lnSpc>
                          <a:spcPct val="100000"/>
                        </a:lnSpc>
                        <a:spcBef>
                          <a:spcPts val="0"/>
                        </a:spcBef>
                        <a:spcAft>
                          <a:spcPts val="0"/>
                        </a:spcAft>
                        <a:buNone/>
                      </a:pPr>
                      <a:r>
                        <a:rPr lang="en" sz="1200">
                          <a:solidFill>
                            <a:schemeClr val="dk1"/>
                          </a:solidFill>
                          <a:latin typeface="Gothic A1 SemiBold"/>
                          <a:ea typeface="Gothic A1 SemiBold"/>
                          <a:cs typeface="Gothic A1 SemiBold"/>
                          <a:sym typeface="Gothic A1 SemiBold"/>
                        </a:rPr>
                        <a:t>$10-$30</a:t>
                      </a:r>
                      <a:endParaRPr sz="1200">
                        <a:solidFill>
                          <a:schemeClr val="dk1"/>
                        </a:solidFill>
                        <a:latin typeface="Gothic A1 SemiBold"/>
                        <a:ea typeface="Gothic A1 SemiBold"/>
                        <a:cs typeface="Gothic A1 SemiBold"/>
                        <a:sym typeface="Gothic A1 SemiBold"/>
                      </a:endParaRPr>
                    </a:p>
                  </a:txBody>
                  <a:tcPr marT="91425" marB="91425" marR="91425" marL="91425" anchor="ctr">
                    <a:lnL cap="flat" cmpd="sng" w="9525">
                      <a:solidFill>
                        <a:schemeClr val="dk2"/>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5"/>
                    </a:solidFill>
                  </a:tcPr>
                </a:tc>
              </a:tr>
              <a:tr h="381000">
                <a:tc>
                  <a:txBody>
                    <a:bodyPr/>
                    <a:lstStyle/>
                    <a:p>
                      <a:pPr indent="-304800" lvl="0" marL="457200" marR="0" rtl="0" algn="l">
                        <a:lnSpc>
                          <a:spcPct val="100000"/>
                        </a:lnSpc>
                        <a:spcBef>
                          <a:spcPts val="0"/>
                        </a:spcBef>
                        <a:spcAft>
                          <a:spcPts val="0"/>
                        </a:spcAft>
                        <a:buClr>
                          <a:schemeClr val="accent3"/>
                        </a:buClr>
                        <a:buSzPts val="1200"/>
                        <a:buFont typeface="Gothic A1"/>
                        <a:buChar char="●"/>
                      </a:pPr>
                      <a:r>
                        <a:rPr lang="en" sz="1200">
                          <a:solidFill>
                            <a:schemeClr val="dk1"/>
                          </a:solidFill>
                          <a:latin typeface="Gothic A1"/>
                          <a:ea typeface="Gothic A1"/>
                          <a:cs typeface="Gothic A1"/>
                          <a:sym typeface="Gothic A1"/>
                        </a:rPr>
                        <a:t>Routine checkup</a:t>
                      </a:r>
                      <a:endParaRPr sz="1200">
                        <a:solidFill>
                          <a:schemeClr val="dk1"/>
                        </a:solidFill>
                        <a:latin typeface="Gothic A1"/>
                        <a:ea typeface="Gothic A1"/>
                        <a:cs typeface="Gothic A1"/>
                        <a:sym typeface="Gothic A1"/>
                      </a:endParaRPr>
                    </a:p>
                    <a:p>
                      <a:pPr indent="-304800" lvl="0" marL="457200" marR="0" rtl="0" algn="l">
                        <a:lnSpc>
                          <a:spcPct val="100000"/>
                        </a:lnSpc>
                        <a:spcBef>
                          <a:spcPts val="0"/>
                        </a:spcBef>
                        <a:spcAft>
                          <a:spcPts val="0"/>
                        </a:spcAft>
                        <a:buClr>
                          <a:schemeClr val="accent3"/>
                        </a:buClr>
                        <a:buSzPts val="1200"/>
                        <a:buFont typeface="Gothic A1"/>
                        <a:buChar char="●"/>
                      </a:pPr>
                      <a:r>
                        <a:rPr lang="en" sz="1200">
                          <a:solidFill>
                            <a:schemeClr val="dk1"/>
                          </a:solidFill>
                          <a:latin typeface="Gothic A1"/>
                          <a:ea typeface="Gothic A1"/>
                          <a:cs typeface="Gothic A1"/>
                          <a:sym typeface="Gothic A1"/>
                        </a:rPr>
                        <a:t>Emergency room visit</a:t>
                      </a:r>
                      <a:endParaRPr sz="1200">
                        <a:solidFill>
                          <a:schemeClr val="dk1"/>
                        </a:solidFill>
                        <a:latin typeface="Gothic A1"/>
                        <a:ea typeface="Gothic A1"/>
                        <a:cs typeface="Gothic A1"/>
                        <a:sym typeface="Gothic A1"/>
                      </a:endParaRPr>
                    </a:p>
                    <a:p>
                      <a:pPr indent="-304800" lvl="0" marL="457200" marR="0" rtl="0" algn="l">
                        <a:lnSpc>
                          <a:spcPct val="100000"/>
                        </a:lnSpc>
                        <a:spcBef>
                          <a:spcPts val="0"/>
                        </a:spcBef>
                        <a:spcAft>
                          <a:spcPts val="0"/>
                        </a:spcAft>
                        <a:buClr>
                          <a:schemeClr val="accent3"/>
                        </a:buClr>
                        <a:buSzPts val="1200"/>
                        <a:buFont typeface="Gothic A1"/>
                        <a:buChar char="●"/>
                      </a:pPr>
                      <a:r>
                        <a:rPr lang="en" sz="1200">
                          <a:solidFill>
                            <a:schemeClr val="dk1"/>
                          </a:solidFill>
                          <a:latin typeface="Gothic A1"/>
                          <a:ea typeface="Gothic A1"/>
                          <a:cs typeface="Gothic A1"/>
                          <a:sym typeface="Gothic A1"/>
                        </a:rPr>
                        <a:t>Hospitalization</a:t>
                      </a:r>
                      <a:endParaRPr sz="1200">
                        <a:solidFill>
                          <a:schemeClr val="dk1"/>
                        </a:solidFill>
                        <a:latin typeface="Gothic A1"/>
                        <a:ea typeface="Gothic A1"/>
                        <a:cs typeface="Gothic A1"/>
                        <a:sym typeface="Gothic A1"/>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304800" lvl="0" marL="457200" marR="0" rtl="0" algn="l">
                        <a:lnSpc>
                          <a:spcPct val="100000"/>
                        </a:lnSpc>
                        <a:spcBef>
                          <a:spcPts val="0"/>
                        </a:spcBef>
                        <a:spcAft>
                          <a:spcPts val="0"/>
                        </a:spcAft>
                        <a:buClr>
                          <a:schemeClr val="accent3"/>
                        </a:buClr>
                        <a:buSzPts val="1200"/>
                        <a:buFont typeface="Gothic A1"/>
                        <a:buChar char="●"/>
                      </a:pPr>
                      <a:r>
                        <a:rPr lang="en" sz="1200">
                          <a:solidFill>
                            <a:schemeClr val="dk1"/>
                          </a:solidFill>
                          <a:latin typeface="Gothic A1"/>
                          <a:ea typeface="Gothic A1"/>
                          <a:cs typeface="Gothic A1"/>
                          <a:sym typeface="Gothic A1"/>
                        </a:rPr>
                        <a:t>All of the above</a:t>
                      </a:r>
                      <a:endParaRPr sz="1200">
                        <a:solidFill>
                          <a:schemeClr val="dk1"/>
                        </a:solidFill>
                        <a:latin typeface="Gothic A1"/>
                        <a:ea typeface="Gothic A1"/>
                        <a:cs typeface="Gothic A1"/>
                        <a:sym typeface="Gothic A1"/>
                      </a:endParaRPr>
                    </a:p>
                    <a:p>
                      <a:pPr indent="-304800" lvl="0" marL="457200" marR="0" rtl="0" algn="l">
                        <a:lnSpc>
                          <a:spcPct val="100000"/>
                        </a:lnSpc>
                        <a:spcBef>
                          <a:spcPts val="0"/>
                        </a:spcBef>
                        <a:spcAft>
                          <a:spcPts val="0"/>
                        </a:spcAft>
                        <a:buClr>
                          <a:schemeClr val="accent3"/>
                        </a:buClr>
                        <a:buSzPts val="1200"/>
                        <a:buFont typeface="Gothic A1"/>
                        <a:buChar char="●"/>
                      </a:pPr>
                      <a:r>
                        <a:rPr lang="en" sz="1200">
                          <a:solidFill>
                            <a:schemeClr val="dk1"/>
                          </a:solidFill>
                          <a:latin typeface="Gothic A1"/>
                          <a:ea typeface="Gothic A1"/>
                          <a:cs typeface="Gothic A1"/>
                          <a:sym typeface="Gothic A1"/>
                        </a:rPr>
                        <a:t>Specialist coverage</a:t>
                      </a:r>
                      <a:endParaRPr sz="1200">
                        <a:solidFill>
                          <a:schemeClr val="dk1"/>
                        </a:solidFill>
                        <a:latin typeface="Gothic A1"/>
                        <a:ea typeface="Gothic A1"/>
                        <a:cs typeface="Gothic A1"/>
                        <a:sym typeface="Gothic A1"/>
                      </a:endParaRPr>
                    </a:p>
                    <a:p>
                      <a:pPr indent="-304800" lvl="0" marL="457200" marR="0" rtl="0" algn="l">
                        <a:lnSpc>
                          <a:spcPct val="100000"/>
                        </a:lnSpc>
                        <a:spcBef>
                          <a:spcPts val="0"/>
                        </a:spcBef>
                        <a:spcAft>
                          <a:spcPts val="0"/>
                        </a:spcAft>
                        <a:buClr>
                          <a:schemeClr val="accent3"/>
                        </a:buClr>
                        <a:buSzPts val="1200"/>
                        <a:buFont typeface="Gothic A1"/>
                        <a:buChar char="●"/>
                      </a:pPr>
                      <a:r>
                        <a:rPr lang="en" sz="1200">
                          <a:solidFill>
                            <a:schemeClr val="dk1"/>
                          </a:solidFill>
                          <a:latin typeface="Gothic A1"/>
                          <a:ea typeface="Gothic A1"/>
                          <a:cs typeface="Gothic A1"/>
                          <a:sym typeface="Gothic A1"/>
                        </a:rPr>
                        <a:t>Prescription drugs</a:t>
                      </a:r>
                      <a:endParaRPr sz="1200">
                        <a:solidFill>
                          <a:schemeClr val="dk1"/>
                        </a:solidFill>
                        <a:latin typeface="Gothic A1"/>
                        <a:ea typeface="Gothic A1"/>
                        <a:cs typeface="Gothic A1"/>
                        <a:sym typeface="Gothic A1"/>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304800" lvl="0" marL="457200" marR="0" rtl="0" algn="l">
                        <a:lnSpc>
                          <a:spcPct val="100000"/>
                        </a:lnSpc>
                        <a:spcBef>
                          <a:spcPts val="0"/>
                        </a:spcBef>
                        <a:spcAft>
                          <a:spcPts val="0"/>
                        </a:spcAft>
                        <a:buClr>
                          <a:schemeClr val="accent3"/>
                        </a:buClr>
                        <a:buSzPts val="1200"/>
                        <a:buFont typeface="Gothic A1"/>
                        <a:buChar char="●"/>
                      </a:pPr>
                      <a:r>
                        <a:rPr lang="en" sz="1200">
                          <a:solidFill>
                            <a:schemeClr val="dk1"/>
                          </a:solidFill>
                          <a:latin typeface="Gothic A1"/>
                          <a:ea typeface="Gothic A1"/>
                          <a:cs typeface="Gothic A1"/>
                          <a:sym typeface="Gothic A1"/>
                        </a:rPr>
                        <a:t>All of the above</a:t>
                      </a:r>
                      <a:endParaRPr sz="1200">
                        <a:solidFill>
                          <a:schemeClr val="dk1"/>
                        </a:solidFill>
                        <a:latin typeface="Gothic A1"/>
                        <a:ea typeface="Gothic A1"/>
                        <a:cs typeface="Gothic A1"/>
                        <a:sym typeface="Gothic A1"/>
                      </a:endParaRPr>
                    </a:p>
                    <a:p>
                      <a:pPr indent="-304800" lvl="0" marL="457200" marR="0" rtl="0" algn="l">
                        <a:lnSpc>
                          <a:spcPct val="100000"/>
                        </a:lnSpc>
                        <a:spcBef>
                          <a:spcPts val="0"/>
                        </a:spcBef>
                        <a:spcAft>
                          <a:spcPts val="0"/>
                        </a:spcAft>
                        <a:buClr>
                          <a:schemeClr val="accent3"/>
                        </a:buClr>
                        <a:buSzPts val="1200"/>
                        <a:buFont typeface="Gothic A1"/>
                        <a:buChar char="●"/>
                      </a:pPr>
                      <a:r>
                        <a:rPr lang="en" sz="1200">
                          <a:solidFill>
                            <a:schemeClr val="dk1"/>
                          </a:solidFill>
                          <a:latin typeface="Gothic A1"/>
                          <a:ea typeface="Gothic A1"/>
                          <a:cs typeface="Gothic A1"/>
                          <a:sym typeface="Gothic A1"/>
                        </a:rPr>
                        <a:t>Maternity coverage</a:t>
                      </a:r>
                      <a:endParaRPr sz="1200">
                        <a:solidFill>
                          <a:schemeClr val="dk1"/>
                        </a:solidFill>
                        <a:latin typeface="Gothic A1"/>
                        <a:ea typeface="Gothic A1"/>
                        <a:cs typeface="Gothic A1"/>
                        <a:sym typeface="Gothic A1"/>
                      </a:endParaRPr>
                    </a:p>
                    <a:p>
                      <a:pPr indent="-304800" lvl="0" marL="457200" marR="0" rtl="0" algn="l">
                        <a:lnSpc>
                          <a:spcPct val="100000"/>
                        </a:lnSpc>
                        <a:spcBef>
                          <a:spcPts val="0"/>
                        </a:spcBef>
                        <a:spcAft>
                          <a:spcPts val="0"/>
                        </a:spcAft>
                        <a:buClr>
                          <a:schemeClr val="accent3"/>
                        </a:buClr>
                        <a:buSzPts val="1200"/>
                        <a:buFont typeface="Gothic A1"/>
                        <a:buChar char="●"/>
                      </a:pPr>
                      <a:r>
                        <a:rPr lang="en" sz="1200">
                          <a:solidFill>
                            <a:schemeClr val="dk1"/>
                          </a:solidFill>
                          <a:latin typeface="Gothic A1"/>
                          <a:ea typeface="Gothic A1"/>
                          <a:cs typeface="Gothic A1"/>
                          <a:sym typeface="Gothic A1"/>
                        </a:rPr>
                        <a:t>Mental health coverage</a:t>
                      </a:r>
                      <a:endParaRPr sz="1200">
                        <a:solidFill>
                          <a:schemeClr val="dk1"/>
                        </a:solidFill>
                        <a:latin typeface="Gothic A1"/>
                        <a:ea typeface="Gothic A1"/>
                        <a:cs typeface="Gothic A1"/>
                        <a:sym typeface="Gothic A1"/>
                      </a:endParaRPr>
                    </a:p>
                  </a:txBody>
                  <a:tcPr marT="91425" marB="91425" marR="91425" marL="91425" anchor="ctr">
                    <a:lnL cap="flat" cmpd="sng" w="9525">
                      <a:solidFill>
                        <a:schemeClr val="dk2"/>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sp>
        <p:nvSpPr>
          <p:cNvPr id="586" name="Google Shape;586;p50"/>
          <p:cNvSpPr txBox="1"/>
          <p:nvPr/>
        </p:nvSpPr>
        <p:spPr>
          <a:xfrm>
            <a:off x="1651067" y="4349750"/>
            <a:ext cx="193200" cy="1932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600">
              <a:solidFill>
                <a:srgbClr val="0F343D"/>
              </a:solidFill>
              <a:latin typeface="Gothic A1"/>
              <a:ea typeface="Gothic A1"/>
              <a:cs typeface="Gothic A1"/>
              <a:sym typeface="Gothic A1"/>
            </a:endParaRPr>
          </a:p>
        </p:txBody>
      </p:sp>
      <p:sp>
        <p:nvSpPr>
          <p:cNvPr id="587" name="Google Shape;587;p50"/>
          <p:cNvSpPr txBox="1"/>
          <p:nvPr>
            <p:ph idx="4294967295" type="subTitle"/>
          </p:nvPr>
        </p:nvSpPr>
        <p:spPr>
          <a:xfrm>
            <a:off x="1844275" y="4347200"/>
            <a:ext cx="1500000" cy="193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Monthly</a:t>
            </a:r>
            <a:endParaRPr/>
          </a:p>
        </p:txBody>
      </p:sp>
      <p:sp>
        <p:nvSpPr>
          <p:cNvPr id="588" name="Google Shape;588;p50"/>
          <p:cNvSpPr txBox="1"/>
          <p:nvPr/>
        </p:nvSpPr>
        <p:spPr>
          <a:xfrm>
            <a:off x="3725392" y="4349750"/>
            <a:ext cx="193200" cy="1932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600">
              <a:solidFill>
                <a:srgbClr val="0F343D"/>
              </a:solidFill>
              <a:latin typeface="Gothic A1"/>
              <a:ea typeface="Gothic A1"/>
              <a:cs typeface="Gothic A1"/>
              <a:sym typeface="Gothic A1"/>
            </a:endParaRPr>
          </a:p>
        </p:txBody>
      </p:sp>
      <p:sp>
        <p:nvSpPr>
          <p:cNvPr id="589" name="Google Shape;589;p50"/>
          <p:cNvSpPr txBox="1"/>
          <p:nvPr>
            <p:ph idx="4294967295" type="subTitle"/>
          </p:nvPr>
        </p:nvSpPr>
        <p:spPr>
          <a:xfrm>
            <a:off x="3918600" y="4347200"/>
            <a:ext cx="1500000" cy="193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Yearly</a:t>
            </a:r>
            <a:endParaRPr/>
          </a:p>
        </p:txBody>
      </p:sp>
      <p:sp>
        <p:nvSpPr>
          <p:cNvPr id="590" name="Google Shape;590;p50"/>
          <p:cNvSpPr txBox="1"/>
          <p:nvPr/>
        </p:nvSpPr>
        <p:spPr>
          <a:xfrm>
            <a:off x="5799717" y="4349750"/>
            <a:ext cx="193200" cy="1932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600">
              <a:solidFill>
                <a:srgbClr val="0F343D"/>
              </a:solidFill>
              <a:latin typeface="Gothic A1"/>
              <a:ea typeface="Gothic A1"/>
              <a:cs typeface="Gothic A1"/>
              <a:sym typeface="Gothic A1"/>
            </a:endParaRPr>
          </a:p>
        </p:txBody>
      </p:sp>
      <p:sp>
        <p:nvSpPr>
          <p:cNvPr id="591" name="Google Shape;591;p50"/>
          <p:cNvSpPr txBox="1"/>
          <p:nvPr>
            <p:ph idx="4294967295" type="subTitle"/>
          </p:nvPr>
        </p:nvSpPr>
        <p:spPr>
          <a:xfrm>
            <a:off x="5992925" y="4347200"/>
            <a:ext cx="1500000" cy="193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Special </a:t>
            </a:r>
            <a:r>
              <a:rPr lang="en"/>
              <a:t>appointments</a:t>
            </a:r>
            <a:endParaRPr/>
          </a:p>
        </p:txBody>
      </p:sp>
      <p:sp>
        <p:nvSpPr>
          <p:cNvPr id="592" name="Google Shape;592;p50"/>
          <p:cNvSpPr txBox="1"/>
          <p:nvPr/>
        </p:nvSpPr>
        <p:spPr>
          <a:xfrm>
            <a:off x="1916838" y="1243025"/>
            <a:ext cx="484500" cy="484800"/>
          </a:xfrm>
          <a:prstGeom prst="rect">
            <a:avLst/>
          </a:prstGeom>
          <a:solidFill>
            <a:srgbClr val="95E7D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600">
              <a:solidFill>
                <a:srgbClr val="0F343D"/>
              </a:solidFill>
              <a:latin typeface="Gothic A1"/>
              <a:ea typeface="Gothic A1"/>
              <a:cs typeface="Gothic A1"/>
              <a:sym typeface="Gothic A1"/>
            </a:endParaRPr>
          </a:p>
        </p:txBody>
      </p:sp>
      <p:sp>
        <p:nvSpPr>
          <p:cNvPr id="593" name="Google Shape;593;p50"/>
          <p:cNvSpPr txBox="1"/>
          <p:nvPr/>
        </p:nvSpPr>
        <p:spPr>
          <a:xfrm>
            <a:off x="4329738" y="1243025"/>
            <a:ext cx="484500" cy="484800"/>
          </a:xfrm>
          <a:prstGeom prst="rect">
            <a:avLst/>
          </a:prstGeom>
          <a:solidFill>
            <a:srgbClr val="95E7D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600">
              <a:solidFill>
                <a:srgbClr val="0F343D"/>
              </a:solidFill>
              <a:latin typeface="Gothic A1"/>
              <a:ea typeface="Gothic A1"/>
              <a:cs typeface="Gothic A1"/>
              <a:sym typeface="Gothic A1"/>
            </a:endParaRPr>
          </a:p>
        </p:txBody>
      </p:sp>
      <p:sp>
        <p:nvSpPr>
          <p:cNvPr id="594" name="Google Shape;594;p50"/>
          <p:cNvSpPr txBox="1"/>
          <p:nvPr/>
        </p:nvSpPr>
        <p:spPr>
          <a:xfrm>
            <a:off x="6757488" y="1243025"/>
            <a:ext cx="484500" cy="484800"/>
          </a:xfrm>
          <a:prstGeom prst="rect">
            <a:avLst/>
          </a:prstGeom>
          <a:solidFill>
            <a:srgbClr val="95E7D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600">
              <a:solidFill>
                <a:srgbClr val="0F343D"/>
              </a:solidFill>
              <a:latin typeface="Gothic A1"/>
              <a:ea typeface="Gothic A1"/>
              <a:cs typeface="Gothic A1"/>
              <a:sym typeface="Gothic A1"/>
            </a:endParaRPr>
          </a:p>
        </p:txBody>
      </p:sp>
      <p:grpSp>
        <p:nvGrpSpPr>
          <p:cNvPr id="595" name="Google Shape;595;p50"/>
          <p:cNvGrpSpPr/>
          <p:nvPr/>
        </p:nvGrpSpPr>
        <p:grpSpPr>
          <a:xfrm>
            <a:off x="6866293" y="1323615"/>
            <a:ext cx="266918" cy="323614"/>
            <a:chOff x="6182043" y="3576365"/>
            <a:chExt cx="266918" cy="323614"/>
          </a:xfrm>
        </p:grpSpPr>
        <p:sp>
          <p:nvSpPr>
            <p:cNvPr id="596" name="Google Shape;596;p50"/>
            <p:cNvSpPr/>
            <p:nvPr/>
          </p:nvSpPr>
          <p:spPr>
            <a:xfrm>
              <a:off x="6274790" y="3652137"/>
              <a:ext cx="174171" cy="247841"/>
            </a:xfrm>
            <a:custGeom>
              <a:rect b="b" l="l" r="r" t="t"/>
              <a:pathLst>
                <a:path extrusionOk="0" h="8249" w="5797">
                  <a:moveTo>
                    <a:pt x="1966" y="0"/>
                  </a:moveTo>
                  <a:lnTo>
                    <a:pt x="1966" y="5684"/>
                  </a:lnTo>
                  <a:lnTo>
                    <a:pt x="1335" y="5684"/>
                  </a:lnTo>
                  <a:lnTo>
                    <a:pt x="1335" y="3972"/>
                  </a:lnTo>
                  <a:lnTo>
                    <a:pt x="1" y="5306"/>
                  </a:lnTo>
                  <a:lnTo>
                    <a:pt x="1452" y="8249"/>
                  </a:lnTo>
                  <a:lnTo>
                    <a:pt x="5069" y="8249"/>
                  </a:lnTo>
                  <a:lnTo>
                    <a:pt x="5796" y="3870"/>
                  </a:lnTo>
                  <a:lnTo>
                    <a:pt x="3223" y="3223"/>
                  </a:lnTo>
                  <a:lnTo>
                    <a:pt x="322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50"/>
            <p:cNvSpPr/>
            <p:nvPr/>
          </p:nvSpPr>
          <p:spPr>
            <a:xfrm>
              <a:off x="6333858" y="3576365"/>
              <a:ext cx="56755" cy="56755"/>
            </a:xfrm>
            <a:custGeom>
              <a:rect b="b" l="l" r="r" t="t"/>
              <a:pathLst>
                <a:path extrusionOk="0" h="1889" w="1889">
                  <a:moveTo>
                    <a:pt x="0" y="0"/>
                  </a:moveTo>
                  <a:lnTo>
                    <a:pt x="0" y="1889"/>
                  </a:lnTo>
                  <a:lnTo>
                    <a:pt x="1889" y="1889"/>
                  </a:lnTo>
                  <a:lnTo>
                    <a:pt x="188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50"/>
            <p:cNvSpPr/>
            <p:nvPr/>
          </p:nvSpPr>
          <p:spPr>
            <a:xfrm>
              <a:off x="6257845" y="3576365"/>
              <a:ext cx="57055" cy="56755"/>
            </a:xfrm>
            <a:custGeom>
              <a:rect b="b" l="l" r="r" t="t"/>
              <a:pathLst>
                <a:path extrusionOk="0" h="1889" w="1899">
                  <a:moveTo>
                    <a:pt x="0" y="0"/>
                  </a:moveTo>
                  <a:lnTo>
                    <a:pt x="0" y="1889"/>
                  </a:lnTo>
                  <a:lnTo>
                    <a:pt x="1899" y="1889"/>
                  </a:lnTo>
                  <a:lnTo>
                    <a:pt x="18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50"/>
            <p:cNvSpPr/>
            <p:nvPr/>
          </p:nvSpPr>
          <p:spPr>
            <a:xfrm>
              <a:off x="6182043" y="3576365"/>
              <a:ext cx="57086" cy="56755"/>
            </a:xfrm>
            <a:custGeom>
              <a:rect b="b" l="l" r="r" t="t"/>
              <a:pathLst>
                <a:path extrusionOk="0" h="1889" w="1900">
                  <a:moveTo>
                    <a:pt x="1" y="0"/>
                  </a:moveTo>
                  <a:lnTo>
                    <a:pt x="1" y="1889"/>
                  </a:lnTo>
                  <a:lnTo>
                    <a:pt x="1900" y="1889"/>
                  </a:lnTo>
                  <a:lnTo>
                    <a:pt x="190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50"/>
            <p:cNvSpPr/>
            <p:nvPr/>
          </p:nvSpPr>
          <p:spPr>
            <a:xfrm>
              <a:off x="6182043" y="3652137"/>
              <a:ext cx="57086" cy="56995"/>
            </a:xfrm>
            <a:custGeom>
              <a:rect b="b" l="l" r="r" t="t"/>
              <a:pathLst>
                <a:path extrusionOk="0" h="1897" w="1900">
                  <a:moveTo>
                    <a:pt x="1" y="0"/>
                  </a:moveTo>
                  <a:lnTo>
                    <a:pt x="1" y="1897"/>
                  </a:lnTo>
                  <a:lnTo>
                    <a:pt x="1900" y="1897"/>
                  </a:lnTo>
                  <a:lnTo>
                    <a:pt x="190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50"/>
            <p:cNvSpPr/>
            <p:nvPr/>
          </p:nvSpPr>
          <p:spPr>
            <a:xfrm>
              <a:off x="6257845" y="3652137"/>
              <a:ext cx="57055" cy="56995"/>
            </a:xfrm>
            <a:custGeom>
              <a:rect b="b" l="l" r="r" t="t"/>
              <a:pathLst>
                <a:path extrusionOk="0" h="1897" w="1899">
                  <a:moveTo>
                    <a:pt x="0" y="0"/>
                  </a:moveTo>
                  <a:lnTo>
                    <a:pt x="0" y="1897"/>
                  </a:lnTo>
                  <a:lnTo>
                    <a:pt x="1899" y="1897"/>
                  </a:lnTo>
                  <a:lnTo>
                    <a:pt x="18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50"/>
            <p:cNvSpPr/>
            <p:nvPr/>
          </p:nvSpPr>
          <p:spPr>
            <a:xfrm>
              <a:off x="6257845" y="3727910"/>
              <a:ext cx="57055" cy="56995"/>
            </a:xfrm>
            <a:custGeom>
              <a:rect b="b" l="l" r="r" t="t"/>
              <a:pathLst>
                <a:path extrusionOk="0" h="1897" w="1899">
                  <a:moveTo>
                    <a:pt x="0" y="0"/>
                  </a:moveTo>
                  <a:lnTo>
                    <a:pt x="0" y="1897"/>
                  </a:lnTo>
                  <a:lnTo>
                    <a:pt x="557" y="1897"/>
                  </a:lnTo>
                  <a:lnTo>
                    <a:pt x="1899" y="557"/>
                  </a:lnTo>
                  <a:lnTo>
                    <a:pt x="18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50"/>
            <p:cNvSpPr/>
            <p:nvPr/>
          </p:nvSpPr>
          <p:spPr>
            <a:xfrm>
              <a:off x="6182043" y="3727910"/>
              <a:ext cx="57086" cy="56995"/>
            </a:xfrm>
            <a:custGeom>
              <a:rect b="b" l="l" r="r" t="t"/>
              <a:pathLst>
                <a:path extrusionOk="0" h="1897" w="1900">
                  <a:moveTo>
                    <a:pt x="1" y="0"/>
                  </a:moveTo>
                  <a:lnTo>
                    <a:pt x="1" y="1897"/>
                  </a:lnTo>
                  <a:lnTo>
                    <a:pt x="1900" y="1897"/>
                  </a:lnTo>
                  <a:lnTo>
                    <a:pt x="190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 name="Google Shape;604;p50"/>
          <p:cNvGrpSpPr/>
          <p:nvPr/>
        </p:nvGrpSpPr>
        <p:grpSpPr>
          <a:xfrm>
            <a:off x="4417598" y="1333628"/>
            <a:ext cx="323645" cy="303603"/>
            <a:chOff x="7557273" y="3063744"/>
            <a:chExt cx="323645" cy="303603"/>
          </a:xfrm>
        </p:grpSpPr>
        <p:sp>
          <p:nvSpPr>
            <p:cNvPr id="605" name="Google Shape;605;p50"/>
            <p:cNvSpPr/>
            <p:nvPr/>
          </p:nvSpPr>
          <p:spPr>
            <a:xfrm>
              <a:off x="7709568" y="3253536"/>
              <a:ext cx="18988" cy="18778"/>
            </a:xfrm>
            <a:custGeom>
              <a:rect b="b" l="l" r="r" t="t"/>
              <a:pathLst>
                <a:path extrusionOk="0" h="625" w="632">
                  <a:moveTo>
                    <a:pt x="312" y="1"/>
                  </a:moveTo>
                  <a:cubicBezTo>
                    <a:pt x="144" y="1"/>
                    <a:pt x="0" y="134"/>
                    <a:pt x="0" y="312"/>
                  </a:cubicBezTo>
                  <a:lnTo>
                    <a:pt x="0" y="624"/>
                  </a:lnTo>
                  <a:lnTo>
                    <a:pt x="632" y="624"/>
                  </a:lnTo>
                  <a:lnTo>
                    <a:pt x="632" y="312"/>
                  </a:lnTo>
                  <a:cubicBezTo>
                    <a:pt x="632" y="134"/>
                    <a:pt x="490" y="1"/>
                    <a:pt x="3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50"/>
            <p:cNvSpPr/>
            <p:nvPr/>
          </p:nvSpPr>
          <p:spPr>
            <a:xfrm>
              <a:off x="7557273" y="3063744"/>
              <a:ext cx="323645" cy="208572"/>
            </a:xfrm>
            <a:custGeom>
              <a:rect b="b" l="l" r="r" t="t"/>
              <a:pathLst>
                <a:path extrusionOk="0" h="6942" w="10772">
                  <a:moveTo>
                    <a:pt x="7592" y="1265"/>
                  </a:moveTo>
                  <a:lnTo>
                    <a:pt x="7592" y="1897"/>
                  </a:lnTo>
                  <a:lnTo>
                    <a:pt x="6335" y="1897"/>
                  </a:lnTo>
                  <a:lnTo>
                    <a:pt x="6335" y="1265"/>
                  </a:lnTo>
                  <a:close/>
                  <a:moveTo>
                    <a:pt x="9488" y="1265"/>
                  </a:moveTo>
                  <a:lnTo>
                    <a:pt x="9488" y="1897"/>
                  </a:lnTo>
                  <a:lnTo>
                    <a:pt x="8223" y="1897"/>
                  </a:lnTo>
                  <a:lnTo>
                    <a:pt x="8223" y="1265"/>
                  </a:lnTo>
                  <a:close/>
                  <a:moveTo>
                    <a:pt x="9488" y="2522"/>
                  </a:moveTo>
                  <a:lnTo>
                    <a:pt x="9488" y="3154"/>
                  </a:lnTo>
                  <a:lnTo>
                    <a:pt x="6335" y="3154"/>
                  </a:lnTo>
                  <a:lnTo>
                    <a:pt x="6335" y="2522"/>
                  </a:lnTo>
                  <a:close/>
                  <a:moveTo>
                    <a:pt x="5069" y="1265"/>
                  </a:moveTo>
                  <a:lnTo>
                    <a:pt x="5069" y="4419"/>
                  </a:lnTo>
                  <a:lnTo>
                    <a:pt x="1282" y="4419"/>
                  </a:lnTo>
                  <a:lnTo>
                    <a:pt x="1282" y="1265"/>
                  </a:lnTo>
                  <a:close/>
                  <a:moveTo>
                    <a:pt x="1" y="0"/>
                  </a:moveTo>
                  <a:lnTo>
                    <a:pt x="1" y="6941"/>
                  </a:lnTo>
                  <a:lnTo>
                    <a:pt x="3171" y="6941"/>
                  </a:lnTo>
                  <a:lnTo>
                    <a:pt x="3171" y="6629"/>
                  </a:lnTo>
                  <a:cubicBezTo>
                    <a:pt x="3171" y="5407"/>
                    <a:pt x="4167" y="4419"/>
                    <a:pt x="5381" y="4419"/>
                  </a:cubicBezTo>
                  <a:cubicBezTo>
                    <a:pt x="6604" y="4419"/>
                    <a:pt x="7592" y="5407"/>
                    <a:pt x="7592" y="6629"/>
                  </a:cubicBezTo>
                  <a:lnTo>
                    <a:pt x="7592" y="6941"/>
                  </a:lnTo>
                  <a:lnTo>
                    <a:pt x="10772" y="6941"/>
                  </a:lnTo>
                  <a:lnTo>
                    <a:pt x="1077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50"/>
            <p:cNvSpPr/>
            <p:nvPr/>
          </p:nvSpPr>
          <p:spPr>
            <a:xfrm>
              <a:off x="7614808" y="3120708"/>
              <a:ext cx="75743" cy="56845"/>
            </a:xfrm>
            <a:custGeom>
              <a:rect b="b" l="l" r="r" t="t"/>
              <a:pathLst>
                <a:path extrusionOk="0" h="1892" w="2521">
                  <a:moveTo>
                    <a:pt x="1" y="1"/>
                  </a:moveTo>
                  <a:lnTo>
                    <a:pt x="1" y="626"/>
                  </a:lnTo>
                  <a:lnTo>
                    <a:pt x="624" y="626"/>
                  </a:lnTo>
                  <a:lnTo>
                    <a:pt x="624" y="1258"/>
                  </a:lnTo>
                  <a:lnTo>
                    <a:pt x="1" y="1258"/>
                  </a:lnTo>
                  <a:lnTo>
                    <a:pt x="1" y="1892"/>
                  </a:lnTo>
                  <a:lnTo>
                    <a:pt x="2521" y="1892"/>
                  </a:lnTo>
                  <a:lnTo>
                    <a:pt x="2521" y="1258"/>
                  </a:lnTo>
                  <a:lnTo>
                    <a:pt x="1889" y="1258"/>
                  </a:lnTo>
                  <a:lnTo>
                    <a:pt x="1889" y="626"/>
                  </a:lnTo>
                  <a:lnTo>
                    <a:pt x="2521" y="626"/>
                  </a:lnTo>
                  <a:lnTo>
                    <a:pt x="252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50"/>
            <p:cNvSpPr/>
            <p:nvPr/>
          </p:nvSpPr>
          <p:spPr>
            <a:xfrm>
              <a:off x="7652514" y="3215529"/>
              <a:ext cx="132859" cy="151817"/>
            </a:xfrm>
            <a:custGeom>
              <a:rect b="b" l="l" r="r" t="t"/>
              <a:pathLst>
                <a:path extrusionOk="0" h="5053" w="4422">
                  <a:moveTo>
                    <a:pt x="2211" y="632"/>
                  </a:moveTo>
                  <a:cubicBezTo>
                    <a:pt x="2733" y="632"/>
                    <a:pt x="3165" y="1055"/>
                    <a:pt x="3165" y="1577"/>
                  </a:cubicBezTo>
                  <a:lnTo>
                    <a:pt x="3165" y="2523"/>
                  </a:lnTo>
                  <a:lnTo>
                    <a:pt x="1266" y="2523"/>
                  </a:lnTo>
                  <a:lnTo>
                    <a:pt x="1266" y="1577"/>
                  </a:lnTo>
                  <a:cubicBezTo>
                    <a:pt x="1266" y="1055"/>
                    <a:pt x="1689" y="632"/>
                    <a:pt x="2211" y="632"/>
                  </a:cubicBezTo>
                  <a:close/>
                  <a:moveTo>
                    <a:pt x="2211" y="1"/>
                  </a:moveTo>
                  <a:cubicBezTo>
                    <a:pt x="1343" y="1"/>
                    <a:pt x="634" y="709"/>
                    <a:pt x="634" y="1577"/>
                  </a:cubicBezTo>
                  <a:lnTo>
                    <a:pt x="634" y="2523"/>
                  </a:lnTo>
                  <a:lnTo>
                    <a:pt x="1" y="2523"/>
                  </a:lnTo>
                  <a:lnTo>
                    <a:pt x="1" y="5053"/>
                  </a:lnTo>
                  <a:lnTo>
                    <a:pt x="4422" y="5053"/>
                  </a:lnTo>
                  <a:lnTo>
                    <a:pt x="4422" y="2523"/>
                  </a:lnTo>
                  <a:lnTo>
                    <a:pt x="3788" y="2523"/>
                  </a:lnTo>
                  <a:lnTo>
                    <a:pt x="3788" y="1577"/>
                  </a:lnTo>
                  <a:cubicBezTo>
                    <a:pt x="3788" y="709"/>
                    <a:pt x="3080" y="1"/>
                    <a:pt x="22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 name="Google Shape;609;p50"/>
          <p:cNvGrpSpPr/>
          <p:nvPr/>
        </p:nvGrpSpPr>
        <p:grpSpPr>
          <a:xfrm>
            <a:off x="2031113" y="1323492"/>
            <a:ext cx="246578" cy="323855"/>
            <a:chOff x="2702432" y="2029639"/>
            <a:chExt cx="246578" cy="323855"/>
          </a:xfrm>
        </p:grpSpPr>
        <p:sp>
          <p:nvSpPr>
            <p:cNvPr id="610" name="Google Shape;610;p50"/>
            <p:cNvSpPr/>
            <p:nvPr/>
          </p:nvSpPr>
          <p:spPr>
            <a:xfrm>
              <a:off x="2816151" y="2220663"/>
              <a:ext cx="132859" cy="132829"/>
            </a:xfrm>
            <a:custGeom>
              <a:rect b="b" l="l" r="r" t="t"/>
              <a:pathLst>
                <a:path extrusionOk="0" h="4421" w="4422">
                  <a:moveTo>
                    <a:pt x="3172" y="1265"/>
                  </a:moveTo>
                  <a:lnTo>
                    <a:pt x="3156" y="1603"/>
                  </a:lnTo>
                  <a:cubicBezTo>
                    <a:pt x="3114" y="2144"/>
                    <a:pt x="2844" y="2642"/>
                    <a:pt x="2397" y="2961"/>
                  </a:cubicBezTo>
                  <a:lnTo>
                    <a:pt x="2211" y="3087"/>
                  </a:lnTo>
                  <a:lnTo>
                    <a:pt x="2025" y="2961"/>
                  </a:lnTo>
                  <a:cubicBezTo>
                    <a:pt x="1579" y="2642"/>
                    <a:pt x="1308" y="2144"/>
                    <a:pt x="1266" y="1603"/>
                  </a:cubicBezTo>
                  <a:lnTo>
                    <a:pt x="1241" y="1265"/>
                  </a:lnTo>
                  <a:close/>
                  <a:moveTo>
                    <a:pt x="0" y="0"/>
                  </a:moveTo>
                  <a:lnTo>
                    <a:pt x="0" y="1478"/>
                  </a:lnTo>
                  <a:cubicBezTo>
                    <a:pt x="0" y="2802"/>
                    <a:pt x="845" y="3965"/>
                    <a:pt x="2110" y="4386"/>
                  </a:cubicBezTo>
                  <a:lnTo>
                    <a:pt x="2211" y="4421"/>
                  </a:lnTo>
                  <a:lnTo>
                    <a:pt x="2312" y="4386"/>
                  </a:lnTo>
                  <a:cubicBezTo>
                    <a:pt x="3569" y="3965"/>
                    <a:pt x="4421" y="2802"/>
                    <a:pt x="4421" y="1478"/>
                  </a:cubicBezTo>
                  <a:lnTo>
                    <a:pt x="442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50"/>
            <p:cNvSpPr/>
            <p:nvPr/>
          </p:nvSpPr>
          <p:spPr>
            <a:xfrm>
              <a:off x="2875188" y="2277447"/>
              <a:ext cx="14512" cy="11958"/>
            </a:xfrm>
            <a:custGeom>
              <a:rect b="b" l="l" r="r" t="t"/>
              <a:pathLst>
                <a:path extrusionOk="0" h="398" w="483">
                  <a:moveTo>
                    <a:pt x="1" y="1"/>
                  </a:moveTo>
                  <a:cubicBezTo>
                    <a:pt x="60" y="152"/>
                    <a:pt x="137" y="278"/>
                    <a:pt x="246" y="397"/>
                  </a:cubicBezTo>
                  <a:cubicBezTo>
                    <a:pt x="347" y="278"/>
                    <a:pt x="432" y="152"/>
                    <a:pt x="4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50"/>
            <p:cNvSpPr/>
            <p:nvPr/>
          </p:nvSpPr>
          <p:spPr>
            <a:xfrm>
              <a:off x="2759156" y="2087896"/>
              <a:ext cx="76074" cy="19049"/>
            </a:xfrm>
            <a:custGeom>
              <a:rect b="b" l="l" r="r" t="t"/>
              <a:pathLst>
                <a:path extrusionOk="0" h="634" w="2532">
                  <a:moveTo>
                    <a:pt x="1" y="0"/>
                  </a:moveTo>
                  <a:lnTo>
                    <a:pt x="1" y="634"/>
                  </a:lnTo>
                  <a:lnTo>
                    <a:pt x="2531" y="634"/>
                  </a:lnTo>
                  <a:lnTo>
                    <a:pt x="253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50"/>
            <p:cNvSpPr/>
            <p:nvPr/>
          </p:nvSpPr>
          <p:spPr>
            <a:xfrm>
              <a:off x="2759156" y="2125902"/>
              <a:ext cx="76074" cy="18748"/>
            </a:xfrm>
            <a:custGeom>
              <a:rect b="b" l="l" r="r" t="t"/>
              <a:pathLst>
                <a:path extrusionOk="0" h="624" w="2532">
                  <a:moveTo>
                    <a:pt x="1" y="0"/>
                  </a:moveTo>
                  <a:lnTo>
                    <a:pt x="1" y="624"/>
                  </a:lnTo>
                  <a:lnTo>
                    <a:pt x="2531" y="624"/>
                  </a:lnTo>
                  <a:lnTo>
                    <a:pt x="253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50"/>
            <p:cNvSpPr/>
            <p:nvPr/>
          </p:nvSpPr>
          <p:spPr>
            <a:xfrm>
              <a:off x="2702432" y="2029639"/>
              <a:ext cx="189524" cy="323855"/>
            </a:xfrm>
            <a:custGeom>
              <a:rect b="b" l="l" r="r" t="t"/>
              <a:pathLst>
                <a:path extrusionOk="0" h="10779" w="6308">
                  <a:moveTo>
                    <a:pt x="5051" y="1308"/>
                  </a:moveTo>
                  <a:lnTo>
                    <a:pt x="5051" y="4461"/>
                  </a:lnTo>
                  <a:lnTo>
                    <a:pt x="1265" y="4461"/>
                  </a:lnTo>
                  <a:lnTo>
                    <a:pt x="1265" y="1308"/>
                  </a:lnTo>
                  <a:close/>
                  <a:moveTo>
                    <a:pt x="1889" y="7623"/>
                  </a:moveTo>
                  <a:lnTo>
                    <a:pt x="1889" y="8249"/>
                  </a:lnTo>
                  <a:lnTo>
                    <a:pt x="1265" y="8249"/>
                  </a:lnTo>
                  <a:lnTo>
                    <a:pt x="1265" y="7623"/>
                  </a:lnTo>
                  <a:close/>
                  <a:moveTo>
                    <a:pt x="1889" y="8880"/>
                  </a:moveTo>
                  <a:lnTo>
                    <a:pt x="1889" y="9514"/>
                  </a:lnTo>
                  <a:lnTo>
                    <a:pt x="1265" y="9514"/>
                  </a:lnTo>
                  <a:lnTo>
                    <a:pt x="1265" y="8880"/>
                  </a:lnTo>
                  <a:close/>
                  <a:moveTo>
                    <a:pt x="0" y="0"/>
                  </a:moveTo>
                  <a:lnTo>
                    <a:pt x="0" y="10779"/>
                  </a:lnTo>
                  <a:lnTo>
                    <a:pt x="4613" y="10779"/>
                  </a:lnTo>
                  <a:cubicBezTo>
                    <a:pt x="3711" y="10087"/>
                    <a:pt x="3154" y="9016"/>
                    <a:pt x="3154" y="7836"/>
                  </a:cubicBezTo>
                  <a:lnTo>
                    <a:pt x="3154" y="5727"/>
                  </a:lnTo>
                  <a:lnTo>
                    <a:pt x="6308" y="5727"/>
                  </a:lnTo>
                  <a:lnTo>
                    <a:pt x="630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618" name="Shape 618"/>
        <p:cNvGrpSpPr/>
        <p:nvPr/>
      </p:nvGrpSpPr>
      <p:grpSpPr>
        <a:xfrm>
          <a:off x="0" y="0"/>
          <a:ext cx="0" cy="0"/>
          <a:chOff x="0" y="0"/>
          <a:chExt cx="0" cy="0"/>
        </a:xfrm>
      </p:grpSpPr>
      <p:sp>
        <p:nvSpPr>
          <p:cNvPr id="619" name="Google Shape;619;p5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Milestones reached</a:t>
            </a:r>
            <a:endParaRPr/>
          </a:p>
        </p:txBody>
      </p:sp>
      <p:sp>
        <p:nvSpPr>
          <p:cNvPr id="620" name="Google Shape;620;p51"/>
          <p:cNvSpPr txBox="1"/>
          <p:nvPr>
            <p:ph idx="4294967295" type="subTitle"/>
          </p:nvPr>
        </p:nvSpPr>
        <p:spPr>
          <a:xfrm>
            <a:off x="1541463" y="1439325"/>
            <a:ext cx="2108700" cy="307200"/>
          </a:xfrm>
          <a:prstGeom prst="rect">
            <a:avLst/>
          </a:prstGeom>
        </p:spPr>
        <p:txBody>
          <a:bodyPr anchorCtr="0" anchor="ctr" bIns="91425" lIns="91425" spcFirstLastPara="1" rIns="91425" wrap="square" tIns="91425">
            <a:noAutofit/>
          </a:bodyPr>
          <a:lstStyle/>
          <a:p>
            <a:pPr indent="0" lvl="0" marL="0" marR="0" rtl="0" algn="r">
              <a:lnSpc>
                <a:spcPct val="100000"/>
              </a:lnSpc>
              <a:spcBef>
                <a:spcPts val="0"/>
              </a:spcBef>
              <a:spcAft>
                <a:spcPts val="0"/>
              </a:spcAft>
              <a:buNone/>
            </a:pPr>
            <a:r>
              <a:rPr lang="en"/>
              <a:t>Mercury is very small</a:t>
            </a:r>
            <a:endParaRPr/>
          </a:p>
        </p:txBody>
      </p:sp>
      <p:sp>
        <p:nvSpPr>
          <p:cNvPr id="621" name="Google Shape;621;p51"/>
          <p:cNvSpPr txBox="1"/>
          <p:nvPr/>
        </p:nvSpPr>
        <p:spPr>
          <a:xfrm>
            <a:off x="3721063" y="1375825"/>
            <a:ext cx="433800" cy="434100"/>
          </a:xfrm>
          <a:prstGeom prst="rect">
            <a:avLst/>
          </a:prstGeom>
          <a:solidFill>
            <a:srgbClr val="95E7D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0F343D"/>
                </a:solidFill>
                <a:latin typeface="Gothic A1"/>
                <a:ea typeface="Gothic A1"/>
                <a:cs typeface="Gothic A1"/>
                <a:sym typeface="Gothic A1"/>
              </a:rPr>
              <a:t>1.</a:t>
            </a:r>
            <a:endParaRPr>
              <a:solidFill>
                <a:srgbClr val="0F343D"/>
              </a:solidFill>
              <a:latin typeface="Gothic A1"/>
              <a:ea typeface="Gothic A1"/>
              <a:cs typeface="Gothic A1"/>
              <a:sym typeface="Gothic A1"/>
            </a:endParaRPr>
          </a:p>
        </p:txBody>
      </p:sp>
      <p:sp>
        <p:nvSpPr>
          <p:cNvPr id="622" name="Google Shape;622;p51"/>
          <p:cNvSpPr txBox="1"/>
          <p:nvPr>
            <p:ph idx="4294967295" type="subTitle"/>
          </p:nvPr>
        </p:nvSpPr>
        <p:spPr>
          <a:xfrm>
            <a:off x="1541463" y="2245775"/>
            <a:ext cx="2108700" cy="307200"/>
          </a:xfrm>
          <a:prstGeom prst="rect">
            <a:avLst/>
          </a:prstGeom>
        </p:spPr>
        <p:txBody>
          <a:bodyPr anchorCtr="0" anchor="ctr" bIns="91425" lIns="91425" spcFirstLastPara="1" rIns="91425" wrap="square" tIns="91425">
            <a:noAutofit/>
          </a:bodyPr>
          <a:lstStyle/>
          <a:p>
            <a:pPr indent="0" lvl="0" marL="0" marR="0" rtl="0" algn="r">
              <a:lnSpc>
                <a:spcPct val="100000"/>
              </a:lnSpc>
              <a:spcBef>
                <a:spcPts val="0"/>
              </a:spcBef>
              <a:spcAft>
                <a:spcPts val="0"/>
              </a:spcAft>
              <a:buNone/>
            </a:pPr>
            <a:r>
              <a:rPr lang="en"/>
              <a:t>Mars is very cold</a:t>
            </a:r>
            <a:endParaRPr/>
          </a:p>
        </p:txBody>
      </p:sp>
      <p:sp>
        <p:nvSpPr>
          <p:cNvPr id="623" name="Google Shape;623;p51"/>
          <p:cNvSpPr txBox="1"/>
          <p:nvPr/>
        </p:nvSpPr>
        <p:spPr>
          <a:xfrm>
            <a:off x="3721063" y="2182275"/>
            <a:ext cx="433800" cy="434100"/>
          </a:xfrm>
          <a:prstGeom prst="rect">
            <a:avLst/>
          </a:prstGeom>
          <a:solidFill>
            <a:srgbClr val="95E7D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0F343D"/>
                </a:solidFill>
                <a:latin typeface="Gothic A1"/>
                <a:ea typeface="Gothic A1"/>
                <a:cs typeface="Gothic A1"/>
                <a:sym typeface="Gothic A1"/>
              </a:rPr>
              <a:t>4</a:t>
            </a:r>
            <a:r>
              <a:rPr lang="en">
                <a:solidFill>
                  <a:srgbClr val="0F343D"/>
                </a:solidFill>
                <a:latin typeface="Gothic A1"/>
                <a:ea typeface="Gothic A1"/>
                <a:cs typeface="Gothic A1"/>
                <a:sym typeface="Gothic A1"/>
              </a:rPr>
              <a:t>.</a:t>
            </a:r>
            <a:endParaRPr>
              <a:solidFill>
                <a:srgbClr val="0F343D"/>
              </a:solidFill>
              <a:latin typeface="Gothic A1"/>
              <a:ea typeface="Gothic A1"/>
              <a:cs typeface="Gothic A1"/>
              <a:sym typeface="Gothic A1"/>
            </a:endParaRPr>
          </a:p>
        </p:txBody>
      </p:sp>
      <p:sp>
        <p:nvSpPr>
          <p:cNvPr id="624" name="Google Shape;624;p51"/>
          <p:cNvSpPr txBox="1"/>
          <p:nvPr>
            <p:ph idx="4294967295" type="subTitle"/>
          </p:nvPr>
        </p:nvSpPr>
        <p:spPr>
          <a:xfrm>
            <a:off x="1541463" y="3052225"/>
            <a:ext cx="2108700" cy="307200"/>
          </a:xfrm>
          <a:prstGeom prst="rect">
            <a:avLst/>
          </a:prstGeom>
        </p:spPr>
        <p:txBody>
          <a:bodyPr anchorCtr="0" anchor="ctr" bIns="91425" lIns="91425" spcFirstLastPara="1" rIns="91425" wrap="square" tIns="91425">
            <a:noAutofit/>
          </a:bodyPr>
          <a:lstStyle/>
          <a:p>
            <a:pPr indent="0" lvl="0" marL="0" marR="0" rtl="0" algn="r">
              <a:lnSpc>
                <a:spcPct val="100000"/>
              </a:lnSpc>
              <a:spcBef>
                <a:spcPts val="0"/>
              </a:spcBef>
              <a:spcAft>
                <a:spcPts val="0"/>
              </a:spcAft>
              <a:buNone/>
            </a:pPr>
            <a:r>
              <a:rPr lang="en"/>
              <a:t>Jupiter is big</a:t>
            </a:r>
            <a:endParaRPr/>
          </a:p>
        </p:txBody>
      </p:sp>
      <p:sp>
        <p:nvSpPr>
          <p:cNvPr id="625" name="Google Shape;625;p51"/>
          <p:cNvSpPr txBox="1"/>
          <p:nvPr/>
        </p:nvSpPr>
        <p:spPr>
          <a:xfrm>
            <a:off x="3721063" y="2988725"/>
            <a:ext cx="433800" cy="434100"/>
          </a:xfrm>
          <a:prstGeom prst="rect">
            <a:avLst/>
          </a:prstGeom>
          <a:solidFill>
            <a:srgbClr val="95E7D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0F343D"/>
                </a:solidFill>
                <a:latin typeface="Gothic A1"/>
                <a:ea typeface="Gothic A1"/>
                <a:cs typeface="Gothic A1"/>
                <a:sym typeface="Gothic A1"/>
              </a:rPr>
              <a:t>5</a:t>
            </a:r>
            <a:r>
              <a:rPr lang="en">
                <a:solidFill>
                  <a:srgbClr val="0F343D"/>
                </a:solidFill>
                <a:latin typeface="Gothic A1"/>
                <a:ea typeface="Gothic A1"/>
                <a:cs typeface="Gothic A1"/>
                <a:sym typeface="Gothic A1"/>
              </a:rPr>
              <a:t>.</a:t>
            </a:r>
            <a:endParaRPr>
              <a:solidFill>
                <a:srgbClr val="0F343D"/>
              </a:solidFill>
              <a:latin typeface="Gothic A1"/>
              <a:ea typeface="Gothic A1"/>
              <a:cs typeface="Gothic A1"/>
              <a:sym typeface="Gothic A1"/>
            </a:endParaRPr>
          </a:p>
        </p:txBody>
      </p:sp>
      <p:sp>
        <p:nvSpPr>
          <p:cNvPr id="626" name="Google Shape;626;p51"/>
          <p:cNvSpPr txBox="1"/>
          <p:nvPr>
            <p:ph idx="4294967295" type="subTitle"/>
          </p:nvPr>
        </p:nvSpPr>
        <p:spPr>
          <a:xfrm>
            <a:off x="1541463" y="3858675"/>
            <a:ext cx="2108700" cy="3072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The Moon is a satellite</a:t>
            </a:r>
            <a:endParaRPr/>
          </a:p>
        </p:txBody>
      </p:sp>
      <p:sp>
        <p:nvSpPr>
          <p:cNvPr id="627" name="Google Shape;627;p51"/>
          <p:cNvSpPr txBox="1"/>
          <p:nvPr/>
        </p:nvSpPr>
        <p:spPr>
          <a:xfrm>
            <a:off x="3721063" y="3795175"/>
            <a:ext cx="433800" cy="434100"/>
          </a:xfrm>
          <a:prstGeom prst="rect">
            <a:avLst/>
          </a:prstGeom>
          <a:solidFill>
            <a:srgbClr val="95E7D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0F343D"/>
                </a:solidFill>
                <a:latin typeface="Gothic A1"/>
                <a:ea typeface="Gothic A1"/>
                <a:cs typeface="Gothic A1"/>
                <a:sym typeface="Gothic A1"/>
              </a:rPr>
              <a:t>8</a:t>
            </a:r>
            <a:r>
              <a:rPr lang="en">
                <a:solidFill>
                  <a:srgbClr val="0F343D"/>
                </a:solidFill>
                <a:latin typeface="Gothic A1"/>
                <a:ea typeface="Gothic A1"/>
                <a:cs typeface="Gothic A1"/>
                <a:sym typeface="Gothic A1"/>
              </a:rPr>
              <a:t>.</a:t>
            </a:r>
            <a:endParaRPr>
              <a:solidFill>
                <a:srgbClr val="0F343D"/>
              </a:solidFill>
              <a:latin typeface="Gothic A1"/>
              <a:ea typeface="Gothic A1"/>
              <a:cs typeface="Gothic A1"/>
              <a:sym typeface="Gothic A1"/>
            </a:endParaRPr>
          </a:p>
        </p:txBody>
      </p:sp>
      <p:sp>
        <p:nvSpPr>
          <p:cNvPr id="628" name="Google Shape;628;p51"/>
          <p:cNvSpPr txBox="1"/>
          <p:nvPr>
            <p:ph idx="4294967295" type="subTitle"/>
          </p:nvPr>
        </p:nvSpPr>
        <p:spPr>
          <a:xfrm>
            <a:off x="5493838" y="1439325"/>
            <a:ext cx="2108700" cy="307200"/>
          </a:xfrm>
          <a:prstGeom prst="rect">
            <a:avLst/>
          </a:prstGeom>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rPr lang="en"/>
              <a:t>Venus is very hot</a:t>
            </a:r>
            <a:endParaRPr/>
          </a:p>
        </p:txBody>
      </p:sp>
      <p:sp>
        <p:nvSpPr>
          <p:cNvPr id="629" name="Google Shape;629;p51"/>
          <p:cNvSpPr txBox="1"/>
          <p:nvPr/>
        </p:nvSpPr>
        <p:spPr>
          <a:xfrm>
            <a:off x="4989238" y="1375825"/>
            <a:ext cx="433800" cy="434100"/>
          </a:xfrm>
          <a:prstGeom prst="rect">
            <a:avLst/>
          </a:prstGeom>
          <a:solidFill>
            <a:srgbClr val="95E7D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0F343D"/>
                </a:solidFill>
                <a:latin typeface="Gothic A1"/>
                <a:ea typeface="Gothic A1"/>
                <a:cs typeface="Gothic A1"/>
                <a:sym typeface="Gothic A1"/>
              </a:rPr>
              <a:t>2</a:t>
            </a:r>
            <a:r>
              <a:rPr lang="en">
                <a:solidFill>
                  <a:srgbClr val="0F343D"/>
                </a:solidFill>
                <a:latin typeface="Gothic A1"/>
                <a:ea typeface="Gothic A1"/>
                <a:cs typeface="Gothic A1"/>
                <a:sym typeface="Gothic A1"/>
              </a:rPr>
              <a:t>.</a:t>
            </a:r>
            <a:endParaRPr>
              <a:solidFill>
                <a:srgbClr val="0F343D"/>
              </a:solidFill>
              <a:latin typeface="Gothic A1"/>
              <a:ea typeface="Gothic A1"/>
              <a:cs typeface="Gothic A1"/>
              <a:sym typeface="Gothic A1"/>
            </a:endParaRPr>
          </a:p>
        </p:txBody>
      </p:sp>
      <p:sp>
        <p:nvSpPr>
          <p:cNvPr id="630" name="Google Shape;630;p51"/>
          <p:cNvSpPr txBox="1"/>
          <p:nvPr>
            <p:ph idx="4294967295" type="subTitle"/>
          </p:nvPr>
        </p:nvSpPr>
        <p:spPr>
          <a:xfrm>
            <a:off x="5493838" y="2245775"/>
            <a:ext cx="2108700" cy="307200"/>
          </a:xfrm>
          <a:prstGeom prst="rect">
            <a:avLst/>
          </a:prstGeom>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rPr lang="en"/>
              <a:t>Earth has life</a:t>
            </a:r>
            <a:endParaRPr/>
          </a:p>
        </p:txBody>
      </p:sp>
      <p:sp>
        <p:nvSpPr>
          <p:cNvPr id="631" name="Google Shape;631;p51"/>
          <p:cNvSpPr txBox="1"/>
          <p:nvPr/>
        </p:nvSpPr>
        <p:spPr>
          <a:xfrm>
            <a:off x="4989238" y="2182275"/>
            <a:ext cx="433800" cy="434100"/>
          </a:xfrm>
          <a:prstGeom prst="rect">
            <a:avLst/>
          </a:prstGeom>
          <a:solidFill>
            <a:srgbClr val="95E7D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0F343D"/>
                </a:solidFill>
                <a:latin typeface="Gothic A1"/>
                <a:ea typeface="Gothic A1"/>
                <a:cs typeface="Gothic A1"/>
                <a:sym typeface="Gothic A1"/>
              </a:rPr>
              <a:t>3</a:t>
            </a:r>
            <a:r>
              <a:rPr lang="en">
                <a:solidFill>
                  <a:srgbClr val="0F343D"/>
                </a:solidFill>
                <a:latin typeface="Gothic A1"/>
                <a:ea typeface="Gothic A1"/>
                <a:cs typeface="Gothic A1"/>
                <a:sym typeface="Gothic A1"/>
              </a:rPr>
              <a:t>.</a:t>
            </a:r>
            <a:endParaRPr>
              <a:solidFill>
                <a:srgbClr val="0F343D"/>
              </a:solidFill>
              <a:latin typeface="Gothic A1"/>
              <a:ea typeface="Gothic A1"/>
              <a:cs typeface="Gothic A1"/>
              <a:sym typeface="Gothic A1"/>
            </a:endParaRPr>
          </a:p>
        </p:txBody>
      </p:sp>
      <p:sp>
        <p:nvSpPr>
          <p:cNvPr id="632" name="Google Shape;632;p51"/>
          <p:cNvSpPr txBox="1"/>
          <p:nvPr>
            <p:ph idx="4294967295" type="subTitle"/>
          </p:nvPr>
        </p:nvSpPr>
        <p:spPr>
          <a:xfrm>
            <a:off x="5493838" y="3052225"/>
            <a:ext cx="2108700" cy="307200"/>
          </a:xfrm>
          <a:prstGeom prst="rect">
            <a:avLst/>
          </a:prstGeom>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rPr lang="en"/>
              <a:t>Saturn is a gas giant</a:t>
            </a:r>
            <a:endParaRPr/>
          </a:p>
        </p:txBody>
      </p:sp>
      <p:sp>
        <p:nvSpPr>
          <p:cNvPr id="633" name="Google Shape;633;p51"/>
          <p:cNvSpPr txBox="1"/>
          <p:nvPr/>
        </p:nvSpPr>
        <p:spPr>
          <a:xfrm>
            <a:off x="4989238" y="2988725"/>
            <a:ext cx="433800" cy="434100"/>
          </a:xfrm>
          <a:prstGeom prst="rect">
            <a:avLst/>
          </a:prstGeom>
          <a:solidFill>
            <a:srgbClr val="95E7D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0F343D"/>
                </a:solidFill>
                <a:latin typeface="Gothic A1"/>
                <a:ea typeface="Gothic A1"/>
                <a:cs typeface="Gothic A1"/>
                <a:sym typeface="Gothic A1"/>
              </a:rPr>
              <a:t>6</a:t>
            </a:r>
            <a:r>
              <a:rPr lang="en">
                <a:solidFill>
                  <a:srgbClr val="0F343D"/>
                </a:solidFill>
                <a:latin typeface="Gothic A1"/>
                <a:ea typeface="Gothic A1"/>
                <a:cs typeface="Gothic A1"/>
                <a:sym typeface="Gothic A1"/>
              </a:rPr>
              <a:t>.</a:t>
            </a:r>
            <a:endParaRPr>
              <a:solidFill>
                <a:srgbClr val="0F343D"/>
              </a:solidFill>
              <a:latin typeface="Gothic A1"/>
              <a:ea typeface="Gothic A1"/>
              <a:cs typeface="Gothic A1"/>
              <a:sym typeface="Gothic A1"/>
            </a:endParaRPr>
          </a:p>
        </p:txBody>
      </p:sp>
      <p:sp>
        <p:nvSpPr>
          <p:cNvPr id="634" name="Google Shape;634;p51"/>
          <p:cNvSpPr txBox="1"/>
          <p:nvPr>
            <p:ph idx="4294967295" type="subTitle"/>
          </p:nvPr>
        </p:nvSpPr>
        <p:spPr>
          <a:xfrm>
            <a:off x="5493838" y="3858675"/>
            <a:ext cx="2108700" cy="307200"/>
          </a:xfrm>
          <a:prstGeom prst="rect">
            <a:avLst/>
          </a:prstGeom>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rPr lang="en"/>
              <a:t>Neptune is an ice giant</a:t>
            </a:r>
            <a:endParaRPr/>
          </a:p>
        </p:txBody>
      </p:sp>
      <p:sp>
        <p:nvSpPr>
          <p:cNvPr id="635" name="Google Shape;635;p51"/>
          <p:cNvSpPr txBox="1"/>
          <p:nvPr/>
        </p:nvSpPr>
        <p:spPr>
          <a:xfrm>
            <a:off x="4989238" y="3795175"/>
            <a:ext cx="433800" cy="434100"/>
          </a:xfrm>
          <a:prstGeom prst="rect">
            <a:avLst/>
          </a:prstGeom>
          <a:solidFill>
            <a:srgbClr val="95E7D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0F343D"/>
                </a:solidFill>
                <a:latin typeface="Gothic A1"/>
                <a:ea typeface="Gothic A1"/>
                <a:cs typeface="Gothic A1"/>
                <a:sym typeface="Gothic A1"/>
              </a:rPr>
              <a:t>7</a:t>
            </a:r>
            <a:r>
              <a:rPr lang="en">
                <a:solidFill>
                  <a:srgbClr val="0F343D"/>
                </a:solidFill>
                <a:latin typeface="Gothic A1"/>
                <a:ea typeface="Gothic A1"/>
                <a:cs typeface="Gothic A1"/>
                <a:sym typeface="Gothic A1"/>
              </a:rPr>
              <a:t>.</a:t>
            </a:r>
            <a:endParaRPr>
              <a:solidFill>
                <a:srgbClr val="0F343D"/>
              </a:solidFill>
              <a:latin typeface="Gothic A1"/>
              <a:ea typeface="Gothic A1"/>
              <a:cs typeface="Gothic A1"/>
              <a:sym typeface="Gothic A1"/>
            </a:endParaRPr>
          </a:p>
        </p:txBody>
      </p:sp>
      <p:cxnSp>
        <p:nvCxnSpPr>
          <p:cNvPr id="636" name="Google Shape;636;p51"/>
          <p:cNvCxnSpPr>
            <a:stCxn id="621" idx="3"/>
            <a:endCxn id="629" idx="1"/>
          </p:cNvCxnSpPr>
          <p:nvPr/>
        </p:nvCxnSpPr>
        <p:spPr>
          <a:xfrm>
            <a:off x="4154863" y="1592875"/>
            <a:ext cx="834300" cy="0"/>
          </a:xfrm>
          <a:prstGeom prst="straightConnector1">
            <a:avLst/>
          </a:prstGeom>
          <a:noFill/>
          <a:ln cap="flat" cmpd="sng" w="9525">
            <a:solidFill>
              <a:schemeClr val="dk2"/>
            </a:solidFill>
            <a:prstDash val="solid"/>
            <a:round/>
            <a:headEnd len="med" w="med" type="none"/>
            <a:tailEnd len="med" w="med" type="none"/>
          </a:ln>
        </p:spPr>
      </p:cxnSp>
      <p:cxnSp>
        <p:nvCxnSpPr>
          <p:cNvPr id="637" name="Google Shape;637;p51"/>
          <p:cNvCxnSpPr>
            <a:stCxn id="629" idx="2"/>
            <a:endCxn id="631" idx="0"/>
          </p:cNvCxnSpPr>
          <p:nvPr/>
        </p:nvCxnSpPr>
        <p:spPr>
          <a:xfrm>
            <a:off x="5206138" y="1809925"/>
            <a:ext cx="0" cy="372300"/>
          </a:xfrm>
          <a:prstGeom prst="straightConnector1">
            <a:avLst/>
          </a:prstGeom>
          <a:noFill/>
          <a:ln cap="flat" cmpd="sng" w="9525">
            <a:solidFill>
              <a:schemeClr val="dk2"/>
            </a:solidFill>
            <a:prstDash val="solid"/>
            <a:round/>
            <a:headEnd len="med" w="med" type="none"/>
            <a:tailEnd len="med" w="med" type="none"/>
          </a:ln>
        </p:spPr>
      </p:cxnSp>
      <p:cxnSp>
        <p:nvCxnSpPr>
          <p:cNvPr id="638" name="Google Shape;638;p51"/>
          <p:cNvCxnSpPr>
            <a:stCxn id="631" idx="1"/>
            <a:endCxn id="623" idx="3"/>
          </p:cNvCxnSpPr>
          <p:nvPr/>
        </p:nvCxnSpPr>
        <p:spPr>
          <a:xfrm rot="10800000">
            <a:off x="4154938" y="2399325"/>
            <a:ext cx="834300" cy="0"/>
          </a:xfrm>
          <a:prstGeom prst="straightConnector1">
            <a:avLst/>
          </a:prstGeom>
          <a:noFill/>
          <a:ln cap="flat" cmpd="sng" w="9525">
            <a:solidFill>
              <a:schemeClr val="dk2"/>
            </a:solidFill>
            <a:prstDash val="solid"/>
            <a:round/>
            <a:headEnd len="med" w="med" type="none"/>
            <a:tailEnd len="med" w="med" type="none"/>
          </a:ln>
        </p:spPr>
      </p:cxnSp>
      <p:cxnSp>
        <p:nvCxnSpPr>
          <p:cNvPr id="639" name="Google Shape;639;p51"/>
          <p:cNvCxnSpPr>
            <a:stCxn id="623" idx="2"/>
            <a:endCxn id="625" idx="0"/>
          </p:cNvCxnSpPr>
          <p:nvPr/>
        </p:nvCxnSpPr>
        <p:spPr>
          <a:xfrm>
            <a:off x="3937963" y="2616375"/>
            <a:ext cx="0" cy="372300"/>
          </a:xfrm>
          <a:prstGeom prst="straightConnector1">
            <a:avLst/>
          </a:prstGeom>
          <a:noFill/>
          <a:ln cap="flat" cmpd="sng" w="9525">
            <a:solidFill>
              <a:schemeClr val="dk2"/>
            </a:solidFill>
            <a:prstDash val="solid"/>
            <a:round/>
            <a:headEnd len="med" w="med" type="none"/>
            <a:tailEnd len="med" w="med" type="none"/>
          </a:ln>
        </p:spPr>
      </p:cxnSp>
      <p:cxnSp>
        <p:nvCxnSpPr>
          <p:cNvPr id="640" name="Google Shape;640;p51"/>
          <p:cNvCxnSpPr>
            <a:stCxn id="625" idx="3"/>
            <a:endCxn id="633" idx="1"/>
          </p:cNvCxnSpPr>
          <p:nvPr/>
        </p:nvCxnSpPr>
        <p:spPr>
          <a:xfrm>
            <a:off x="4154863" y="3205775"/>
            <a:ext cx="834300" cy="0"/>
          </a:xfrm>
          <a:prstGeom prst="straightConnector1">
            <a:avLst/>
          </a:prstGeom>
          <a:noFill/>
          <a:ln cap="flat" cmpd="sng" w="9525">
            <a:solidFill>
              <a:schemeClr val="dk2"/>
            </a:solidFill>
            <a:prstDash val="solid"/>
            <a:round/>
            <a:headEnd len="med" w="med" type="none"/>
            <a:tailEnd len="med" w="med" type="none"/>
          </a:ln>
        </p:spPr>
      </p:cxnSp>
      <p:cxnSp>
        <p:nvCxnSpPr>
          <p:cNvPr id="641" name="Google Shape;641;p51"/>
          <p:cNvCxnSpPr>
            <a:stCxn id="633" idx="2"/>
            <a:endCxn id="635" idx="0"/>
          </p:cNvCxnSpPr>
          <p:nvPr/>
        </p:nvCxnSpPr>
        <p:spPr>
          <a:xfrm>
            <a:off x="5206138" y="3422825"/>
            <a:ext cx="0" cy="372300"/>
          </a:xfrm>
          <a:prstGeom prst="straightConnector1">
            <a:avLst/>
          </a:prstGeom>
          <a:noFill/>
          <a:ln cap="flat" cmpd="sng" w="9525">
            <a:solidFill>
              <a:schemeClr val="dk2"/>
            </a:solidFill>
            <a:prstDash val="solid"/>
            <a:round/>
            <a:headEnd len="med" w="med" type="none"/>
            <a:tailEnd len="med" w="med" type="none"/>
          </a:ln>
        </p:spPr>
      </p:cxnSp>
      <p:cxnSp>
        <p:nvCxnSpPr>
          <p:cNvPr id="642" name="Google Shape;642;p51"/>
          <p:cNvCxnSpPr>
            <a:stCxn id="635" idx="1"/>
            <a:endCxn id="627" idx="3"/>
          </p:cNvCxnSpPr>
          <p:nvPr/>
        </p:nvCxnSpPr>
        <p:spPr>
          <a:xfrm rot="10800000">
            <a:off x="4154938" y="4012225"/>
            <a:ext cx="834300" cy="0"/>
          </a:xfrm>
          <a:prstGeom prst="straightConnector1">
            <a:avLst/>
          </a:prstGeom>
          <a:noFill/>
          <a:ln cap="flat" cmpd="sng" w="9525">
            <a:solidFill>
              <a:schemeClr val="dk2"/>
            </a:solidFill>
            <a:prstDash val="solid"/>
            <a:round/>
            <a:headEnd len="med" w="med" type="none"/>
            <a:tailEnd len="med" w="med" type="none"/>
          </a:ln>
        </p:spPr>
      </p:cxnSp>
      <p:sp>
        <p:nvSpPr>
          <p:cNvPr id="643" name="Google Shape;643;p51"/>
          <p:cNvSpPr/>
          <p:nvPr/>
        </p:nvSpPr>
        <p:spPr>
          <a:xfrm>
            <a:off x="8027126" y="1173825"/>
            <a:ext cx="572700" cy="572700"/>
          </a:xfrm>
          <a:prstGeom prst="plus">
            <a:avLst>
              <a:gd fmla="val 32768" name="adj"/>
            </a:avLst>
          </a:prstGeom>
          <a:solidFill>
            <a:srgbClr val="95E7D3">
              <a:alpha val="6962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44" name="Google Shape;644;p51"/>
          <p:cNvSpPr/>
          <p:nvPr/>
        </p:nvSpPr>
        <p:spPr>
          <a:xfrm>
            <a:off x="-383650" y="2501375"/>
            <a:ext cx="1534061" cy="434086"/>
          </a:xfrm>
          <a:custGeom>
            <a:rect b="b" l="l" r="r" t="t"/>
            <a:pathLst>
              <a:path extrusionOk="0" h="20483" w="72387">
                <a:moveTo>
                  <a:pt x="1" y="0"/>
                </a:moveTo>
                <a:lnTo>
                  <a:pt x="1" y="571"/>
                </a:lnTo>
                <a:lnTo>
                  <a:pt x="40498" y="571"/>
                </a:lnTo>
                <a:lnTo>
                  <a:pt x="40498" y="20483"/>
                </a:lnTo>
                <a:lnTo>
                  <a:pt x="71538" y="20483"/>
                </a:lnTo>
                <a:lnTo>
                  <a:pt x="71538" y="2502"/>
                </a:lnTo>
                <a:cubicBezTo>
                  <a:pt x="72028" y="2358"/>
                  <a:pt x="72386" y="1899"/>
                  <a:pt x="72386" y="1367"/>
                </a:cubicBezTo>
                <a:cubicBezTo>
                  <a:pt x="72386" y="703"/>
                  <a:pt x="71857" y="162"/>
                  <a:pt x="71193" y="162"/>
                </a:cubicBezTo>
                <a:cubicBezTo>
                  <a:pt x="70529" y="162"/>
                  <a:pt x="69997" y="703"/>
                  <a:pt x="69997" y="1367"/>
                </a:cubicBezTo>
                <a:cubicBezTo>
                  <a:pt x="69997" y="1951"/>
                  <a:pt x="70416" y="2429"/>
                  <a:pt x="70967" y="2541"/>
                </a:cubicBezTo>
                <a:lnTo>
                  <a:pt x="70967" y="19902"/>
                </a:lnTo>
                <a:lnTo>
                  <a:pt x="41069" y="19902"/>
                </a:lnTo>
                <a:lnTo>
                  <a:pt x="41069" y="0"/>
                </a:lnTo>
                <a:close/>
              </a:path>
            </a:pathLst>
          </a:custGeom>
          <a:solidFill>
            <a:srgbClr val="A0D4FC">
              <a:alpha val="5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648" name="Shape 648"/>
        <p:cNvGrpSpPr/>
        <p:nvPr/>
      </p:nvGrpSpPr>
      <p:grpSpPr>
        <a:xfrm>
          <a:off x="0" y="0"/>
          <a:ext cx="0" cy="0"/>
          <a:chOff x="0" y="0"/>
          <a:chExt cx="0" cy="0"/>
        </a:xfrm>
      </p:grpSpPr>
      <p:sp>
        <p:nvSpPr>
          <p:cNvPr id="649" name="Google Shape;649;p52"/>
          <p:cNvSpPr txBox="1"/>
          <p:nvPr>
            <p:ph type="title"/>
          </p:nvPr>
        </p:nvSpPr>
        <p:spPr>
          <a:xfrm>
            <a:off x="5593600" y="2558000"/>
            <a:ext cx="2783100" cy="1105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Photo showcase</a:t>
            </a:r>
            <a:endParaRPr/>
          </a:p>
        </p:txBody>
      </p:sp>
      <p:sp>
        <p:nvSpPr>
          <p:cNvPr id="650" name="Google Shape;650;p52"/>
          <p:cNvSpPr txBox="1"/>
          <p:nvPr>
            <p:ph idx="1" type="subTitle"/>
          </p:nvPr>
        </p:nvSpPr>
        <p:spPr>
          <a:xfrm>
            <a:off x="5593600" y="3663500"/>
            <a:ext cx="2783100" cy="945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images on the screen with your own work. Just right-click on any of them and select “Replace image”</a:t>
            </a:r>
            <a:endParaRPr/>
          </a:p>
        </p:txBody>
      </p:sp>
      <p:pic>
        <p:nvPicPr>
          <p:cNvPr id="651" name="Google Shape;651;p52"/>
          <p:cNvPicPr preferRelativeResize="0"/>
          <p:nvPr>
            <p:ph idx="2" type="pic"/>
          </p:nvPr>
        </p:nvPicPr>
        <p:blipFill rotWithShape="1">
          <a:blip r:embed="rId3">
            <a:alphaModFix/>
          </a:blip>
          <a:srcRect b="1329" l="51760" r="11336" t="-1329"/>
          <a:stretch/>
        </p:blipFill>
        <p:spPr>
          <a:xfrm>
            <a:off x="715100" y="535000"/>
            <a:ext cx="2409000" cy="4073400"/>
          </a:xfrm>
          <a:prstGeom prst="snip2DiagRect">
            <a:avLst>
              <a:gd fmla="val 0" name="adj1"/>
              <a:gd fmla="val 16667" name="adj2"/>
            </a:avLst>
          </a:prstGeom>
        </p:spPr>
      </p:pic>
      <p:pic>
        <p:nvPicPr>
          <p:cNvPr id="652" name="Google Shape;652;p52"/>
          <p:cNvPicPr preferRelativeResize="0"/>
          <p:nvPr>
            <p:ph idx="3" type="pic"/>
          </p:nvPr>
        </p:nvPicPr>
        <p:blipFill rotWithShape="1">
          <a:blip r:embed="rId4">
            <a:alphaModFix/>
          </a:blip>
          <a:srcRect b="0" l="7194" r="23225" t="0"/>
          <a:stretch/>
        </p:blipFill>
        <p:spPr>
          <a:xfrm>
            <a:off x="3362550" y="2698278"/>
            <a:ext cx="1992600" cy="1910100"/>
          </a:xfrm>
          <a:prstGeom prst="snip2DiagRect">
            <a:avLst>
              <a:gd fmla="val 0" name="adj1"/>
              <a:gd fmla="val 16667" name="adj2"/>
            </a:avLst>
          </a:prstGeom>
        </p:spPr>
      </p:pic>
      <p:pic>
        <p:nvPicPr>
          <p:cNvPr id="653" name="Google Shape;653;p52"/>
          <p:cNvPicPr preferRelativeResize="0"/>
          <p:nvPr>
            <p:ph idx="4" type="pic"/>
          </p:nvPr>
        </p:nvPicPr>
        <p:blipFill rotWithShape="1">
          <a:blip r:embed="rId5">
            <a:alphaModFix/>
          </a:blip>
          <a:srcRect b="0" l="15210" r="15210" t="0"/>
          <a:stretch/>
        </p:blipFill>
        <p:spPr>
          <a:xfrm>
            <a:off x="3362550" y="535003"/>
            <a:ext cx="1992600" cy="1910100"/>
          </a:xfrm>
          <a:prstGeom prst="snip2DiagRect">
            <a:avLst>
              <a:gd fmla="val 0" name="adj1"/>
              <a:gd fmla="val 16667" name="adj2"/>
            </a:avLst>
          </a:prstGeom>
        </p:spPr>
      </p:pic>
      <p:grpSp>
        <p:nvGrpSpPr>
          <p:cNvPr id="654" name="Google Shape;654;p52"/>
          <p:cNvGrpSpPr/>
          <p:nvPr/>
        </p:nvGrpSpPr>
        <p:grpSpPr>
          <a:xfrm rot="10800000">
            <a:off x="6012587" y="805862"/>
            <a:ext cx="3649106" cy="944980"/>
            <a:chOff x="763375" y="-2867575"/>
            <a:chExt cx="2546125" cy="659350"/>
          </a:xfrm>
        </p:grpSpPr>
        <p:sp>
          <p:nvSpPr>
            <p:cNvPr id="655" name="Google Shape;655;p52"/>
            <p:cNvSpPr/>
            <p:nvPr/>
          </p:nvSpPr>
          <p:spPr>
            <a:xfrm>
              <a:off x="763375" y="-2829550"/>
              <a:ext cx="2546125" cy="295900"/>
            </a:xfrm>
            <a:custGeom>
              <a:rect b="b" l="l" r="r" t="t"/>
              <a:pathLst>
                <a:path extrusionOk="0" h="11836" w="101845">
                  <a:moveTo>
                    <a:pt x="100436" y="1"/>
                  </a:moveTo>
                  <a:cubicBezTo>
                    <a:pt x="99730" y="1"/>
                    <a:pt x="99149" y="511"/>
                    <a:pt x="99036" y="1185"/>
                  </a:cubicBezTo>
                  <a:lnTo>
                    <a:pt x="81872" y="1185"/>
                  </a:lnTo>
                  <a:lnTo>
                    <a:pt x="77941" y="11262"/>
                  </a:lnTo>
                  <a:lnTo>
                    <a:pt x="40659" y="11262"/>
                  </a:lnTo>
                  <a:lnTo>
                    <a:pt x="34758" y="5483"/>
                  </a:lnTo>
                  <a:lnTo>
                    <a:pt x="0" y="5483"/>
                  </a:lnTo>
                  <a:lnTo>
                    <a:pt x="0" y="6054"/>
                  </a:lnTo>
                  <a:lnTo>
                    <a:pt x="34523" y="6054"/>
                  </a:lnTo>
                  <a:lnTo>
                    <a:pt x="40424" y="11835"/>
                  </a:lnTo>
                  <a:lnTo>
                    <a:pt x="78328" y="11835"/>
                  </a:lnTo>
                  <a:lnTo>
                    <a:pt x="82259" y="1756"/>
                  </a:lnTo>
                  <a:lnTo>
                    <a:pt x="99068" y="1756"/>
                  </a:lnTo>
                  <a:cubicBezTo>
                    <a:pt x="99220" y="2368"/>
                    <a:pt x="99772" y="2819"/>
                    <a:pt x="100436" y="2819"/>
                  </a:cubicBezTo>
                  <a:cubicBezTo>
                    <a:pt x="101213" y="2819"/>
                    <a:pt x="101845" y="2184"/>
                    <a:pt x="101845" y="1410"/>
                  </a:cubicBezTo>
                  <a:cubicBezTo>
                    <a:pt x="101845" y="633"/>
                    <a:pt x="101213" y="1"/>
                    <a:pt x="1004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52"/>
            <p:cNvSpPr/>
            <p:nvPr/>
          </p:nvSpPr>
          <p:spPr>
            <a:xfrm>
              <a:off x="855500" y="-2867575"/>
              <a:ext cx="1809675" cy="512075"/>
            </a:xfrm>
            <a:custGeom>
              <a:rect b="b" l="l" r="r" t="t"/>
              <a:pathLst>
                <a:path extrusionOk="0" h="20483" w="72387">
                  <a:moveTo>
                    <a:pt x="1" y="0"/>
                  </a:moveTo>
                  <a:lnTo>
                    <a:pt x="1" y="571"/>
                  </a:lnTo>
                  <a:lnTo>
                    <a:pt x="40498" y="571"/>
                  </a:lnTo>
                  <a:lnTo>
                    <a:pt x="40498" y="20483"/>
                  </a:lnTo>
                  <a:lnTo>
                    <a:pt x="71538" y="20483"/>
                  </a:lnTo>
                  <a:lnTo>
                    <a:pt x="71538" y="2502"/>
                  </a:lnTo>
                  <a:cubicBezTo>
                    <a:pt x="72028" y="2358"/>
                    <a:pt x="72386" y="1899"/>
                    <a:pt x="72386" y="1367"/>
                  </a:cubicBezTo>
                  <a:cubicBezTo>
                    <a:pt x="72386" y="703"/>
                    <a:pt x="71857" y="162"/>
                    <a:pt x="71193" y="162"/>
                  </a:cubicBezTo>
                  <a:cubicBezTo>
                    <a:pt x="70529" y="162"/>
                    <a:pt x="69997" y="703"/>
                    <a:pt x="69997" y="1367"/>
                  </a:cubicBezTo>
                  <a:cubicBezTo>
                    <a:pt x="69997" y="1951"/>
                    <a:pt x="70416" y="2429"/>
                    <a:pt x="70967" y="2541"/>
                  </a:cubicBezTo>
                  <a:lnTo>
                    <a:pt x="70967" y="19902"/>
                  </a:lnTo>
                  <a:lnTo>
                    <a:pt x="41069" y="19902"/>
                  </a:lnTo>
                  <a:lnTo>
                    <a:pt x="41069" y="0"/>
                  </a:lnTo>
                  <a:close/>
                </a:path>
              </a:pathLst>
            </a:custGeom>
            <a:solidFill>
              <a:srgbClr val="A0D4FC">
                <a:alpha val="5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52"/>
            <p:cNvSpPr/>
            <p:nvPr/>
          </p:nvSpPr>
          <p:spPr>
            <a:xfrm>
              <a:off x="790925" y="-2429775"/>
              <a:ext cx="2345025" cy="221550"/>
            </a:xfrm>
            <a:custGeom>
              <a:rect b="b" l="l" r="r" t="t"/>
              <a:pathLst>
                <a:path extrusionOk="0" h="8862" w="93801">
                  <a:moveTo>
                    <a:pt x="54077" y="0"/>
                  </a:moveTo>
                  <a:lnTo>
                    <a:pt x="54077" y="8291"/>
                  </a:lnTo>
                  <a:lnTo>
                    <a:pt x="1" y="8291"/>
                  </a:lnTo>
                  <a:lnTo>
                    <a:pt x="1" y="8862"/>
                  </a:lnTo>
                  <a:lnTo>
                    <a:pt x="54651" y="8862"/>
                  </a:lnTo>
                  <a:lnTo>
                    <a:pt x="54651" y="571"/>
                  </a:lnTo>
                  <a:lnTo>
                    <a:pt x="80780" y="571"/>
                  </a:lnTo>
                  <a:lnTo>
                    <a:pt x="84466" y="4257"/>
                  </a:lnTo>
                  <a:lnTo>
                    <a:pt x="91001" y="4257"/>
                  </a:lnTo>
                  <a:cubicBezTo>
                    <a:pt x="91114" y="4931"/>
                    <a:pt x="91685" y="5441"/>
                    <a:pt x="92391" y="5441"/>
                  </a:cubicBezTo>
                  <a:cubicBezTo>
                    <a:pt x="93165" y="5441"/>
                    <a:pt x="93800" y="4809"/>
                    <a:pt x="93800" y="4032"/>
                  </a:cubicBezTo>
                  <a:cubicBezTo>
                    <a:pt x="93800" y="3247"/>
                    <a:pt x="93165" y="2613"/>
                    <a:pt x="92391" y="2613"/>
                  </a:cubicBezTo>
                  <a:cubicBezTo>
                    <a:pt x="91727" y="2613"/>
                    <a:pt x="91185" y="3073"/>
                    <a:pt x="91021" y="3686"/>
                  </a:cubicBezTo>
                  <a:lnTo>
                    <a:pt x="84711" y="3686"/>
                  </a:lnTo>
                  <a:lnTo>
                    <a:pt x="8102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8" name="Google Shape;658;p52"/>
          <p:cNvSpPr/>
          <p:nvPr/>
        </p:nvSpPr>
        <p:spPr>
          <a:xfrm>
            <a:off x="2219725" y="320450"/>
            <a:ext cx="485400" cy="485400"/>
          </a:xfrm>
          <a:prstGeom prst="plus">
            <a:avLst>
              <a:gd fmla="val 32768" name="adj"/>
            </a:avLst>
          </a:prstGeom>
          <a:solidFill>
            <a:srgbClr val="95E7D3">
              <a:alpha val="6962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662" name="Shape 662"/>
        <p:cNvGrpSpPr/>
        <p:nvPr/>
      </p:nvGrpSpPr>
      <p:grpSpPr>
        <a:xfrm>
          <a:off x="0" y="0"/>
          <a:ext cx="0" cy="0"/>
          <a:chOff x="0" y="0"/>
          <a:chExt cx="0" cy="0"/>
        </a:xfrm>
      </p:grpSpPr>
      <p:sp>
        <p:nvSpPr>
          <p:cNvPr id="663" name="Google Shape;663;p5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Client experience</a:t>
            </a:r>
            <a:endParaRPr/>
          </a:p>
        </p:txBody>
      </p:sp>
      <p:sp>
        <p:nvSpPr>
          <p:cNvPr id="664" name="Google Shape;664;p53"/>
          <p:cNvSpPr txBox="1"/>
          <p:nvPr/>
        </p:nvSpPr>
        <p:spPr>
          <a:xfrm>
            <a:off x="4140300" y="1091800"/>
            <a:ext cx="4253100" cy="441900"/>
          </a:xfrm>
          <a:prstGeom prst="rect">
            <a:avLst/>
          </a:prstGeom>
          <a:noFill/>
          <a:ln>
            <a:noFill/>
          </a:ln>
        </p:spPr>
        <p:txBody>
          <a:bodyPr anchorCtr="0" anchor="b" bIns="91425" lIns="91425" spcFirstLastPara="1" rIns="91425" wrap="square" tIns="91425">
            <a:noAutofit/>
          </a:bodyPr>
          <a:lstStyle/>
          <a:p>
            <a:pPr indent="0" lvl="0" marL="0" marR="0" rtl="0" algn="ctr">
              <a:lnSpc>
                <a:spcPct val="100000"/>
              </a:lnSpc>
              <a:spcBef>
                <a:spcPts val="0"/>
              </a:spcBef>
              <a:spcAft>
                <a:spcPts val="0"/>
              </a:spcAft>
              <a:buNone/>
            </a:pPr>
            <a:r>
              <a:rPr lang="en" sz="1600">
                <a:solidFill>
                  <a:srgbClr val="107C8E"/>
                </a:solidFill>
                <a:latin typeface="Krub Medium"/>
                <a:ea typeface="Krub Medium"/>
                <a:cs typeface="Krub Medium"/>
                <a:sym typeface="Krub Medium"/>
              </a:rPr>
              <a:t>Number of patients seen each month</a:t>
            </a:r>
            <a:endParaRPr sz="1600">
              <a:solidFill>
                <a:srgbClr val="107C8E"/>
              </a:solidFill>
              <a:latin typeface="Krub Medium"/>
              <a:ea typeface="Krub Medium"/>
              <a:cs typeface="Krub Medium"/>
              <a:sym typeface="Krub Medium"/>
            </a:endParaRPr>
          </a:p>
        </p:txBody>
      </p:sp>
      <p:sp>
        <p:nvSpPr>
          <p:cNvPr id="665" name="Google Shape;665;p53"/>
          <p:cNvSpPr txBox="1"/>
          <p:nvPr/>
        </p:nvSpPr>
        <p:spPr>
          <a:xfrm>
            <a:off x="715100" y="4166600"/>
            <a:ext cx="3425100" cy="4419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rPr lang="en" sz="1000">
                <a:solidFill>
                  <a:schemeClr val="dk2"/>
                </a:solidFill>
                <a:latin typeface="Gothic A1"/>
                <a:ea typeface="Gothic A1"/>
                <a:cs typeface="Gothic A1"/>
                <a:sym typeface="Gothic A1"/>
              </a:rPr>
              <a:t>Follow the link in the graph to modify its data and then paste the new one here. </a:t>
            </a:r>
            <a:r>
              <a:rPr b="1" lang="en" sz="1000" u="sng">
                <a:solidFill>
                  <a:schemeClr val="dk2"/>
                </a:solidFill>
                <a:latin typeface="Gothic A1"/>
                <a:ea typeface="Gothic A1"/>
                <a:cs typeface="Gothic A1"/>
                <a:sym typeface="Gothic A1"/>
                <a:hlinkClick r:id="rId3">
                  <a:extLst>
                    <a:ext uri="{A12FA001-AC4F-418D-AE19-62706E023703}">
                      <ahyp:hlinkClr val="tx"/>
                    </a:ext>
                  </a:extLst>
                </a:hlinkClick>
              </a:rPr>
              <a:t>For more info, </a:t>
            </a:r>
            <a:r>
              <a:rPr b="1" lang="en" sz="1000" u="sng">
                <a:solidFill>
                  <a:schemeClr val="dk2"/>
                </a:solidFill>
                <a:latin typeface="Gothic A1"/>
                <a:ea typeface="Gothic A1"/>
                <a:cs typeface="Gothic A1"/>
                <a:sym typeface="Gothic A1"/>
                <a:hlinkClick r:id="rId4">
                  <a:extLst>
                    <a:ext uri="{A12FA001-AC4F-418D-AE19-62706E023703}">
                      <ahyp:hlinkClr val="tx"/>
                    </a:ext>
                  </a:extLst>
                </a:hlinkClick>
              </a:rPr>
              <a:t>click here</a:t>
            </a:r>
            <a:endParaRPr b="1" sz="1000" u="sng">
              <a:solidFill>
                <a:schemeClr val="dk2"/>
              </a:solidFill>
              <a:latin typeface="Gothic A1"/>
              <a:ea typeface="Gothic A1"/>
              <a:cs typeface="Gothic A1"/>
              <a:sym typeface="Gothic A1"/>
            </a:endParaRPr>
          </a:p>
        </p:txBody>
      </p:sp>
      <p:sp>
        <p:nvSpPr>
          <p:cNvPr id="666" name="Google Shape;666;p53"/>
          <p:cNvSpPr txBox="1"/>
          <p:nvPr/>
        </p:nvSpPr>
        <p:spPr>
          <a:xfrm>
            <a:off x="715100" y="2843800"/>
            <a:ext cx="1486200" cy="287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rgbClr val="0F343D"/>
                </a:solidFill>
                <a:latin typeface="Gothic A1"/>
                <a:ea typeface="Gothic A1"/>
                <a:cs typeface="Gothic A1"/>
                <a:sym typeface="Gothic A1"/>
              </a:rPr>
              <a:t>Mars is red</a:t>
            </a:r>
            <a:endParaRPr sz="1200">
              <a:solidFill>
                <a:srgbClr val="0F343D"/>
              </a:solidFill>
              <a:latin typeface="Gothic A1"/>
              <a:ea typeface="Gothic A1"/>
              <a:cs typeface="Gothic A1"/>
              <a:sym typeface="Gothic A1"/>
            </a:endParaRPr>
          </a:p>
        </p:txBody>
      </p:sp>
      <p:sp>
        <p:nvSpPr>
          <p:cNvPr id="667" name="Google Shape;667;p53"/>
          <p:cNvSpPr txBox="1"/>
          <p:nvPr/>
        </p:nvSpPr>
        <p:spPr>
          <a:xfrm>
            <a:off x="715100" y="2151800"/>
            <a:ext cx="1486200" cy="7539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800">
                <a:solidFill>
                  <a:srgbClr val="107C8E"/>
                </a:solidFill>
                <a:latin typeface="Krub Medium"/>
                <a:ea typeface="Krub Medium"/>
                <a:cs typeface="Krub Medium"/>
                <a:sym typeface="Krub Medium"/>
              </a:rPr>
              <a:t>Satisfaction of patients</a:t>
            </a:r>
            <a:endParaRPr sz="1800">
              <a:solidFill>
                <a:srgbClr val="107C8E"/>
              </a:solidFill>
              <a:latin typeface="Krub Medium"/>
              <a:ea typeface="Krub Medium"/>
              <a:cs typeface="Krub Medium"/>
              <a:sym typeface="Krub Medium"/>
            </a:endParaRPr>
          </a:p>
        </p:txBody>
      </p:sp>
      <p:sp>
        <p:nvSpPr>
          <p:cNvPr id="668" name="Google Shape;668;p53"/>
          <p:cNvSpPr txBox="1"/>
          <p:nvPr/>
        </p:nvSpPr>
        <p:spPr>
          <a:xfrm>
            <a:off x="715100" y="1376300"/>
            <a:ext cx="1486200" cy="514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3000">
                <a:solidFill>
                  <a:srgbClr val="0F343D"/>
                </a:solidFill>
                <a:latin typeface="Krub Light"/>
                <a:ea typeface="Krub Light"/>
                <a:cs typeface="Krub Light"/>
                <a:sym typeface="Krub Light"/>
              </a:rPr>
              <a:t>95%</a:t>
            </a:r>
            <a:endParaRPr b="1" sz="3000">
              <a:solidFill>
                <a:srgbClr val="0F343D"/>
              </a:solidFill>
              <a:latin typeface="Krub Light"/>
              <a:ea typeface="Krub Light"/>
              <a:cs typeface="Krub Light"/>
              <a:sym typeface="Krub Light"/>
            </a:endParaRPr>
          </a:p>
        </p:txBody>
      </p:sp>
      <p:sp>
        <p:nvSpPr>
          <p:cNvPr id="669" name="Google Shape;669;p53"/>
          <p:cNvSpPr txBox="1"/>
          <p:nvPr/>
        </p:nvSpPr>
        <p:spPr>
          <a:xfrm>
            <a:off x="2376675" y="2843800"/>
            <a:ext cx="1486200" cy="287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rgbClr val="0F343D"/>
                </a:solidFill>
                <a:latin typeface="Gothic A1"/>
                <a:ea typeface="Gothic A1"/>
                <a:cs typeface="Gothic A1"/>
                <a:sym typeface="Gothic A1"/>
              </a:rPr>
              <a:t>Venus is hot</a:t>
            </a:r>
            <a:endParaRPr sz="1200">
              <a:solidFill>
                <a:srgbClr val="0F343D"/>
              </a:solidFill>
              <a:latin typeface="Gothic A1"/>
              <a:ea typeface="Gothic A1"/>
              <a:cs typeface="Gothic A1"/>
              <a:sym typeface="Gothic A1"/>
            </a:endParaRPr>
          </a:p>
        </p:txBody>
      </p:sp>
      <p:sp>
        <p:nvSpPr>
          <p:cNvPr id="670" name="Google Shape;670;p53"/>
          <p:cNvSpPr txBox="1"/>
          <p:nvPr/>
        </p:nvSpPr>
        <p:spPr>
          <a:xfrm>
            <a:off x="2376675" y="2151800"/>
            <a:ext cx="1486200" cy="7539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800">
                <a:solidFill>
                  <a:srgbClr val="107C8E"/>
                </a:solidFill>
                <a:latin typeface="Krub Medium"/>
                <a:ea typeface="Krub Medium"/>
                <a:cs typeface="Krub Medium"/>
                <a:sym typeface="Krub Medium"/>
              </a:rPr>
              <a:t>Would recommend</a:t>
            </a:r>
            <a:endParaRPr sz="1800">
              <a:solidFill>
                <a:srgbClr val="107C8E"/>
              </a:solidFill>
              <a:latin typeface="Krub Medium"/>
              <a:ea typeface="Krub Medium"/>
              <a:cs typeface="Krub Medium"/>
              <a:sym typeface="Krub Medium"/>
            </a:endParaRPr>
          </a:p>
        </p:txBody>
      </p:sp>
      <p:sp>
        <p:nvSpPr>
          <p:cNvPr id="671" name="Google Shape;671;p53"/>
          <p:cNvSpPr txBox="1"/>
          <p:nvPr/>
        </p:nvSpPr>
        <p:spPr>
          <a:xfrm>
            <a:off x="2376675" y="1376300"/>
            <a:ext cx="1486200" cy="514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3000">
                <a:solidFill>
                  <a:srgbClr val="0F343D"/>
                </a:solidFill>
                <a:latin typeface="Krub Light"/>
                <a:ea typeface="Krub Light"/>
                <a:cs typeface="Krub Light"/>
                <a:sym typeface="Krub Light"/>
              </a:rPr>
              <a:t>7</a:t>
            </a:r>
            <a:r>
              <a:rPr b="1" lang="en" sz="3000">
                <a:solidFill>
                  <a:srgbClr val="0F343D"/>
                </a:solidFill>
                <a:latin typeface="Krub Light"/>
                <a:ea typeface="Krub Light"/>
                <a:cs typeface="Krub Light"/>
                <a:sym typeface="Krub Light"/>
              </a:rPr>
              <a:t>5%</a:t>
            </a:r>
            <a:endParaRPr b="1" sz="3000">
              <a:solidFill>
                <a:srgbClr val="0F343D"/>
              </a:solidFill>
              <a:latin typeface="Krub Light"/>
              <a:ea typeface="Krub Light"/>
              <a:cs typeface="Krub Light"/>
              <a:sym typeface="Krub Light"/>
            </a:endParaRPr>
          </a:p>
        </p:txBody>
      </p:sp>
      <p:sp>
        <p:nvSpPr>
          <p:cNvPr id="672" name="Google Shape;672;p53"/>
          <p:cNvSpPr/>
          <p:nvPr/>
        </p:nvSpPr>
        <p:spPr>
          <a:xfrm>
            <a:off x="715100" y="1915775"/>
            <a:ext cx="1365300" cy="210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Gothic A1"/>
              <a:ea typeface="Gothic A1"/>
              <a:cs typeface="Gothic A1"/>
              <a:sym typeface="Gothic A1"/>
            </a:endParaRPr>
          </a:p>
        </p:txBody>
      </p:sp>
      <p:sp>
        <p:nvSpPr>
          <p:cNvPr id="673" name="Google Shape;673;p53"/>
          <p:cNvSpPr/>
          <p:nvPr/>
        </p:nvSpPr>
        <p:spPr>
          <a:xfrm>
            <a:off x="715100" y="1915775"/>
            <a:ext cx="1227300" cy="2109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Gothic A1"/>
              <a:ea typeface="Gothic A1"/>
              <a:cs typeface="Gothic A1"/>
              <a:sym typeface="Gothic A1"/>
            </a:endParaRPr>
          </a:p>
        </p:txBody>
      </p:sp>
      <p:sp>
        <p:nvSpPr>
          <p:cNvPr id="674" name="Google Shape;674;p53"/>
          <p:cNvSpPr/>
          <p:nvPr/>
        </p:nvSpPr>
        <p:spPr>
          <a:xfrm>
            <a:off x="2376675" y="1915775"/>
            <a:ext cx="1365300" cy="210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Gothic A1"/>
              <a:ea typeface="Gothic A1"/>
              <a:cs typeface="Gothic A1"/>
              <a:sym typeface="Gothic A1"/>
            </a:endParaRPr>
          </a:p>
        </p:txBody>
      </p:sp>
      <p:sp>
        <p:nvSpPr>
          <p:cNvPr id="675" name="Google Shape;675;p53"/>
          <p:cNvSpPr/>
          <p:nvPr/>
        </p:nvSpPr>
        <p:spPr>
          <a:xfrm>
            <a:off x="2376675" y="1915775"/>
            <a:ext cx="1001400" cy="2109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Gothic A1"/>
              <a:ea typeface="Gothic A1"/>
              <a:cs typeface="Gothic A1"/>
              <a:sym typeface="Gothic A1"/>
            </a:endParaRPr>
          </a:p>
        </p:txBody>
      </p:sp>
      <p:pic>
        <p:nvPicPr>
          <p:cNvPr id="676" name="Google Shape;676;p53" title="Chart">
            <a:hlinkClick r:id="rId5"/>
          </p:cNvPr>
          <p:cNvPicPr preferRelativeResize="0"/>
          <p:nvPr/>
        </p:nvPicPr>
        <p:blipFill>
          <a:blip r:embed="rId6">
            <a:alphaModFix/>
          </a:blip>
          <a:stretch>
            <a:fillRect/>
          </a:stretch>
        </p:blipFill>
        <p:spPr>
          <a:xfrm>
            <a:off x="4140413" y="1487825"/>
            <a:ext cx="4253150" cy="3198825"/>
          </a:xfrm>
          <a:prstGeom prst="rect">
            <a:avLst/>
          </a:prstGeom>
          <a:noFill/>
          <a:ln>
            <a:noFill/>
          </a:ln>
        </p:spPr>
      </p:pic>
      <p:sp>
        <p:nvSpPr>
          <p:cNvPr id="677" name="Google Shape;677;p53"/>
          <p:cNvSpPr txBox="1"/>
          <p:nvPr/>
        </p:nvSpPr>
        <p:spPr>
          <a:xfrm>
            <a:off x="1476513" y="3761400"/>
            <a:ext cx="717900" cy="287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rgbClr val="0F343D"/>
                </a:solidFill>
                <a:latin typeface="Gothic A1"/>
                <a:ea typeface="Gothic A1"/>
                <a:cs typeface="Gothic A1"/>
                <a:sym typeface="Gothic A1"/>
              </a:rPr>
              <a:t>2XXX</a:t>
            </a:r>
            <a:endParaRPr sz="1200">
              <a:solidFill>
                <a:srgbClr val="0F343D"/>
              </a:solidFill>
              <a:latin typeface="Gothic A1"/>
              <a:ea typeface="Gothic A1"/>
              <a:cs typeface="Gothic A1"/>
              <a:sym typeface="Gothic A1"/>
            </a:endParaRPr>
          </a:p>
        </p:txBody>
      </p:sp>
      <p:sp>
        <p:nvSpPr>
          <p:cNvPr id="678" name="Google Shape;678;p53"/>
          <p:cNvSpPr/>
          <p:nvPr/>
        </p:nvSpPr>
        <p:spPr>
          <a:xfrm>
            <a:off x="722000" y="3880200"/>
            <a:ext cx="717900" cy="306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Gothic A1"/>
              <a:ea typeface="Gothic A1"/>
              <a:cs typeface="Gothic A1"/>
              <a:sym typeface="Gothic A1"/>
            </a:endParaRPr>
          </a:p>
        </p:txBody>
      </p:sp>
      <p:sp>
        <p:nvSpPr>
          <p:cNvPr id="679" name="Google Shape;679;p53"/>
          <p:cNvSpPr txBox="1"/>
          <p:nvPr/>
        </p:nvSpPr>
        <p:spPr>
          <a:xfrm>
            <a:off x="3084525" y="3761400"/>
            <a:ext cx="717900" cy="287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rgbClr val="0F343D"/>
                </a:solidFill>
                <a:latin typeface="Gothic A1"/>
                <a:ea typeface="Gothic A1"/>
                <a:cs typeface="Gothic A1"/>
                <a:sym typeface="Gothic A1"/>
              </a:rPr>
              <a:t>2XXX</a:t>
            </a:r>
            <a:endParaRPr sz="1200">
              <a:solidFill>
                <a:srgbClr val="0F343D"/>
              </a:solidFill>
              <a:latin typeface="Gothic A1"/>
              <a:ea typeface="Gothic A1"/>
              <a:cs typeface="Gothic A1"/>
              <a:sym typeface="Gothic A1"/>
            </a:endParaRPr>
          </a:p>
        </p:txBody>
      </p:sp>
      <p:sp>
        <p:nvSpPr>
          <p:cNvPr id="680" name="Google Shape;680;p53"/>
          <p:cNvSpPr/>
          <p:nvPr/>
        </p:nvSpPr>
        <p:spPr>
          <a:xfrm>
            <a:off x="2330004" y="3880200"/>
            <a:ext cx="717900" cy="306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Gothic A1"/>
              <a:ea typeface="Gothic A1"/>
              <a:cs typeface="Gothic A1"/>
              <a:sym typeface="Gothic A1"/>
            </a:endParaRPr>
          </a:p>
        </p:txBody>
      </p:sp>
      <p:sp>
        <p:nvSpPr>
          <p:cNvPr id="681" name="Google Shape;681;p53"/>
          <p:cNvSpPr txBox="1"/>
          <p:nvPr/>
        </p:nvSpPr>
        <p:spPr>
          <a:xfrm>
            <a:off x="715100" y="3376575"/>
            <a:ext cx="1412100" cy="332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800">
                <a:solidFill>
                  <a:srgbClr val="107C8E"/>
                </a:solidFill>
                <a:latin typeface="Krub Medium"/>
                <a:ea typeface="Krub Medium"/>
                <a:cs typeface="Krub Medium"/>
                <a:sym typeface="Krub Medium"/>
              </a:rPr>
              <a:t>Years</a:t>
            </a:r>
            <a:endParaRPr sz="1800">
              <a:solidFill>
                <a:srgbClr val="107C8E"/>
              </a:solidFill>
              <a:latin typeface="Krub Medium"/>
              <a:ea typeface="Krub Medium"/>
              <a:cs typeface="Krub Medium"/>
              <a:sym typeface="Krub Medium"/>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685" name="Shape 685"/>
        <p:cNvGrpSpPr/>
        <p:nvPr/>
      </p:nvGrpSpPr>
      <p:grpSpPr>
        <a:xfrm>
          <a:off x="0" y="0"/>
          <a:ext cx="0" cy="0"/>
          <a:chOff x="0" y="0"/>
          <a:chExt cx="0" cy="0"/>
        </a:xfrm>
      </p:grpSpPr>
      <p:sp>
        <p:nvSpPr>
          <p:cNvPr id="686" name="Google Shape;686;p5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Testimonials</a:t>
            </a:r>
            <a:endParaRPr/>
          </a:p>
        </p:txBody>
      </p:sp>
      <p:sp>
        <p:nvSpPr>
          <p:cNvPr id="687" name="Google Shape;687;p54"/>
          <p:cNvSpPr txBox="1"/>
          <p:nvPr>
            <p:ph idx="1" type="subTitle"/>
          </p:nvPr>
        </p:nvSpPr>
        <p:spPr>
          <a:xfrm>
            <a:off x="1302103" y="3698276"/>
            <a:ext cx="2295900" cy="466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Jenna Doe, 25</a:t>
            </a:r>
            <a:endParaRPr/>
          </a:p>
        </p:txBody>
      </p:sp>
      <p:sp>
        <p:nvSpPr>
          <p:cNvPr id="688" name="Google Shape;688;p54"/>
          <p:cNvSpPr txBox="1"/>
          <p:nvPr>
            <p:ph idx="2" type="subTitle"/>
          </p:nvPr>
        </p:nvSpPr>
        <p:spPr>
          <a:xfrm>
            <a:off x="1302103" y="3003775"/>
            <a:ext cx="2295900" cy="69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fourth-largest planet by diameter in the entire Solar System”</a:t>
            </a:r>
            <a:endParaRPr/>
          </a:p>
        </p:txBody>
      </p:sp>
      <p:sp>
        <p:nvSpPr>
          <p:cNvPr id="689" name="Google Shape;689;p54"/>
          <p:cNvSpPr txBox="1"/>
          <p:nvPr>
            <p:ph idx="3" type="subTitle"/>
          </p:nvPr>
        </p:nvSpPr>
        <p:spPr>
          <a:xfrm>
            <a:off x="5829957" y="2112188"/>
            <a:ext cx="2295900" cy="466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John James, 36</a:t>
            </a:r>
            <a:endParaRPr/>
          </a:p>
        </p:txBody>
      </p:sp>
      <p:sp>
        <p:nvSpPr>
          <p:cNvPr id="690" name="Google Shape;690;p54"/>
          <p:cNvSpPr txBox="1"/>
          <p:nvPr>
            <p:ph idx="4" type="subTitle"/>
          </p:nvPr>
        </p:nvSpPr>
        <p:spPr>
          <a:xfrm>
            <a:off x="5827200" y="1421100"/>
            <a:ext cx="2295900" cy="694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Solar System”</a:t>
            </a:r>
            <a:endParaRPr/>
          </a:p>
        </p:txBody>
      </p:sp>
      <p:sp>
        <p:nvSpPr>
          <p:cNvPr id="691" name="Google Shape;691;p54"/>
          <p:cNvSpPr txBox="1"/>
          <p:nvPr>
            <p:ph idx="5" type="subTitle"/>
          </p:nvPr>
        </p:nvSpPr>
        <p:spPr>
          <a:xfrm>
            <a:off x="5829957" y="3766026"/>
            <a:ext cx="2295900" cy="466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Kate Day, 88</a:t>
            </a:r>
            <a:endParaRPr/>
          </a:p>
        </p:txBody>
      </p:sp>
      <p:sp>
        <p:nvSpPr>
          <p:cNvPr id="692" name="Google Shape;692;p54"/>
          <p:cNvSpPr txBox="1"/>
          <p:nvPr>
            <p:ph idx="6" type="subTitle"/>
          </p:nvPr>
        </p:nvSpPr>
        <p:spPr>
          <a:xfrm>
            <a:off x="5827200" y="3071525"/>
            <a:ext cx="2295900" cy="694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the ringed planet. It’s composed mostly of hydrogen and helium”</a:t>
            </a:r>
            <a:endParaRPr/>
          </a:p>
        </p:txBody>
      </p:sp>
      <p:pic>
        <p:nvPicPr>
          <p:cNvPr id="693" name="Google Shape;693;p54"/>
          <p:cNvPicPr preferRelativeResize="0"/>
          <p:nvPr>
            <p:ph idx="7" type="pic"/>
          </p:nvPr>
        </p:nvPicPr>
        <p:blipFill rotWithShape="1">
          <a:blip r:embed="rId3">
            <a:alphaModFix/>
          </a:blip>
          <a:srcRect b="50124" l="17644" r="64953" t="23106"/>
          <a:stretch/>
        </p:blipFill>
        <p:spPr>
          <a:xfrm>
            <a:off x="1845103" y="1606625"/>
            <a:ext cx="1209900" cy="1241400"/>
          </a:xfrm>
          <a:prstGeom prst="snip2DiagRect">
            <a:avLst>
              <a:gd fmla="val 0" name="adj1"/>
              <a:gd fmla="val 16667" name="adj2"/>
            </a:avLst>
          </a:prstGeom>
        </p:spPr>
      </p:pic>
      <p:pic>
        <p:nvPicPr>
          <p:cNvPr id="694" name="Google Shape;694;p54"/>
          <p:cNvPicPr preferRelativeResize="0"/>
          <p:nvPr>
            <p:ph idx="8" type="pic"/>
          </p:nvPr>
        </p:nvPicPr>
        <p:blipFill rotWithShape="1">
          <a:blip r:embed="rId4">
            <a:alphaModFix/>
          </a:blip>
          <a:srcRect b="54246" l="36133" r="37322" t="4920"/>
          <a:stretch/>
        </p:blipFill>
        <p:spPr>
          <a:xfrm>
            <a:off x="4483625" y="1379050"/>
            <a:ext cx="1209900" cy="1241400"/>
          </a:xfrm>
          <a:prstGeom prst="snip2DiagRect">
            <a:avLst>
              <a:gd fmla="val 0" name="adj1"/>
              <a:gd fmla="val 16667" name="adj2"/>
            </a:avLst>
          </a:prstGeom>
        </p:spPr>
      </p:pic>
      <p:pic>
        <p:nvPicPr>
          <p:cNvPr id="695" name="Google Shape;695;p54"/>
          <p:cNvPicPr preferRelativeResize="0"/>
          <p:nvPr>
            <p:ph idx="9" type="pic"/>
          </p:nvPr>
        </p:nvPicPr>
        <p:blipFill rotWithShape="1">
          <a:blip r:embed="rId5">
            <a:alphaModFix/>
          </a:blip>
          <a:srcRect b="19259" l="17123" r="36607" t="9565"/>
          <a:stretch/>
        </p:blipFill>
        <p:spPr>
          <a:xfrm>
            <a:off x="4483625" y="3031175"/>
            <a:ext cx="1209900" cy="1241400"/>
          </a:xfrm>
          <a:prstGeom prst="snip2DiagRect">
            <a:avLst>
              <a:gd fmla="val 0" name="adj1"/>
              <a:gd fmla="val 16667" name="adj2"/>
            </a:avLst>
          </a:prstGeom>
        </p:spPr>
      </p:pic>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699" name="Shape 699"/>
        <p:cNvGrpSpPr/>
        <p:nvPr/>
      </p:nvGrpSpPr>
      <p:grpSpPr>
        <a:xfrm>
          <a:off x="0" y="0"/>
          <a:ext cx="0" cy="0"/>
          <a:chOff x="0" y="0"/>
          <a:chExt cx="0" cy="0"/>
        </a:xfrm>
      </p:grpSpPr>
      <p:sp>
        <p:nvSpPr>
          <p:cNvPr id="700" name="Google Shape;700;p5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Staff</a:t>
            </a:r>
            <a:endParaRPr/>
          </a:p>
        </p:txBody>
      </p:sp>
      <p:pic>
        <p:nvPicPr>
          <p:cNvPr id="701" name="Google Shape;701;p55"/>
          <p:cNvPicPr preferRelativeResize="0"/>
          <p:nvPr>
            <p:ph idx="2" type="pic"/>
          </p:nvPr>
        </p:nvPicPr>
        <p:blipFill rotWithShape="1">
          <a:blip r:embed="rId3">
            <a:alphaModFix/>
          </a:blip>
          <a:srcRect b="0" l="15888" r="15888" t="0"/>
          <a:stretch/>
        </p:blipFill>
        <p:spPr>
          <a:xfrm>
            <a:off x="716600" y="1210450"/>
            <a:ext cx="1569600" cy="1530000"/>
          </a:xfrm>
          <a:prstGeom prst="snip2DiagRect">
            <a:avLst>
              <a:gd fmla="val 0" name="adj1"/>
              <a:gd fmla="val 16667" name="adj2"/>
            </a:avLst>
          </a:prstGeom>
        </p:spPr>
      </p:pic>
      <p:sp>
        <p:nvSpPr>
          <p:cNvPr id="702" name="Google Shape;702;p55"/>
          <p:cNvSpPr txBox="1"/>
          <p:nvPr/>
        </p:nvSpPr>
        <p:spPr>
          <a:xfrm>
            <a:off x="2416050" y="1769638"/>
            <a:ext cx="2135400" cy="273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chemeClr val="dk2"/>
                </a:solidFill>
                <a:latin typeface="Gothic A1"/>
                <a:ea typeface="Gothic A1"/>
                <a:cs typeface="Gothic A1"/>
                <a:sym typeface="Gothic A1"/>
              </a:rPr>
              <a:t>Role: Medical Director</a:t>
            </a:r>
            <a:endParaRPr sz="1200">
              <a:solidFill>
                <a:srgbClr val="0F343D"/>
              </a:solidFill>
              <a:latin typeface="Gothic A1"/>
              <a:ea typeface="Gothic A1"/>
              <a:cs typeface="Gothic A1"/>
              <a:sym typeface="Gothic A1"/>
            </a:endParaRPr>
          </a:p>
        </p:txBody>
      </p:sp>
      <p:sp>
        <p:nvSpPr>
          <p:cNvPr id="703" name="Google Shape;703;p55"/>
          <p:cNvSpPr txBox="1"/>
          <p:nvPr/>
        </p:nvSpPr>
        <p:spPr>
          <a:xfrm>
            <a:off x="2416050" y="1361088"/>
            <a:ext cx="2135400" cy="374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800">
                <a:solidFill>
                  <a:srgbClr val="107C8E"/>
                </a:solidFill>
                <a:latin typeface="Krub Medium"/>
                <a:ea typeface="Krub Medium"/>
                <a:cs typeface="Krub Medium"/>
                <a:sym typeface="Krub Medium"/>
              </a:rPr>
              <a:t>Dr. Timmy Jimmy</a:t>
            </a:r>
            <a:endParaRPr sz="1800">
              <a:solidFill>
                <a:srgbClr val="107C8E"/>
              </a:solidFill>
              <a:latin typeface="Krub Medium"/>
              <a:ea typeface="Krub Medium"/>
              <a:cs typeface="Krub Medium"/>
              <a:sym typeface="Krub Medium"/>
            </a:endParaRPr>
          </a:p>
        </p:txBody>
      </p:sp>
      <p:sp>
        <p:nvSpPr>
          <p:cNvPr id="704" name="Google Shape;704;p55"/>
          <p:cNvSpPr txBox="1"/>
          <p:nvPr/>
        </p:nvSpPr>
        <p:spPr>
          <a:xfrm>
            <a:off x="2416050" y="2077688"/>
            <a:ext cx="2135400" cy="512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2"/>
                </a:solidFill>
                <a:latin typeface="Gothic A1"/>
                <a:ea typeface="Gothic A1"/>
                <a:cs typeface="Gothic A1"/>
                <a:sym typeface="Gothic A1"/>
              </a:rPr>
              <a:t>You can replace the image on the screen with your own</a:t>
            </a:r>
            <a:endParaRPr sz="1200">
              <a:solidFill>
                <a:srgbClr val="0F343D"/>
              </a:solidFill>
              <a:latin typeface="Gothic A1"/>
              <a:ea typeface="Gothic A1"/>
              <a:cs typeface="Gothic A1"/>
              <a:sym typeface="Gothic A1"/>
            </a:endParaRPr>
          </a:p>
        </p:txBody>
      </p:sp>
      <p:pic>
        <p:nvPicPr>
          <p:cNvPr id="705" name="Google Shape;705;p55"/>
          <p:cNvPicPr preferRelativeResize="0"/>
          <p:nvPr>
            <p:ph idx="3" type="pic"/>
          </p:nvPr>
        </p:nvPicPr>
        <p:blipFill rotWithShape="1">
          <a:blip r:embed="rId4">
            <a:alphaModFix/>
          </a:blip>
          <a:srcRect b="17495" l="0" r="0" t="17489"/>
          <a:stretch/>
        </p:blipFill>
        <p:spPr>
          <a:xfrm>
            <a:off x="716600" y="2992175"/>
            <a:ext cx="1569600" cy="1530000"/>
          </a:xfrm>
          <a:prstGeom prst="snip2DiagRect">
            <a:avLst>
              <a:gd fmla="val 0" name="adj1"/>
              <a:gd fmla="val 16667" name="adj2"/>
            </a:avLst>
          </a:prstGeom>
        </p:spPr>
      </p:pic>
      <p:sp>
        <p:nvSpPr>
          <p:cNvPr id="706" name="Google Shape;706;p55"/>
          <p:cNvSpPr txBox="1"/>
          <p:nvPr>
            <p:ph idx="4294967295" type="subTitle"/>
          </p:nvPr>
        </p:nvSpPr>
        <p:spPr>
          <a:xfrm>
            <a:off x="5104250" y="1635650"/>
            <a:ext cx="1343100" cy="512100"/>
          </a:xfrm>
          <a:prstGeom prst="rect">
            <a:avLst/>
          </a:prstGeom>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rPr lang="en"/>
              <a:t>You can enter a description here</a:t>
            </a:r>
            <a:endParaRPr/>
          </a:p>
        </p:txBody>
      </p:sp>
      <p:sp>
        <p:nvSpPr>
          <p:cNvPr id="707" name="Google Shape;707;p55"/>
          <p:cNvSpPr txBox="1"/>
          <p:nvPr/>
        </p:nvSpPr>
        <p:spPr>
          <a:xfrm>
            <a:off x="4730151" y="1724013"/>
            <a:ext cx="374100" cy="374400"/>
          </a:xfrm>
          <a:prstGeom prst="rect">
            <a:avLst/>
          </a:prstGeom>
          <a:solidFill>
            <a:srgbClr val="95E7D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0F343D"/>
              </a:solidFill>
              <a:latin typeface="Gothic A1"/>
              <a:ea typeface="Gothic A1"/>
              <a:cs typeface="Gothic A1"/>
              <a:sym typeface="Gothic A1"/>
            </a:endParaRPr>
          </a:p>
        </p:txBody>
      </p:sp>
      <p:sp>
        <p:nvSpPr>
          <p:cNvPr id="708" name="Google Shape;708;p55"/>
          <p:cNvSpPr txBox="1"/>
          <p:nvPr/>
        </p:nvSpPr>
        <p:spPr>
          <a:xfrm>
            <a:off x="4730150" y="1255250"/>
            <a:ext cx="3647400" cy="374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107C8E"/>
                </a:solidFill>
                <a:latin typeface="Krub Medium"/>
                <a:ea typeface="Krub Medium"/>
                <a:cs typeface="Krub Medium"/>
                <a:sym typeface="Krub Medium"/>
              </a:rPr>
              <a:t>Specialization and expertise</a:t>
            </a:r>
            <a:endParaRPr>
              <a:solidFill>
                <a:srgbClr val="107C8E"/>
              </a:solidFill>
              <a:latin typeface="Krub Medium"/>
              <a:ea typeface="Krub Medium"/>
              <a:cs typeface="Krub Medium"/>
              <a:sym typeface="Krub Medium"/>
            </a:endParaRPr>
          </a:p>
        </p:txBody>
      </p:sp>
      <p:sp>
        <p:nvSpPr>
          <p:cNvPr id="709" name="Google Shape;709;p55"/>
          <p:cNvSpPr txBox="1"/>
          <p:nvPr>
            <p:ph idx="4294967295" type="subTitle"/>
          </p:nvPr>
        </p:nvSpPr>
        <p:spPr>
          <a:xfrm>
            <a:off x="5104250" y="2183550"/>
            <a:ext cx="1343100" cy="512100"/>
          </a:xfrm>
          <a:prstGeom prst="rect">
            <a:avLst/>
          </a:prstGeom>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rPr lang="en"/>
              <a:t>You can enter a description here</a:t>
            </a:r>
            <a:endParaRPr/>
          </a:p>
        </p:txBody>
      </p:sp>
      <p:sp>
        <p:nvSpPr>
          <p:cNvPr id="710" name="Google Shape;710;p55"/>
          <p:cNvSpPr txBox="1"/>
          <p:nvPr/>
        </p:nvSpPr>
        <p:spPr>
          <a:xfrm>
            <a:off x="4730151" y="2271913"/>
            <a:ext cx="374100" cy="374400"/>
          </a:xfrm>
          <a:prstGeom prst="rect">
            <a:avLst/>
          </a:prstGeom>
          <a:solidFill>
            <a:srgbClr val="95E7D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0F343D"/>
              </a:solidFill>
              <a:latin typeface="Gothic A1"/>
              <a:ea typeface="Gothic A1"/>
              <a:cs typeface="Gothic A1"/>
              <a:sym typeface="Gothic A1"/>
            </a:endParaRPr>
          </a:p>
        </p:txBody>
      </p:sp>
      <p:sp>
        <p:nvSpPr>
          <p:cNvPr id="711" name="Google Shape;711;p55"/>
          <p:cNvSpPr txBox="1"/>
          <p:nvPr>
            <p:ph idx="4294967295" type="subTitle"/>
          </p:nvPr>
        </p:nvSpPr>
        <p:spPr>
          <a:xfrm>
            <a:off x="7034525" y="1635650"/>
            <a:ext cx="1343100" cy="512100"/>
          </a:xfrm>
          <a:prstGeom prst="rect">
            <a:avLst/>
          </a:prstGeom>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rPr lang="en"/>
              <a:t>You can enter a description here</a:t>
            </a:r>
            <a:endParaRPr/>
          </a:p>
        </p:txBody>
      </p:sp>
      <p:sp>
        <p:nvSpPr>
          <p:cNvPr id="712" name="Google Shape;712;p55"/>
          <p:cNvSpPr txBox="1"/>
          <p:nvPr/>
        </p:nvSpPr>
        <p:spPr>
          <a:xfrm>
            <a:off x="6660426" y="1724013"/>
            <a:ext cx="374100" cy="374400"/>
          </a:xfrm>
          <a:prstGeom prst="rect">
            <a:avLst/>
          </a:prstGeom>
          <a:solidFill>
            <a:srgbClr val="95E7D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0F343D"/>
              </a:solidFill>
              <a:latin typeface="Gothic A1"/>
              <a:ea typeface="Gothic A1"/>
              <a:cs typeface="Gothic A1"/>
              <a:sym typeface="Gothic A1"/>
            </a:endParaRPr>
          </a:p>
        </p:txBody>
      </p:sp>
      <p:sp>
        <p:nvSpPr>
          <p:cNvPr id="713" name="Google Shape;713;p55"/>
          <p:cNvSpPr txBox="1"/>
          <p:nvPr>
            <p:ph idx="4294967295" type="subTitle"/>
          </p:nvPr>
        </p:nvSpPr>
        <p:spPr>
          <a:xfrm>
            <a:off x="7034525" y="2183550"/>
            <a:ext cx="1343100" cy="512100"/>
          </a:xfrm>
          <a:prstGeom prst="rect">
            <a:avLst/>
          </a:prstGeom>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rPr lang="en"/>
              <a:t>You can enter a description here</a:t>
            </a:r>
            <a:endParaRPr/>
          </a:p>
        </p:txBody>
      </p:sp>
      <p:sp>
        <p:nvSpPr>
          <p:cNvPr id="714" name="Google Shape;714;p55"/>
          <p:cNvSpPr txBox="1"/>
          <p:nvPr/>
        </p:nvSpPr>
        <p:spPr>
          <a:xfrm>
            <a:off x="6660426" y="2271913"/>
            <a:ext cx="374100" cy="374400"/>
          </a:xfrm>
          <a:prstGeom prst="rect">
            <a:avLst/>
          </a:prstGeom>
          <a:solidFill>
            <a:srgbClr val="95E7D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0F343D"/>
              </a:solidFill>
              <a:latin typeface="Gothic A1"/>
              <a:ea typeface="Gothic A1"/>
              <a:cs typeface="Gothic A1"/>
              <a:sym typeface="Gothic A1"/>
            </a:endParaRPr>
          </a:p>
        </p:txBody>
      </p:sp>
      <p:sp>
        <p:nvSpPr>
          <p:cNvPr id="715" name="Google Shape;715;p55"/>
          <p:cNvSpPr txBox="1"/>
          <p:nvPr/>
        </p:nvSpPr>
        <p:spPr>
          <a:xfrm>
            <a:off x="2416050" y="3551375"/>
            <a:ext cx="2135400" cy="273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chemeClr val="dk2"/>
                </a:solidFill>
                <a:latin typeface="Gothic A1"/>
                <a:ea typeface="Gothic A1"/>
                <a:cs typeface="Gothic A1"/>
                <a:sym typeface="Gothic A1"/>
              </a:rPr>
              <a:t>Role: Director of Nursing</a:t>
            </a:r>
            <a:endParaRPr sz="1200">
              <a:solidFill>
                <a:srgbClr val="0F343D"/>
              </a:solidFill>
              <a:latin typeface="Gothic A1"/>
              <a:ea typeface="Gothic A1"/>
              <a:cs typeface="Gothic A1"/>
              <a:sym typeface="Gothic A1"/>
            </a:endParaRPr>
          </a:p>
        </p:txBody>
      </p:sp>
      <p:sp>
        <p:nvSpPr>
          <p:cNvPr id="716" name="Google Shape;716;p55"/>
          <p:cNvSpPr txBox="1"/>
          <p:nvPr/>
        </p:nvSpPr>
        <p:spPr>
          <a:xfrm>
            <a:off x="2416050" y="3142825"/>
            <a:ext cx="2135400" cy="374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800">
                <a:solidFill>
                  <a:srgbClr val="107C8E"/>
                </a:solidFill>
                <a:latin typeface="Krub Medium"/>
                <a:ea typeface="Krub Medium"/>
                <a:cs typeface="Krub Medium"/>
                <a:sym typeface="Krub Medium"/>
              </a:rPr>
              <a:t>Sarah James</a:t>
            </a:r>
            <a:endParaRPr sz="1800">
              <a:solidFill>
                <a:srgbClr val="107C8E"/>
              </a:solidFill>
              <a:latin typeface="Krub Medium"/>
              <a:ea typeface="Krub Medium"/>
              <a:cs typeface="Krub Medium"/>
              <a:sym typeface="Krub Medium"/>
            </a:endParaRPr>
          </a:p>
        </p:txBody>
      </p:sp>
      <p:sp>
        <p:nvSpPr>
          <p:cNvPr id="717" name="Google Shape;717;p55"/>
          <p:cNvSpPr txBox="1"/>
          <p:nvPr/>
        </p:nvSpPr>
        <p:spPr>
          <a:xfrm>
            <a:off x="2416050" y="3859425"/>
            <a:ext cx="2135400" cy="512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2"/>
                </a:solidFill>
                <a:latin typeface="Gothic A1"/>
                <a:ea typeface="Gothic A1"/>
                <a:cs typeface="Gothic A1"/>
                <a:sym typeface="Gothic A1"/>
              </a:rPr>
              <a:t>You can replace the image on the screen with your own</a:t>
            </a:r>
            <a:endParaRPr sz="1200">
              <a:solidFill>
                <a:srgbClr val="0F343D"/>
              </a:solidFill>
              <a:latin typeface="Gothic A1"/>
              <a:ea typeface="Gothic A1"/>
              <a:cs typeface="Gothic A1"/>
              <a:sym typeface="Gothic A1"/>
            </a:endParaRPr>
          </a:p>
        </p:txBody>
      </p:sp>
      <p:sp>
        <p:nvSpPr>
          <p:cNvPr id="718" name="Google Shape;718;p55"/>
          <p:cNvSpPr txBox="1"/>
          <p:nvPr>
            <p:ph idx="4294967295" type="subTitle"/>
          </p:nvPr>
        </p:nvSpPr>
        <p:spPr>
          <a:xfrm>
            <a:off x="5104250" y="3417363"/>
            <a:ext cx="1343100" cy="512100"/>
          </a:xfrm>
          <a:prstGeom prst="rect">
            <a:avLst/>
          </a:prstGeom>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rPr lang="en"/>
              <a:t>You can enter a description here</a:t>
            </a:r>
            <a:endParaRPr/>
          </a:p>
        </p:txBody>
      </p:sp>
      <p:sp>
        <p:nvSpPr>
          <p:cNvPr id="719" name="Google Shape;719;p55"/>
          <p:cNvSpPr txBox="1"/>
          <p:nvPr/>
        </p:nvSpPr>
        <p:spPr>
          <a:xfrm>
            <a:off x="4730151" y="3505725"/>
            <a:ext cx="374100" cy="374400"/>
          </a:xfrm>
          <a:prstGeom prst="rect">
            <a:avLst/>
          </a:prstGeom>
          <a:solidFill>
            <a:srgbClr val="95E7D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0F343D"/>
              </a:solidFill>
              <a:latin typeface="Gothic A1"/>
              <a:ea typeface="Gothic A1"/>
              <a:cs typeface="Gothic A1"/>
              <a:sym typeface="Gothic A1"/>
            </a:endParaRPr>
          </a:p>
        </p:txBody>
      </p:sp>
      <p:sp>
        <p:nvSpPr>
          <p:cNvPr id="720" name="Google Shape;720;p55"/>
          <p:cNvSpPr txBox="1"/>
          <p:nvPr/>
        </p:nvSpPr>
        <p:spPr>
          <a:xfrm>
            <a:off x="4730150" y="3036963"/>
            <a:ext cx="3647400" cy="374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107C8E"/>
                </a:solidFill>
                <a:latin typeface="Krub Medium"/>
                <a:ea typeface="Krub Medium"/>
                <a:cs typeface="Krub Medium"/>
                <a:sym typeface="Krub Medium"/>
              </a:rPr>
              <a:t>Specialization and expertise</a:t>
            </a:r>
            <a:endParaRPr>
              <a:solidFill>
                <a:srgbClr val="107C8E"/>
              </a:solidFill>
              <a:latin typeface="Krub Medium"/>
              <a:ea typeface="Krub Medium"/>
              <a:cs typeface="Krub Medium"/>
              <a:sym typeface="Krub Medium"/>
            </a:endParaRPr>
          </a:p>
        </p:txBody>
      </p:sp>
      <p:sp>
        <p:nvSpPr>
          <p:cNvPr id="721" name="Google Shape;721;p55"/>
          <p:cNvSpPr txBox="1"/>
          <p:nvPr>
            <p:ph idx="4294967295" type="subTitle"/>
          </p:nvPr>
        </p:nvSpPr>
        <p:spPr>
          <a:xfrm>
            <a:off x="5104250" y="3965263"/>
            <a:ext cx="1343100" cy="512100"/>
          </a:xfrm>
          <a:prstGeom prst="rect">
            <a:avLst/>
          </a:prstGeom>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rPr lang="en"/>
              <a:t>You can enter a description here</a:t>
            </a:r>
            <a:endParaRPr/>
          </a:p>
        </p:txBody>
      </p:sp>
      <p:sp>
        <p:nvSpPr>
          <p:cNvPr id="722" name="Google Shape;722;p55"/>
          <p:cNvSpPr txBox="1"/>
          <p:nvPr/>
        </p:nvSpPr>
        <p:spPr>
          <a:xfrm>
            <a:off x="4730151" y="4053625"/>
            <a:ext cx="374100" cy="374400"/>
          </a:xfrm>
          <a:prstGeom prst="rect">
            <a:avLst/>
          </a:prstGeom>
          <a:solidFill>
            <a:srgbClr val="95E7D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0F343D"/>
              </a:solidFill>
              <a:latin typeface="Gothic A1"/>
              <a:ea typeface="Gothic A1"/>
              <a:cs typeface="Gothic A1"/>
              <a:sym typeface="Gothic A1"/>
            </a:endParaRPr>
          </a:p>
        </p:txBody>
      </p:sp>
      <p:sp>
        <p:nvSpPr>
          <p:cNvPr id="723" name="Google Shape;723;p55"/>
          <p:cNvSpPr txBox="1"/>
          <p:nvPr>
            <p:ph idx="4294967295" type="subTitle"/>
          </p:nvPr>
        </p:nvSpPr>
        <p:spPr>
          <a:xfrm>
            <a:off x="7034525" y="3417363"/>
            <a:ext cx="1343100" cy="512100"/>
          </a:xfrm>
          <a:prstGeom prst="rect">
            <a:avLst/>
          </a:prstGeom>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rPr lang="en"/>
              <a:t>You can enter a description here</a:t>
            </a:r>
            <a:endParaRPr/>
          </a:p>
        </p:txBody>
      </p:sp>
      <p:sp>
        <p:nvSpPr>
          <p:cNvPr id="724" name="Google Shape;724;p55"/>
          <p:cNvSpPr txBox="1"/>
          <p:nvPr/>
        </p:nvSpPr>
        <p:spPr>
          <a:xfrm>
            <a:off x="6660426" y="3505725"/>
            <a:ext cx="374100" cy="374400"/>
          </a:xfrm>
          <a:prstGeom prst="rect">
            <a:avLst/>
          </a:prstGeom>
          <a:solidFill>
            <a:srgbClr val="95E7D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0F343D"/>
              </a:solidFill>
              <a:latin typeface="Gothic A1"/>
              <a:ea typeface="Gothic A1"/>
              <a:cs typeface="Gothic A1"/>
              <a:sym typeface="Gothic A1"/>
            </a:endParaRPr>
          </a:p>
        </p:txBody>
      </p:sp>
      <p:sp>
        <p:nvSpPr>
          <p:cNvPr id="725" name="Google Shape;725;p55"/>
          <p:cNvSpPr txBox="1"/>
          <p:nvPr>
            <p:ph idx="4294967295" type="subTitle"/>
          </p:nvPr>
        </p:nvSpPr>
        <p:spPr>
          <a:xfrm>
            <a:off x="7034525" y="3965263"/>
            <a:ext cx="1343100" cy="512100"/>
          </a:xfrm>
          <a:prstGeom prst="rect">
            <a:avLst/>
          </a:prstGeom>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rPr lang="en"/>
              <a:t>You can enter a description here</a:t>
            </a:r>
            <a:endParaRPr/>
          </a:p>
        </p:txBody>
      </p:sp>
      <p:sp>
        <p:nvSpPr>
          <p:cNvPr id="726" name="Google Shape;726;p55"/>
          <p:cNvSpPr txBox="1"/>
          <p:nvPr/>
        </p:nvSpPr>
        <p:spPr>
          <a:xfrm>
            <a:off x="6660426" y="4053625"/>
            <a:ext cx="374100" cy="374400"/>
          </a:xfrm>
          <a:prstGeom prst="rect">
            <a:avLst/>
          </a:prstGeom>
          <a:solidFill>
            <a:srgbClr val="95E7D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0F343D"/>
              </a:solidFill>
              <a:latin typeface="Gothic A1"/>
              <a:ea typeface="Gothic A1"/>
              <a:cs typeface="Gothic A1"/>
              <a:sym typeface="Gothic A1"/>
            </a:endParaRPr>
          </a:p>
        </p:txBody>
      </p:sp>
      <p:grpSp>
        <p:nvGrpSpPr>
          <p:cNvPr id="727" name="Google Shape;727;p55"/>
          <p:cNvGrpSpPr/>
          <p:nvPr/>
        </p:nvGrpSpPr>
        <p:grpSpPr>
          <a:xfrm>
            <a:off x="6730469" y="3571424"/>
            <a:ext cx="234007" cy="233812"/>
            <a:chOff x="3367078" y="3063744"/>
            <a:chExt cx="323885" cy="323615"/>
          </a:xfrm>
        </p:grpSpPr>
        <p:sp>
          <p:nvSpPr>
            <p:cNvPr id="728" name="Google Shape;728;p55"/>
            <p:cNvSpPr/>
            <p:nvPr/>
          </p:nvSpPr>
          <p:spPr>
            <a:xfrm>
              <a:off x="3521627" y="3216010"/>
              <a:ext cx="14482" cy="11958"/>
            </a:xfrm>
            <a:custGeom>
              <a:rect b="b" l="l" r="r" t="t"/>
              <a:pathLst>
                <a:path extrusionOk="0" h="398" w="482">
                  <a:moveTo>
                    <a:pt x="0" y="1"/>
                  </a:moveTo>
                  <a:cubicBezTo>
                    <a:pt x="61" y="145"/>
                    <a:pt x="136" y="280"/>
                    <a:pt x="245" y="398"/>
                  </a:cubicBezTo>
                  <a:cubicBezTo>
                    <a:pt x="346" y="280"/>
                    <a:pt x="431" y="145"/>
                    <a:pt x="4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55"/>
            <p:cNvSpPr/>
            <p:nvPr/>
          </p:nvSpPr>
          <p:spPr>
            <a:xfrm>
              <a:off x="3481608" y="3178244"/>
              <a:ext cx="94762" cy="94311"/>
            </a:xfrm>
            <a:custGeom>
              <a:rect b="b" l="l" r="r" t="t"/>
              <a:pathLst>
                <a:path extrusionOk="0" h="3139" w="3154">
                  <a:moveTo>
                    <a:pt x="2538" y="626"/>
                  </a:moveTo>
                  <a:lnTo>
                    <a:pt x="2522" y="962"/>
                  </a:lnTo>
                  <a:cubicBezTo>
                    <a:pt x="2480" y="1511"/>
                    <a:pt x="2202" y="2009"/>
                    <a:pt x="1763" y="2329"/>
                  </a:cubicBezTo>
                  <a:lnTo>
                    <a:pt x="1577" y="2456"/>
                  </a:lnTo>
                  <a:lnTo>
                    <a:pt x="1393" y="2329"/>
                  </a:lnTo>
                  <a:cubicBezTo>
                    <a:pt x="945" y="2009"/>
                    <a:pt x="666" y="1511"/>
                    <a:pt x="634" y="962"/>
                  </a:cubicBezTo>
                  <a:lnTo>
                    <a:pt x="607" y="626"/>
                  </a:lnTo>
                  <a:close/>
                  <a:moveTo>
                    <a:pt x="0" y="1"/>
                  </a:moveTo>
                  <a:lnTo>
                    <a:pt x="0" y="845"/>
                  </a:lnTo>
                  <a:cubicBezTo>
                    <a:pt x="0" y="1865"/>
                    <a:pt x="624" y="2776"/>
                    <a:pt x="1577" y="3138"/>
                  </a:cubicBezTo>
                  <a:cubicBezTo>
                    <a:pt x="2522" y="2776"/>
                    <a:pt x="3154" y="1865"/>
                    <a:pt x="3154" y="845"/>
                  </a:cubicBezTo>
                  <a:lnTo>
                    <a:pt x="31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55"/>
            <p:cNvSpPr/>
            <p:nvPr/>
          </p:nvSpPr>
          <p:spPr>
            <a:xfrm>
              <a:off x="3367078" y="3063744"/>
              <a:ext cx="323885" cy="323615"/>
            </a:xfrm>
            <a:custGeom>
              <a:rect b="b" l="l" r="r" t="t"/>
              <a:pathLst>
                <a:path extrusionOk="0" h="10771" w="10780">
                  <a:moveTo>
                    <a:pt x="7599" y="3180"/>
                  </a:moveTo>
                  <a:lnTo>
                    <a:pt x="7599" y="4656"/>
                  </a:lnTo>
                  <a:cubicBezTo>
                    <a:pt x="7599" y="5980"/>
                    <a:pt x="6747" y="7160"/>
                    <a:pt x="5490" y="7583"/>
                  </a:cubicBezTo>
                  <a:lnTo>
                    <a:pt x="5389" y="7615"/>
                  </a:lnTo>
                  <a:lnTo>
                    <a:pt x="5288" y="7583"/>
                  </a:lnTo>
                  <a:cubicBezTo>
                    <a:pt x="4023" y="7160"/>
                    <a:pt x="3181" y="5980"/>
                    <a:pt x="3181" y="4656"/>
                  </a:cubicBezTo>
                  <a:lnTo>
                    <a:pt x="3181" y="3180"/>
                  </a:lnTo>
                  <a:close/>
                  <a:moveTo>
                    <a:pt x="4446" y="0"/>
                  </a:moveTo>
                  <a:lnTo>
                    <a:pt x="4446" y="632"/>
                  </a:lnTo>
                  <a:lnTo>
                    <a:pt x="5069" y="632"/>
                  </a:lnTo>
                  <a:lnTo>
                    <a:pt x="5069" y="1915"/>
                  </a:lnTo>
                  <a:lnTo>
                    <a:pt x="3812" y="1915"/>
                  </a:lnTo>
                  <a:lnTo>
                    <a:pt x="3812" y="650"/>
                  </a:lnTo>
                  <a:lnTo>
                    <a:pt x="3181" y="650"/>
                  </a:lnTo>
                  <a:lnTo>
                    <a:pt x="3181" y="1915"/>
                  </a:lnTo>
                  <a:lnTo>
                    <a:pt x="1915" y="1915"/>
                  </a:lnTo>
                  <a:lnTo>
                    <a:pt x="1915" y="3180"/>
                  </a:lnTo>
                  <a:lnTo>
                    <a:pt x="658" y="3180"/>
                  </a:lnTo>
                  <a:lnTo>
                    <a:pt x="658" y="3812"/>
                  </a:lnTo>
                  <a:lnTo>
                    <a:pt x="1915" y="3812"/>
                  </a:lnTo>
                  <a:lnTo>
                    <a:pt x="1915" y="5069"/>
                  </a:lnTo>
                  <a:lnTo>
                    <a:pt x="632" y="5069"/>
                  </a:lnTo>
                  <a:lnTo>
                    <a:pt x="632" y="4437"/>
                  </a:lnTo>
                  <a:lnTo>
                    <a:pt x="1" y="4437"/>
                  </a:lnTo>
                  <a:lnTo>
                    <a:pt x="1" y="6334"/>
                  </a:lnTo>
                  <a:lnTo>
                    <a:pt x="632" y="6334"/>
                  </a:lnTo>
                  <a:lnTo>
                    <a:pt x="632" y="5702"/>
                  </a:lnTo>
                  <a:lnTo>
                    <a:pt x="1915" y="5702"/>
                  </a:lnTo>
                  <a:lnTo>
                    <a:pt x="1915" y="6968"/>
                  </a:lnTo>
                  <a:lnTo>
                    <a:pt x="658" y="6968"/>
                  </a:lnTo>
                  <a:lnTo>
                    <a:pt x="658" y="7599"/>
                  </a:lnTo>
                  <a:lnTo>
                    <a:pt x="1915" y="7599"/>
                  </a:lnTo>
                  <a:lnTo>
                    <a:pt x="1915" y="8856"/>
                  </a:lnTo>
                  <a:lnTo>
                    <a:pt x="3181" y="8856"/>
                  </a:lnTo>
                  <a:lnTo>
                    <a:pt x="3181" y="10121"/>
                  </a:lnTo>
                  <a:lnTo>
                    <a:pt x="3812" y="10121"/>
                  </a:lnTo>
                  <a:lnTo>
                    <a:pt x="3812" y="8856"/>
                  </a:lnTo>
                  <a:lnTo>
                    <a:pt x="5069" y="8856"/>
                  </a:lnTo>
                  <a:lnTo>
                    <a:pt x="5069" y="10145"/>
                  </a:lnTo>
                  <a:lnTo>
                    <a:pt x="4446" y="10145"/>
                  </a:lnTo>
                  <a:lnTo>
                    <a:pt x="4446" y="10771"/>
                  </a:lnTo>
                  <a:lnTo>
                    <a:pt x="6334" y="10771"/>
                  </a:lnTo>
                  <a:lnTo>
                    <a:pt x="6334" y="10145"/>
                  </a:lnTo>
                  <a:lnTo>
                    <a:pt x="5701" y="10145"/>
                  </a:lnTo>
                  <a:lnTo>
                    <a:pt x="5701" y="8856"/>
                  </a:lnTo>
                  <a:lnTo>
                    <a:pt x="6966" y="8856"/>
                  </a:lnTo>
                  <a:lnTo>
                    <a:pt x="6966" y="10121"/>
                  </a:lnTo>
                  <a:lnTo>
                    <a:pt x="7599" y="10121"/>
                  </a:lnTo>
                  <a:lnTo>
                    <a:pt x="7599" y="8856"/>
                  </a:lnTo>
                  <a:lnTo>
                    <a:pt x="8864" y="8856"/>
                  </a:lnTo>
                  <a:lnTo>
                    <a:pt x="8864" y="7599"/>
                  </a:lnTo>
                  <a:lnTo>
                    <a:pt x="10121" y="7599"/>
                  </a:lnTo>
                  <a:lnTo>
                    <a:pt x="10121" y="6968"/>
                  </a:lnTo>
                  <a:lnTo>
                    <a:pt x="8864" y="6968"/>
                  </a:lnTo>
                  <a:lnTo>
                    <a:pt x="8864" y="5702"/>
                  </a:lnTo>
                  <a:lnTo>
                    <a:pt x="10146" y="5702"/>
                  </a:lnTo>
                  <a:lnTo>
                    <a:pt x="10146" y="6334"/>
                  </a:lnTo>
                  <a:lnTo>
                    <a:pt x="10779" y="6334"/>
                  </a:lnTo>
                  <a:lnTo>
                    <a:pt x="10779" y="4437"/>
                  </a:lnTo>
                  <a:lnTo>
                    <a:pt x="10146" y="4437"/>
                  </a:lnTo>
                  <a:lnTo>
                    <a:pt x="10146" y="5069"/>
                  </a:lnTo>
                  <a:lnTo>
                    <a:pt x="8864" y="5069"/>
                  </a:lnTo>
                  <a:lnTo>
                    <a:pt x="8864" y="3812"/>
                  </a:lnTo>
                  <a:lnTo>
                    <a:pt x="10121" y="3812"/>
                  </a:lnTo>
                  <a:lnTo>
                    <a:pt x="10121" y="3180"/>
                  </a:lnTo>
                  <a:lnTo>
                    <a:pt x="8864" y="3180"/>
                  </a:lnTo>
                  <a:lnTo>
                    <a:pt x="8864" y="1915"/>
                  </a:lnTo>
                  <a:lnTo>
                    <a:pt x="7599" y="1915"/>
                  </a:lnTo>
                  <a:lnTo>
                    <a:pt x="7599" y="650"/>
                  </a:lnTo>
                  <a:lnTo>
                    <a:pt x="6966" y="650"/>
                  </a:lnTo>
                  <a:lnTo>
                    <a:pt x="6966" y="1915"/>
                  </a:lnTo>
                  <a:lnTo>
                    <a:pt x="5701" y="1915"/>
                  </a:lnTo>
                  <a:lnTo>
                    <a:pt x="5701" y="632"/>
                  </a:lnTo>
                  <a:lnTo>
                    <a:pt x="6334" y="632"/>
                  </a:lnTo>
                  <a:lnTo>
                    <a:pt x="633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 name="Google Shape;731;p55"/>
          <p:cNvGrpSpPr/>
          <p:nvPr/>
        </p:nvGrpSpPr>
        <p:grpSpPr>
          <a:xfrm>
            <a:off x="4814358" y="4123924"/>
            <a:ext cx="205679" cy="233812"/>
            <a:chOff x="2683865" y="3063744"/>
            <a:chExt cx="284676" cy="323615"/>
          </a:xfrm>
        </p:grpSpPr>
        <p:sp>
          <p:nvSpPr>
            <p:cNvPr id="732" name="Google Shape;732;p55"/>
            <p:cNvSpPr/>
            <p:nvPr/>
          </p:nvSpPr>
          <p:spPr>
            <a:xfrm>
              <a:off x="2683865" y="3063744"/>
              <a:ext cx="284676" cy="323615"/>
            </a:xfrm>
            <a:custGeom>
              <a:rect b="b" l="l" r="r" t="t"/>
              <a:pathLst>
                <a:path extrusionOk="0" h="10771" w="9475">
                  <a:moveTo>
                    <a:pt x="8209" y="1265"/>
                  </a:moveTo>
                  <a:lnTo>
                    <a:pt x="8209" y="4555"/>
                  </a:lnTo>
                  <a:cubicBezTo>
                    <a:pt x="8209" y="6696"/>
                    <a:pt x="6859" y="8637"/>
                    <a:pt x="4851" y="9386"/>
                  </a:cubicBezTo>
                  <a:lnTo>
                    <a:pt x="4742" y="9429"/>
                  </a:lnTo>
                  <a:lnTo>
                    <a:pt x="4632" y="9386"/>
                  </a:lnTo>
                  <a:cubicBezTo>
                    <a:pt x="2616" y="8637"/>
                    <a:pt x="1266" y="6696"/>
                    <a:pt x="1266" y="4555"/>
                  </a:cubicBezTo>
                  <a:lnTo>
                    <a:pt x="1266" y="1265"/>
                  </a:lnTo>
                  <a:close/>
                  <a:moveTo>
                    <a:pt x="1" y="0"/>
                  </a:moveTo>
                  <a:lnTo>
                    <a:pt x="1" y="4555"/>
                  </a:lnTo>
                  <a:cubicBezTo>
                    <a:pt x="1" y="7405"/>
                    <a:pt x="1916" y="9969"/>
                    <a:pt x="4648" y="10753"/>
                  </a:cubicBezTo>
                  <a:lnTo>
                    <a:pt x="4742" y="10771"/>
                  </a:lnTo>
                  <a:lnTo>
                    <a:pt x="4827" y="10753"/>
                  </a:lnTo>
                  <a:cubicBezTo>
                    <a:pt x="7559" y="9969"/>
                    <a:pt x="9474" y="7405"/>
                    <a:pt x="9474" y="4555"/>
                  </a:cubicBezTo>
                  <a:lnTo>
                    <a:pt x="947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55"/>
            <p:cNvSpPr/>
            <p:nvPr/>
          </p:nvSpPr>
          <p:spPr>
            <a:xfrm>
              <a:off x="2740919" y="3120708"/>
              <a:ext cx="170565" cy="206079"/>
            </a:xfrm>
            <a:custGeom>
              <a:rect b="b" l="l" r="r" t="t"/>
              <a:pathLst>
                <a:path extrusionOk="0" h="6859" w="5677">
                  <a:moveTo>
                    <a:pt x="1889" y="1258"/>
                  </a:moveTo>
                  <a:lnTo>
                    <a:pt x="1889" y="1892"/>
                  </a:lnTo>
                  <a:lnTo>
                    <a:pt x="1258" y="1892"/>
                  </a:lnTo>
                  <a:lnTo>
                    <a:pt x="1258" y="1258"/>
                  </a:lnTo>
                  <a:close/>
                  <a:moveTo>
                    <a:pt x="4419" y="1258"/>
                  </a:moveTo>
                  <a:lnTo>
                    <a:pt x="4419" y="1892"/>
                  </a:lnTo>
                  <a:lnTo>
                    <a:pt x="3788" y="1892"/>
                  </a:lnTo>
                  <a:lnTo>
                    <a:pt x="3788" y="1258"/>
                  </a:lnTo>
                  <a:close/>
                  <a:moveTo>
                    <a:pt x="3154" y="3157"/>
                  </a:moveTo>
                  <a:lnTo>
                    <a:pt x="3154" y="3788"/>
                  </a:lnTo>
                  <a:lnTo>
                    <a:pt x="2523" y="3788"/>
                  </a:lnTo>
                  <a:lnTo>
                    <a:pt x="2523" y="3157"/>
                  </a:lnTo>
                  <a:close/>
                  <a:moveTo>
                    <a:pt x="1" y="1"/>
                  </a:moveTo>
                  <a:lnTo>
                    <a:pt x="1" y="2659"/>
                  </a:lnTo>
                  <a:cubicBezTo>
                    <a:pt x="1" y="4134"/>
                    <a:pt x="733" y="5484"/>
                    <a:pt x="1889" y="6318"/>
                  </a:cubicBezTo>
                  <a:lnTo>
                    <a:pt x="1889" y="4859"/>
                  </a:lnTo>
                  <a:lnTo>
                    <a:pt x="1258" y="4236"/>
                  </a:lnTo>
                  <a:lnTo>
                    <a:pt x="1258" y="2523"/>
                  </a:lnTo>
                  <a:lnTo>
                    <a:pt x="1889" y="2523"/>
                  </a:lnTo>
                  <a:lnTo>
                    <a:pt x="1889" y="3974"/>
                  </a:lnTo>
                  <a:lnTo>
                    <a:pt x="2523" y="4598"/>
                  </a:lnTo>
                  <a:lnTo>
                    <a:pt x="2523" y="6699"/>
                  </a:lnTo>
                  <a:cubicBezTo>
                    <a:pt x="2632" y="6750"/>
                    <a:pt x="2733" y="6808"/>
                    <a:pt x="2843" y="6859"/>
                  </a:cubicBezTo>
                  <a:cubicBezTo>
                    <a:pt x="2952" y="6808"/>
                    <a:pt x="3053" y="6750"/>
                    <a:pt x="3154" y="6699"/>
                  </a:cubicBezTo>
                  <a:lnTo>
                    <a:pt x="3154" y="4598"/>
                  </a:lnTo>
                  <a:lnTo>
                    <a:pt x="3788" y="3974"/>
                  </a:lnTo>
                  <a:lnTo>
                    <a:pt x="3788" y="2523"/>
                  </a:lnTo>
                  <a:lnTo>
                    <a:pt x="4419" y="2523"/>
                  </a:lnTo>
                  <a:lnTo>
                    <a:pt x="4419" y="4236"/>
                  </a:lnTo>
                  <a:lnTo>
                    <a:pt x="3788" y="4859"/>
                  </a:lnTo>
                  <a:lnTo>
                    <a:pt x="3788" y="6318"/>
                  </a:lnTo>
                  <a:cubicBezTo>
                    <a:pt x="4952" y="5484"/>
                    <a:pt x="5676" y="4134"/>
                    <a:pt x="5676" y="2659"/>
                  </a:cubicBezTo>
                  <a:lnTo>
                    <a:pt x="5676" y="1"/>
                  </a:lnTo>
                  <a:lnTo>
                    <a:pt x="3154" y="1"/>
                  </a:lnTo>
                  <a:lnTo>
                    <a:pt x="3154" y="2523"/>
                  </a:lnTo>
                  <a:lnTo>
                    <a:pt x="2523" y="2523"/>
                  </a:lnTo>
                  <a:lnTo>
                    <a:pt x="25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 name="Google Shape;734;p55"/>
          <p:cNvGrpSpPr/>
          <p:nvPr/>
        </p:nvGrpSpPr>
        <p:grpSpPr>
          <a:xfrm>
            <a:off x="6758395" y="1774788"/>
            <a:ext cx="178154" cy="233809"/>
            <a:chOff x="2000982" y="3063744"/>
            <a:chExt cx="246579" cy="323612"/>
          </a:xfrm>
        </p:grpSpPr>
        <p:sp>
          <p:nvSpPr>
            <p:cNvPr id="735" name="Google Shape;735;p55"/>
            <p:cNvSpPr/>
            <p:nvPr/>
          </p:nvSpPr>
          <p:spPr>
            <a:xfrm>
              <a:off x="2095803" y="3177523"/>
              <a:ext cx="56995" cy="57025"/>
            </a:xfrm>
            <a:custGeom>
              <a:rect b="b" l="l" r="r" t="t"/>
              <a:pathLst>
                <a:path extrusionOk="0" h="1898" w="1897">
                  <a:moveTo>
                    <a:pt x="951" y="1"/>
                  </a:moveTo>
                  <a:cubicBezTo>
                    <a:pt x="429" y="1"/>
                    <a:pt x="0" y="422"/>
                    <a:pt x="0" y="944"/>
                  </a:cubicBezTo>
                  <a:lnTo>
                    <a:pt x="0" y="1721"/>
                  </a:lnTo>
                  <a:cubicBezTo>
                    <a:pt x="304" y="1830"/>
                    <a:pt x="615" y="1897"/>
                    <a:pt x="951" y="1897"/>
                  </a:cubicBezTo>
                  <a:cubicBezTo>
                    <a:pt x="1281" y="1897"/>
                    <a:pt x="1601" y="1830"/>
                    <a:pt x="1897" y="1721"/>
                  </a:cubicBezTo>
                  <a:lnTo>
                    <a:pt x="1897" y="944"/>
                  </a:lnTo>
                  <a:cubicBezTo>
                    <a:pt x="1897" y="422"/>
                    <a:pt x="1476" y="1"/>
                    <a:pt x="9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55"/>
            <p:cNvSpPr/>
            <p:nvPr/>
          </p:nvSpPr>
          <p:spPr>
            <a:xfrm>
              <a:off x="2114761" y="3120708"/>
              <a:ext cx="19079" cy="18838"/>
            </a:xfrm>
            <a:custGeom>
              <a:rect b="b" l="l" r="r" t="t"/>
              <a:pathLst>
                <a:path extrusionOk="0" h="627" w="635">
                  <a:moveTo>
                    <a:pt x="320" y="1"/>
                  </a:moveTo>
                  <a:cubicBezTo>
                    <a:pt x="144" y="1"/>
                    <a:pt x="1" y="137"/>
                    <a:pt x="1" y="315"/>
                  </a:cubicBezTo>
                  <a:cubicBezTo>
                    <a:pt x="1" y="491"/>
                    <a:pt x="144" y="626"/>
                    <a:pt x="320" y="626"/>
                  </a:cubicBezTo>
                  <a:cubicBezTo>
                    <a:pt x="490" y="626"/>
                    <a:pt x="634" y="491"/>
                    <a:pt x="634" y="315"/>
                  </a:cubicBezTo>
                  <a:cubicBezTo>
                    <a:pt x="634" y="137"/>
                    <a:pt x="490" y="1"/>
                    <a:pt x="3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55"/>
            <p:cNvSpPr/>
            <p:nvPr/>
          </p:nvSpPr>
          <p:spPr>
            <a:xfrm>
              <a:off x="2038988" y="3063744"/>
              <a:ext cx="170565" cy="156384"/>
            </a:xfrm>
            <a:custGeom>
              <a:rect b="b" l="l" r="r" t="t"/>
              <a:pathLst>
                <a:path extrusionOk="0" h="5205" w="5677">
                  <a:moveTo>
                    <a:pt x="2842" y="0"/>
                  </a:moveTo>
                  <a:cubicBezTo>
                    <a:pt x="1274" y="0"/>
                    <a:pt x="0" y="1273"/>
                    <a:pt x="0" y="2842"/>
                  </a:cubicBezTo>
                  <a:cubicBezTo>
                    <a:pt x="0" y="3820"/>
                    <a:pt x="498" y="4690"/>
                    <a:pt x="1266" y="5204"/>
                  </a:cubicBezTo>
                  <a:lnTo>
                    <a:pt x="1266" y="4731"/>
                  </a:lnTo>
                  <a:cubicBezTo>
                    <a:pt x="1266" y="3862"/>
                    <a:pt x="1966" y="3154"/>
                    <a:pt x="2842" y="3154"/>
                  </a:cubicBezTo>
                  <a:cubicBezTo>
                    <a:pt x="2320" y="3154"/>
                    <a:pt x="1891" y="2733"/>
                    <a:pt x="1891" y="2211"/>
                  </a:cubicBezTo>
                  <a:cubicBezTo>
                    <a:pt x="1891" y="1686"/>
                    <a:pt x="2320" y="1265"/>
                    <a:pt x="2842" y="1265"/>
                  </a:cubicBezTo>
                  <a:cubicBezTo>
                    <a:pt x="3367" y="1265"/>
                    <a:pt x="3788" y="1686"/>
                    <a:pt x="3788" y="2211"/>
                  </a:cubicBezTo>
                  <a:cubicBezTo>
                    <a:pt x="3788" y="2733"/>
                    <a:pt x="3367" y="3154"/>
                    <a:pt x="2842" y="3154"/>
                  </a:cubicBezTo>
                  <a:cubicBezTo>
                    <a:pt x="3713" y="3154"/>
                    <a:pt x="4421" y="3862"/>
                    <a:pt x="4421" y="4731"/>
                  </a:cubicBezTo>
                  <a:lnTo>
                    <a:pt x="4421" y="5204"/>
                  </a:lnTo>
                  <a:cubicBezTo>
                    <a:pt x="5180" y="4690"/>
                    <a:pt x="5676" y="3820"/>
                    <a:pt x="5676" y="2842"/>
                  </a:cubicBezTo>
                  <a:cubicBezTo>
                    <a:pt x="5676" y="1273"/>
                    <a:pt x="4403" y="0"/>
                    <a:pt x="28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55"/>
            <p:cNvSpPr/>
            <p:nvPr/>
          </p:nvSpPr>
          <p:spPr>
            <a:xfrm>
              <a:off x="2190773" y="3254527"/>
              <a:ext cx="56785" cy="19049"/>
            </a:xfrm>
            <a:custGeom>
              <a:rect b="b" l="l" r="r" t="t"/>
              <a:pathLst>
                <a:path extrusionOk="0" h="634" w="1890">
                  <a:moveTo>
                    <a:pt x="1" y="0"/>
                  </a:moveTo>
                  <a:lnTo>
                    <a:pt x="1" y="634"/>
                  </a:lnTo>
                  <a:lnTo>
                    <a:pt x="1889" y="634"/>
                  </a:lnTo>
                  <a:lnTo>
                    <a:pt x="188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55"/>
            <p:cNvSpPr/>
            <p:nvPr/>
          </p:nvSpPr>
          <p:spPr>
            <a:xfrm>
              <a:off x="2076995" y="3254527"/>
              <a:ext cx="94852" cy="19049"/>
            </a:xfrm>
            <a:custGeom>
              <a:rect b="b" l="l" r="r" t="t"/>
              <a:pathLst>
                <a:path extrusionOk="0" h="634" w="3157">
                  <a:moveTo>
                    <a:pt x="1" y="0"/>
                  </a:moveTo>
                  <a:lnTo>
                    <a:pt x="1" y="634"/>
                  </a:lnTo>
                  <a:lnTo>
                    <a:pt x="3156" y="634"/>
                  </a:lnTo>
                  <a:lnTo>
                    <a:pt x="315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55"/>
            <p:cNvSpPr/>
            <p:nvPr/>
          </p:nvSpPr>
          <p:spPr>
            <a:xfrm>
              <a:off x="2000982" y="3254527"/>
              <a:ext cx="57085" cy="19049"/>
            </a:xfrm>
            <a:custGeom>
              <a:rect b="b" l="l" r="r" t="t"/>
              <a:pathLst>
                <a:path extrusionOk="0" h="634" w="1900">
                  <a:moveTo>
                    <a:pt x="0" y="0"/>
                  </a:moveTo>
                  <a:lnTo>
                    <a:pt x="0" y="634"/>
                  </a:lnTo>
                  <a:lnTo>
                    <a:pt x="1899" y="634"/>
                  </a:lnTo>
                  <a:lnTo>
                    <a:pt x="18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55"/>
            <p:cNvSpPr/>
            <p:nvPr/>
          </p:nvSpPr>
          <p:spPr>
            <a:xfrm>
              <a:off x="2000982" y="3292533"/>
              <a:ext cx="246579" cy="94822"/>
            </a:xfrm>
            <a:custGeom>
              <a:rect b="b" l="l" r="r" t="t"/>
              <a:pathLst>
                <a:path extrusionOk="0" h="3156" w="8207">
                  <a:moveTo>
                    <a:pt x="1899" y="1265"/>
                  </a:moveTo>
                  <a:lnTo>
                    <a:pt x="1899" y="1899"/>
                  </a:lnTo>
                  <a:lnTo>
                    <a:pt x="1265" y="1899"/>
                  </a:lnTo>
                  <a:lnTo>
                    <a:pt x="1265" y="1265"/>
                  </a:lnTo>
                  <a:close/>
                  <a:moveTo>
                    <a:pt x="3156" y="1265"/>
                  </a:moveTo>
                  <a:lnTo>
                    <a:pt x="3156" y="1899"/>
                  </a:lnTo>
                  <a:lnTo>
                    <a:pt x="2531" y="1899"/>
                  </a:lnTo>
                  <a:lnTo>
                    <a:pt x="2531" y="1265"/>
                  </a:lnTo>
                  <a:close/>
                  <a:moveTo>
                    <a:pt x="4421" y="1265"/>
                  </a:moveTo>
                  <a:lnTo>
                    <a:pt x="4421" y="1899"/>
                  </a:lnTo>
                  <a:lnTo>
                    <a:pt x="3788" y="1899"/>
                  </a:lnTo>
                  <a:lnTo>
                    <a:pt x="3788" y="1265"/>
                  </a:lnTo>
                  <a:close/>
                  <a:moveTo>
                    <a:pt x="5686" y="1265"/>
                  </a:moveTo>
                  <a:lnTo>
                    <a:pt x="5686" y="1899"/>
                  </a:lnTo>
                  <a:lnTo>
                    <a:pt x="5053" y="1899"/>
                  </a:lnTo>
                  <a:lnTo>
                    <a:pt x="5053" y="1265"/>
                  </a:lnTo>
                  <a:close/>
                  <a:moveTo>
                    <a:pt x="6941" y="1265"/>
                  </a:moveTo>
                  <a:lnTo>
                    <a:pt x="6941" y="1899"/>
                  </a:lnTo>
                  <a:lnTo>
                    <a:pt x="6318" y="1899"/>
                  </a:lnTo>
                  <a:lnTo>
                    <a:pt x="6318" y="1265"/>
                  </a:lnTo>
                  <a:close/>
                  <a:moveTo>
                    <a:pt x="0" y="0"/>
                  </a:moveTo>
                  <a:lnTo>
                    <a:pt x="0" y="3156"/>
                  </a:lnTo>
                  <a:lnTo>
                    <a:pt x="8206" y="3156"/>
                  </a:lnTo>
                  <a:lnTo>
                    <a:pt x="820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 name="Google Shape;742;p55"/>
          <p:cNvGrpSpPr/>
          <p:nvPr/>
        </p:nvGrpSpPr>
        <p:grpSpPr>
          <a:xfrm>
            <a:off x="4800289" y="2356324"/>
            <a:ext cx="233831" cy="205612"/>
            <a:chOff x="1263088" y="3081981"/>
            <a:chExt cx="323642" cy="284585"/>
          </a:xfrm>
        </p:grpSpPr>
        <p:sp>
          <p:nvSpPr>
            <p:cNvPr id="743" name="Google Shape;743;p55"/>
            <p:cNvSpPr/>
            <p:nvPr/>
          </p:nvSpPr>
          <p:spPr>
            <a:xfrm>
              <a:off x="1453870" y="3081981"/>
              <a:ext cx="132859" cy="151817"/>
            </a:xfrm>
            <a:custGeom>
              <a:rect b="b" l="l" r="r" t="t"/>
              <a:pathLst>
                <a:path extrusionOk="0" h="5053" w="4422">
                  <a:moveTo>
                    <a:pt x="2211" y="632"/>
                  </a:moveTo>
                  <a:cubicBezTo>
                    <a:pt x="2733" y="632"/>
                    <a:pt x="3165" y="1055"/>
                    <a:pt x="3165" y="1577"/>
                  </a:cubicBezTo>
                  <a:lnTo>
                    <a:pt x="3165" y="2523"/>
                  </a:lnTo>
                  <a:lnTo>
                    <a:pt x="1266" y="2523"/>
                  </a:lnTo>
                  <a:lnTo>
                    <a:pt x="1266" y="1577"/>
                  </a:lnTo>
                  <a:cubicBezTo>
                    <a:pt x="1266" y="1055"/>
                    <a:pt x="1697" y="632"/>
                    <a:pt x="2211" y="632"/>
                  </a:cubicBezTo>
                  <a:close/>
                  <a:moveTo>
                    <a:pt x="2211" y="1"/>
                  </a:moveTo>
                  <a:cubicBezTo>
                    <a:pt x="1343" y="1"/>
                    <a:pt x="634" y="709"/>
                    <a:pt x="634" y="1577"/>
                  </a:cubicBezTo>
                  <a:lnTo>
                    <a:pt x="634" y="2523"/>
                  </a:lnTo>
                  <a:lnTo>
                    <a:pt x="1" y="2523"/>
                  </a:lnTo>
                  <a:lnTo>
                    <a:pt x="1" y="5053"/>
                  </a:lnTo>
                  <a:lnTo>
                    <a:pt x="4422" y="5053"/>
                  </a:lnTo>
                  <a:lnTo>
                    <a:pt x="4422" y="2523"/>
                  </a:lnTo>
                  <a:lnTo>
                    <a:pt x="3796" y="2523"/>
                  </a:lnTo>
                  <a:lnTo>
                    <a:pt x="3796" y="1577"/>
                  </a:lnTo>
                  <a:cubicBezTo>
                    <a:pt x="3796" y="709"/>
                    <a:pt x="3088" y="1"/>
                    <a:pt x="22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55"/>
            <p:cNvSpPr/>
            <p:nvPr/>
          </p:nvSpPr>
          <p:spPr>
            <a:xfrm>
              <a:off x="1263088" y="3195760"/>
              <a:ext cx="317335" cy="170806"/>
            </a:xfrm>
            <a:custGeom>
              <a:rect b="b" l="l" r="r" t="t"/>
              <a:pathLst>
                <a:path extrusionOk="0" h="5685" w="10562">
                  <a:moveTo>
                    <a:pt x="2885" y="2523"/>
                  </a:moveTo>
                  <a:lnTo>
                    <a:pt x="2885" y="3154"/>
                  </a:lnTo>
                  <a:lnTo>
                    <a:pt x="2252" y="3154"/>
                  </a:lnTo>
                  <a:lnTo>
                    <a:pt x="2252" y="2523"/>
                  </a:lnTo>
                  <a:close/>
                  <a:moveTo>
                    <a:pt x="4150" y="2523"/>
                  </a:moveTo>
                  <a:lnTo>
                    <a:pt x="4150" y="3154"/>
                  </a:lnTo>
                  <a:lnTo>
                    <a:pt x="3517" y="3154"/>
                  </a:lnTo>
                  <a:lnTo>
                    <a:pt x="3517" y="2523"/>
                  </a:lnTo>
                  <a:close/>
                  <a:moveTo>
                    <a:pt x="5407" y="2523"/>
                  </a:moveTo>
                  <a:lnTo>
                    <a:pt x="5407" y="3154"/>
                  </a:lnTo>
                  <a:lnTo>
                    <a:pt x="4774" y="3154"/>
                  </a:lnTo>
                  <a:lnTo>
                    <a:pt x="4774" y="2523"/>
                  </a:lnTo>
                  <a:close/>
                  <a:moveTo>
                    <a:pt x="6673" y="2523"/>
                  </a:moveTo>
                  <a:lnTo>
                    <a:pt x="6673" y="3154"/>
                  </a:lnTo>
                  <a:lnTo>
                    <a:pt x="6039" y="3154"/>
                  </a:lnTo>
                  <a:lnTo>
                    <a:pt x="6039" y="2523"/>
                  </a:lnTo>
                  <a:close/>
                  <a:moveTo>
                    <a:pt x="946" y="1"/>
                  </a:moveTo>
                  <a:cubicBezTo>
                    <a:pt x="422" y="1"/>
                    <a:pt x="1" y="422"/>
                    <a:pt x="1" y="944"/>
                  </a:cubicBezTo>
                  <a:lnTo>
                    <a:pt x="1" y="4731"/>
                  </a:lnTo>
                  <a:cubicBezTo>
                    <a:pt x="1" y="5256"/>
                    <a:pt x="422" y="5685"/>
                    <a:pt x="946" y="5685"/>
                  </a:cubicBezTo>
                  <a:lnTo>
                    <a:pt x="10561" y="5685"/>
                  </a:lnTo>
                  <a:lnTo>
                    <a:pt x="9683" y="5104"/>
                  </a:lnTo>
                  <a:cubicBezTo>
                    <a:pt x="9185" y="4766"/>
                    <a:pt x="8881" y="4209"/>
                    <a:pt x="8881" y="3602"/>
                  </a:cubicBezTo>
                  <a:lnTo>
                    <a:pt x="8881" y="1889"/>
                  </a:lnTo>
                  <a:lnTo>
                    <a:pt x="5727" y="1889"/>
                  </a:lnTo>
                  <a:lnTo>
                    <a:pt x="57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 name="Google Shape;745;p55"/>
          <p:cNvGrpSpPr/>
          <p:nvPr/>
        </p:nvGrpSpPr>
        <p:grpSpPr>
          <a:xfrm>
            <a:off x="6730567" y="4123909"/>
            <a:ext cx="233812" cy="233833"/>
            <a:chOff x="3358215" y="2542230"/>
            <a:chExt cx="323615" cy="323644"/>
          </a:xfrm>
        </p:grpSpPr>
        <p:sp>
          <p:nvSpPr>
            <p:cNvPr id="746" name="Google Shape;746;p55"/>
            <p:cNvSpPr/>
            <p:nvPr/>
          </p:nvSpPr>
          <p:spPr>
            <a:xfrm>
              <a:off x="3434708" y="2542230"/>
              <a:ext cx="170565" cy="113270"/>
            </a:xfrm>
            <a:custGeom>
              <a:rect b="b" l="l" r="r" t="t"/>
              <a:pathLst>
                <a:path extrusionOk="0" h="3770" w="5677">
                  <a:moveTo>
                    <a:pt x="0" y="1"/>
                  </a:moveTo>
                  <a:lnTo>
                    <a:pt x="0" y="633"/>
                  </a:lnTo>
                  <a:lnTo>
                    <a:pt x="751" y="633"/>
                  </a:lnTo>
                  <a:lnTo>
                    <a:pt x="1359" y="1847"/>
                  </a:lnTo>
                  <a:cubicBezTo>
                    <a:pt x="1013" y="2161"/>
                    <a:pt x="768" y="2582"/>
                    <a:pt x="677" y="3053"/>
                  </a:cubicBezTo>
                  <a:lnTo>
                    <a:pt x="2834" y="3770"/>
                  </a:lnTo>
                  <a:lnTo>
                    <a:pt x="5002" y="3053"/>
                  </a:lnTo>
                  <a:cubicBezTo>
                    <a:pt x="4917" y="2624"/>
                    <a:pt x="4715" y="2228"/>
                    <a:pt x="4403" y="1908"/>
                  </a:cubicBezTo>
                  <a:cubicBezTo>
                    <a:pt x="4379" y="1890"/>
                    <a:pt x="4344" y="1865"/>
                    <a:pt x="4320" y="1847"/>
                  </a:cubicBezTo>
                  <a:lnTo>
                    <a:pt x="4927" y="633"/>
                  </a:lnTo>
                  <a:lnTo>
                    <a:pt x="5676" y="633"/>
                  </a:lnTo>
                  <a:lnTo>
                    <a:pt x="5676" y="1"/>
                  </a:lnTo>
                  <a:lnTo>
                    <a:pt x="4539" y="1"/>
                  </a:lnTo>
                  <a:lnTo>
                    <a:pt x="3796" y="1485"/>
                  </a:lnTo>
                  <a:cubicBezTo>
                    <a:pt x="3500" y="1351"/>
                    <a:pt x="3172" y="1266"/>
                    <a:pt x="2834" y="1266"/>
                  </a:cubicBezTo>
                  <a:cubicBezTo>
                    <a:pt x="2498" y="1266"/>
                    <a:pt x="2176" y="1351"/>
                    <a:pt x="1881" y="1493"/>
                  </a:cubicBezTo>
                  <a:lnTo>
                    <a:pt x="114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55"/>
            <p:cNvSpPr/>
            <p:nvPr/>
          </p:nvSpPr>
          <p:spPr>
            <a:xfrm>
              <a:off x="3358215" y="2618032"/>
              <a:ext cx="323615" cy="247841"/>
            </a:xfrm>
            <a:custGeom>
              <a:rect b="b" l="l" r="r" t="t"/>
              <a:pathLst>
                <a:path extrusionOk="0" h="8249" w="10771">
                  <a:moveTo>
                    <a:pt x="4437" y="2530"/>
                  </a:moveTo>
                  <a:lnTo>
                    <a:pt x="4437" y="3162"/>
                  </a:lnTo>
                  <a:lnTo>
                    <a:pt x="3803" y="3162"/>
                  </a:lnTo>
                  <a:lnTo>
                    <a:pt x="3803" y="2530"/>
                  </a:lnTo>
                  <a:close/>
                  <a:moveTo>
                    <a:pt x="6967" y="2530"/>
                  </a:moveTo>
                  <a:lnTo>
                    <a:pt x="6967" y="3162"/>
                  </a:lnTo>
                  <a:lnTo>
                    <a:pt x="6334" y="3162"/>
                  </a:lnTo>
                  <a:lnTo>
                    <a:pt x="6334" y="2530"/>
                  </a:lnTo>
                  <a:close/>
                  <a:moveTo>
                    <a:pt x="0" y="0"/>
                  </a:moveTo>
                  <a:lnTo>
                    <a:pt x="0" y="632"/>
                  </a:lnTo>
                  <a:lnTo>
                    <a:pt x="733" y="632"/>
                  </a:lnTo>
                  <a:lnTo>
                    <a:pt x="1366" y="2530"/>
                  </a:lnTo>
                  <a:lnTo>
                    <a:pt x="2546" y="2530"/>
                  </a:lnTo>
                  <a:lnTo>
                    <a:pt x="2546" y="3162"/>
                  </a:lnTo>
                  <a:lnTo>
                    <a:pt x="1401" y="3162"/>
                  </a:lnTo>
                  <a:lnTo>
                    <a:pt x="767" y="4419"/>
                  </a:lnTo>
                  <a:lnTo>
                    <a:pt x="0" y="4419"/>
                  </a:lnTo>
                  <a:lnTo>
                    <a:pt x="0" y="5052"/>
                  </a:lnTo>
                  <a:lnTo>
                    <a:pt x="1164" y="5052"/>
                  </a:lnTo>
                  <a:lnTo>
                    <a:pt x="1787" y="3787"/>
                  </a:lnTo>
                  <a:lnTo>
                    <a:pt x="2546" y="3787"/>
                  </a:lnTo>
                  <a:lnTo>
                    <a:pt x="2546" y="4739"/>
                  </a:lnTo>
                  <a:cubicBezTo>
                    <a:pt x="2546" y="4941"/>
                    <a:pt x="2573" y="5135"/>
                    <a:pt x="2615" y="5330"/>
                  </a:cubicBezTo>
                  <a:lnTo>
                    <a:pt x="1281" y="5769"/>
                  </a:lnTo>
                  <a:lnTo>
                    <a:pt x="1281" y="7623"/>
                  </a:lnTo>
                  <a:lnTo>
                    <a:pt x="650" y="7623"/>
                  </a:lnTo>
                  <a:lnTo>
                    <a:pt x="650" y="8249"/>
                  </a:lnTo>
                  <a:lnTo>
                    <a:pt x="1915" y="8249"/>
                  </a:lnTo>
                  <a:lnTo>
                    <a:pt x="1915" y="6224"/>
                  </a:lnTo>
                  <a:lnTo>
                    <a:pt x="2818" y="5929"/>
                  </a:lnTo>
                  <a:cubicBezTo>
                    <a:pt x="3138" y="6611"/>
                    <a:pt x="3718" y="7143"/>
                    <a:pt x="4437" y="7405"/>
                  </a:cubicBezTo>
                  <a:lnTo>
                    <a:pt x="4437" y="6131"/>
                  </a:lnTo>
                  <a:lnTo>
                    <a:pt x="3803" y="5498"/>
                  </a:lnTo>
                  <a:lnTo>
                    <a:pt x="3803" y="3787"/>
                  </a:lnTo>
                  <a:lnTo>
                    <a:pt x="4437" y="3787"/>
                  </a:lnTo>
                  <a:lnTo>
                    <a:pt x="4437" y="5237"/>
                  </a:lnTo>
                  <a:lnTo>
                    <a:pt x="5069" y="5870"/>
                  </a:lnTo>
                  <a:lnTo>
                    <a:pt x="5069" y="7548"/>
                  </a:lnTo>
                  <a:cubicBezTo>
                    <a:pt x="5170" y="7556"/>
                    <a:pt x="5279" y="7583"/>
                    <a:pt x="5380" y="7583"/>
                  </a:cubicBezTo>
                  <a:cubicBezTo>
                    <a:pt x="5490" y="7583"/>
                    <a:pt x="5591" y="7556"/>
                    <a:pt x="5702" y="7548"/>
                  </a:cubicBezTo>
                  <a:lnTo>
                    <a:pt x="5702" y="5870"/>
                  </a:lnTo>
                  <a:lnTo>
                    <a:pt x="6334" y="5237"/>
                  </a:lnTo>
                  <a:lnTo>
                    <a:pt x="6334" y="3787"/>
                  </a:lnTo>
                  <a:lnTo>
                    <a:pt x="6967" y="3787"/>
                  </a:lnTo>
                  <a:lnTo>
                    <a:pt x="6967" y="5498"/>
                  </a:lnTo>
                  <a:lnTo>
                    <a:pt x="6334" y="6131"/>
                  </a:lnTo>
                  <a:lnTo>
                    <a:pt x="6334" y="7405"/>
                  </a:lnTo>
                  <a:cubicBezTo>
                    <a:pt x="7050" y="7143"/>
                    <a:pt x="7633" y="6611"/>
                    <a:pt x="7953" y="5929"/>
                  </a:cubicBezTo>
                  <a:lnTo>
                    <a:pt x="8856" y="6224"/>
                  </a:lnTo>
                  <a:lnTo>
                    <a:pt x="8856" y="8249"/>
                  </a:lnTo>
                  <a:lnTo>
                    <a:pt x="10121" y="8249"/>
                  </a:lnTo>
                  <a:lnTo>
                    <a:pt x="10121" y="7623"/>
                  </a:lnTo>
                  <a:lnTo>
                    <a:pt x="9487" y="7623"/>
                  </a:lnTo>
                  <a:lnTo>
                    <a:pt x="9487" y="5769"/>
                  </a:lnTo>
                  <a:lnTo>
                    <a:pt x="8155" y="5330"/>
                  </a:lnTo>
                  <a:cubicBezTo>
                    <a:pt x="8198" y="5135"/>
                    <a:pt x="8222" y="4941"/>
                    <a:pt x="8222" y="4739"/>
                  </a:cubicBezTo>
                  <a:lnTo>
                    <a:pt x="8222" y="3787"/>
                  </a:lnTo>
                  <a:lnTo>
                    <a:pt x="8973" y="3787"/>
                  </a:lnTo>
                  <a:lnTo>
                    <a:pt x="9607" y="5052"/>
                  </a:lnTo>
                  <a:lnTo>
                    <a:pt x="10771" y="5052"/>
                  </a:lnTo>
                  <a:lnTo>
                    <a:pt x="10771" y="4419"/>
                  </a:lnTo>
                  <a:lnTo>
                    <a:pt x="9993" y="4419"/>
                  </a:lnTo>
                  <a:lnTo>
                    <a:pt x="9370" y="3162"/>
                  </a:lnTo>
                  <a:lnTo>
                    <a:pt x="8222" y="3162"/>
                  </a:lnTo>
                  <a:lnTo>
                    <a:pt x="8222" y="2530"/>
                  </a:lnTo>
                  <a:lnTo>
                    <a:pt x="9396" y="2530"/>
                  </a:lnTo>
                  <a:lnTo>
                    <a:pt x="10028" y="632"/>
                  </a:lnTo>
                  <a:lnTo>
                    <a:pt x="10771" y="632"/>
                  </a:lnTo>
                  <a:lnTo>
                    <a:pt x="10771" y="0"/>
                  </a:lnTo>
                  <a:lnTo>
                    <a:pt x="9572" y="0"/>
                  </a:lnTo>
                  <a:lnTo>
                    <a:pt x="8949" y="1897"/>
                  </a:lnTo>
                  <a:lnTo>
                    <a:pt x="8222" y="1897"/>
                  </a:lnTo>
                  <a:lnTo>
                    <a:pt x="8222" y="1449"/>
                  </a:lnTo>
                  <a:lnTo>
                    <a:pt x="7860" y="1087"/>
                  </a:lnTo>
                  <a:lnTo>
                    <a:pt x="5702" y="1804"/>
                  </a:lnTo>
                  <a:lnTo>
                    <a:pt x="5702" y="5052"/>
                  </a:lnTo>
                  <a:lnTo>
                    <a:pt x="5069" y="5052"/>
                  </a:lnTo>
                  <a:lnTo>
                    <a:pt x="5069" y="1804"/>
                  </a:lnTo>
                  <a:lnTo>
                    <a:pt x="2909" y="1087"/>
                  </a:lnTo>
                  <a:lnTo>
                    <a:pt x="2546" y="1449"/>
                  </a:lnTo>
                  <a:lnTo>
                    <a:pt x="2546" y="1897"/>
                  </a:lnTo>
                  <a:lnTo>
                    <a:pt x="1822" y="1897"/>
                  </a:lnTo>
                  <a:lnTo>
                    <a:pt x="118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 name="Google Shape;748;p55"/>
          <p:cNvGrpSpPr/>
          <p:nvPr/>
        </p:nvGrpSpPr>
        <p:grpSpPr>
          <a:xfrm>
            <a:off x="4800193" y="3556508"/>
            <a:ext cx="234007" cy="233833"/>
            <a:chOff x="2647691" y="2542230"/>
            <a:chExt cx="323885" cy="323645"/>
          </a:xfrm>
        </p:grpSpPr>
        <p:sp>
          <p:nvSpPr>
            <p:cNvPr id="749" name="Google Shape;749;p55"/>
            <p:cNvSpPr/>
            <p:nvPr/>
          </p:nvSpPr>
          <p:spPr>
            <a:xfrm>
              <a:off x="2800227" y="2656760"/>
              <a:ext cx="18988" cy="56845"/>
            </a:xfrm>
            <a:custGeom>
              <a:rect b="b" l="l" r="r" t="t"/>
              <a:pathLst>
                <a:path extrusionOk="0" h="1892" w="632">
                  <a:moveTo>
                    <a:pt x="0" y="0"/>
                  </a:moveTo>
                  <a:lnTo>
                    <a:pt x="0" y="1891"/>
                  </a:lnTo>
                  <a:lnTo>
                    <a:pt x="632" y="1891"/>
                  </a:lnTo>
                  <a:lnTo>
                    <a:pt x="63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55"/>
            <p:cNvSpPr/>
            <p:nvPr/>
          </p:nvSpPr>
          <p:spPr>
            <a:xfrm>
              <a:off x="2647691" y="2542230"/>
              <a:ext cx="323885" cy="323645"/>
            </a:xfrm>
            <a:custGeom>
              <a:rect b="b" l="l" r="r" t="t"/>
              <a:pathLst>
                <a:path extrusionOk="0" h="10772" w="10780">
                  <a:moveTo>
                    <a:pt x="6334" y="3181"/>
                  </a:moveTo>
                  <a:lnTo>
                    <a:pt x="6334" y="6335"/>
                  </a:lnTo>
                  <a:lnTo>
                    <a:pt x="4444" y="6335"/>
                  </a:lnTo>
                  <a:lnTo>
                    <a:pt x="4444" y="3181"/>
                  </a:lnTo>
                  <a:close/>
                  <a:moveTo>
                    <a:pt x="6334" y="6968"/>
                  </a:moveTo>
                  <a:lnTo>
                    <a:pt x="6334" y="7600"/>
                  </a:lnTo>
                  <a:lnTo>
                    <a:pt x="4444" y="7600"/>
                  </a:lnTo>
                  <a:lnTo>
                    <a:pt x="4444" y="6968"/>
                  </a:lnTo>
                  <a:close/>
                  <a:moveTo>
                    <a:pt x="5389" y="1"/>
                  </a:moveTo>
                  <a:lnTo>
                    <a:pt x="4486" y="1604"/>
                  </a:lnTo>
                  <a:lnTo>
                    <a:pt x="3626" y="1130"/>
                  </a:lnTo>
                  <a:lnTo>
                    <a:pt x="3357" y="2068"/>
                  </a:lnTo>
                  <a:lnTo>
                    <a:pt x="1594" y="1586"/>
                  </a:lnTo>
                  <a:lnTo>
                    <a:pt x="2075" y="3349"/>
                  </a:lnTo>
                  <a:lnTo>
                    <a:pt x="1130" y="3628"/>
                  </a:lnTo>
                  <a:lnTo>
                    <a:pt x="1602" y="4478"/>
                  </a:lnTo>
                  <a:lnTo>
                    <a:pt x="1" y="5389"/>
                  </a:lnTo>
                  <a:lnTo>
                    <a:pt x="1602" y="6292"/>
                  </a:lnTo>
                  <a:lnTo>
                    <a:pt x="1130" y="7152"/>
                  </a:lnTo>
                  <a:lnTo>
                    <a:pt x="2075" y="7424"/>
                  </a:lnTo>
                  <a:lnTo>
                    <a:pt x="1594" y="9185"/>
                  </a:lnTo>
                  <a:lnTo>
                    <a:pt x="3357" y="8705"/>
                  </a:lnTo>
                  <a:lnTo>
                    <a:pt x="3626" y="9640"/>
                  </a:lnTo>
                  <a:lnTo>
                    <a:pt x="4486" y="9168"/>
                  </a:lnTo>
                  <a:lnTo>
                    <a:pt x="5389" y="10772"/>
                  </a:lnTo>
                  <a:lnTo>
                    <a:pt x="6300" y="9168"/>
                  </a:lnTo>
                  <a:lnTo>
                    <a:pt x="7152" y="9640"/>
                  </a:lnTo>
                  <a:lnTo>
                    <a:pt x="7429" y="8705"/>
                  </a:lnTo>
                  <a:lnTo>
                    <a:pt x="9184" y="9185"/>
                  </a:lnTo>
                  <a:lnTo>
                    <a:pt x="8713" y="7424"/>
                  </a:lnTo>
                  <a:lnTo>
                    <a:pt x="9648" y="7152"/>
                  </a:lnTo>
                  <a:lnTo>
                    <a:pt x="9176" y="6292"/>
                  </a:lnTo>
                  <a:lnTo>
                    <a:pt x="10779" y="5389"/>
                  </a:lnTo>
                  <a:lnTo>
                    <a:pt x="9176" y="4478"/>
                  </a:lnTo>
                  <a:lnTo>
                    <a:pt x="9648" y="3628"/>
                  </a:lnTo>
                  <a:lnTo>
                    <a:pt x="8713" y="3349"/>
                  </a:lnTo>
                  <a:lnTo>
                    <a:pt x="9184" y="1586"/>
                  </a:lnTo>
                  <a:lnTo>
                    <a:pt x="9184" y="1586"/>
                  </a:lnTo>
                  <a:lnTo>
                    <a:pt x="7429" y="2068"/>
                  </a:lnTo>
                  <a:lnTo>
                    <a:pt x="7152" y="1130"/>
                  </a:lnTo>
                  <a:lnTo>
                    <a:pt x="6300" y="1604"/>
                  </a:lnTo>
                  <a:lnTo>
                    <a:pt x="538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 name="Google Shape;751;p55"/>
          <p:cNvGrpSpPr/>
          <p:nvPr/>
        </p:nvGrpSpPr>
        <p:grpSpPr>
          <a:xfrm>
            <a:off x="6730555" y="2342209"/>
            <a:ext cx="233833" cy="233832"/>
            <a:chOff x="1964478" y="2542230"/>
            <a:chExt cx="323645" cy="323643"/>
          </a:xfrm>
        </p:grpSpPr>
        <p:sp>
          <p:nvSpPr>
            <p:cNvPr id="752" name="Google Shape;752;p55"/>
            <p:cNvSpPr/>
            <p:nvPr/>
          </p:nvSpPr>
          <p:spPr>
            <a:xfrm>
              <a:off x="2100039" y="2621788"/>
              <a:ext cx="73821" cy="73550"/>
            </a:xfrm>
            <a:custGeom>
              <a:rect b="b" l="l" r="r" t="t"/>
              <a:pathLst>
                <a:path extrusionOk="0" h="2448" w="2457">
                  <a:moveTo>
                    <a:pt x="2187" y="1"/>
                  </a:moveTo>
                  <a:lnTo>
                    <a:pt x="1" y="2185"/>
                  </a:lnTo>
                  <a:cubicBezTo>
                    <a:pt x="254" y="2347"/>
                    <a:pt x="549" y="2448"/>
                    <a:pt x="871" y="2448"/>
                  </a:cubicBezTo>
                  <a:cubicBezTo>
                    <a:pt x="1748" y="2448"/>
                    <a:pt x="2456" y="1739"/>
                    <a:pt x="2456" y="869"/>
                  </a:cubicBezTo>
                  <a:cubicBezTo>
                    <a:pt x="2456" y="549"/>
                    <a:pt x="2355" y="246"/>
                    <a:pt x="21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55"/>
            <p:cNvSpPr/>
            <p:nvPr/>
          </p:nvSpPr>
          <p:spPr>
            <a:xfrm>
              <a:off x="2078767" y="2600276"/>
              <a:ext cx="73550" cy="73791"/>
            </a:xfrm>
            <a:custGeom>
              <a:rect b="b" l="l" r="r" t="t"/>
              <a:pathLst>
                <a:path extrusionOk="0" h="2456" w="2448">
                  <a:moveTo>
                    <a:pt x="1579" y="0"/>
                  </a:moveTo>
                  <a:cubicBezTo>
                    <a:pt x="709" y="0"/>
                    <a:pt x="0" y="708"/>
                    <a:pt x="0" y="1585"/>
                  </a:cubicBezTo>
                  <a:cubicBezTo>
                    <a:pt x="0" y="1907"/>
                    <a:pt x="101" y="2202"/>
                    <a:pt x="263" y="2455"/>
                  </a:cubicBezTo>
                  <a:lnTo>
                    <a:pt x="2447" y="269"/>
                  </a:lnTo>
                  <a:cubicBezTo>
                    <a:pt x="2203" y="101"/>
                    <a:pt x="1907" y="0"/>
                    <a:pt x="15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55"/>
            <p:cNvSpPr/>
            <p:nvPr/>
          </p:nvSpPr>
          <p:spPr>
            <a:xfrm>
              <a:off x="2041061" y="2542230"/>
              <a:ext cx="170565" cy="228823"/>
            </a:xfrm>
            <a:custGeom>
              <a:rect b="b" l="l" r="r" t="t"/>
              <a:pathLst>
                <a:path extrusionOk="0" h="7616" w="5677">
                  <a:moveTo>
                    <a:pt x="2834" y="1309"/>
                  </a:moveTo>
                  <a:cubicBezTo>
                    <a:pt x="4057" y="1309"/>
                    <a:pt x="5043" y="2294"/>
                    <a:pt x="5043" y="3517"/>
                  </a:cubicBezTo>
                  <a:cubicBezTo>
                    <a:pt x="5043" y="4731"/>
                    <a:pt x="4057" y="5727"/>
                    <a:pt x="2834" y="5727"/>
                  </a:cubicBezTo>
                  <a:cubicBezTo>
                    <a:pt x="1620" y="5727"/>
                    <a:pt x="624" y="4731"/>
                    <a:pt x="624" y="3517"/>
                  </a:cubicBezTo>
                  <a:cubicBezTo>
                    <a:pt x="624" y="2294"/>
                    <a:pt x="1620" y="1309"/>
                    <a:pt x="2834" y="1309"/>
                  </a:cubicBezTo>
                  <a:close/>
                  <a:moveTo>
                    <a:pt x="4419" y="6351"/>
                  </a:moveTo>
                  <a:lnTo>
                    <a:pt x="4419" y="6984"/>
                  </a:lnTo>
                  <a:lnTo>
                    <a:pt x="1255" y="6984"/>
                  </a:lnTo>
                  <a:lnTo>
                    <a:pt x="1255" y="6351"/>
                  </a:lnTo>
                  <a:close/>
                  <a:moveTo>
                    <a:pt x="0" y="1"/>
                  </a:moveTo>
                  <a:lnTo>
                    <a:pt x="0" y="6537"/>
                  </a:lnTo>
                  <a:lnTo>
                    <a:pt x="1071" y="7616"/>
                  </a:lnTo>
                  <a:lnTo>
                    <a:pt x="4595" y="7616"/>
                  </a:lnTo>
                  <a:lnTo>
                    <a:pt x="5676" y="6537"/>
                  </a:lnTo>
                  <a:lnTo>
                    <a:pt x="567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55"/>
            <p:cNvSpPr/>
            <p:nvPr/>
          </p:nvSpPr>
          <p:spPr>
            <a:xfrm>
              <a:off x="1964478" y="2689719"/>
              <a:ext cx="323645" cy="176154"/>
            </a:xfrm>
            <a:custGeom>
              <a:rect b="b" l="l" r="r" t="t"/>
              <a:pathLst>
                <a:path extrusionOk="0" h="5863" w="10772">
                  <a:moveTo>
                    <a:pt x="1" y="1"/>
                  </a:moveTo>
                  <a:lnTo>
                    <a:pt x="1" y="5863"/>
                  </a:lnTo>
                  <a:lnTo>
                    <a:pt x="10772" y="5863"/>
                  </a:lnTo>
                  <a:lnTo>
                    <a:pt x="10772" y="1"/>
                  </a:lnTo>
                  <a:lnTo>
                    <a:pt x="7727" y="3029"/>
                  </a:lnTo>
                  <a:lnTo>
                    <a:pt x="8764" y="4065"/>
                  </a:lnTo>
                  <a:lnTo>
                    <a:pt x="8318" y="4512"/>
                  </a:lnTo>
                  <a:lnTo>
                    <a:pt x="7144" y="3340"/>
                  </a:lnTo>
                  <a:lnTo>
                    <a:pt x="3620" y="3340"/>
                  </a:lnTo>
                  <a:lnTo>
                    <a:pt x="2456" y="4512"/>
                  </a:lnTo>
                  <a:lnTo>
                    <a:pt x="2009" y="4065"/>
                  </a:lnTo>
                  <a:lnTo>
                    <a:pt x="3045" y="3029"/>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55"/>
            <p:cNvSpPr/>
            <p:nvPr/>
          </p:nvSpPr>
          <p:spPr>
            <a:xfrm>
              <a:off x="1975144" y="2642819"/>
              <a:ext cx="46900" cy="77095"/>
            </a:xfrm>
            <a:custGeom>
              <a:rect b="b" l="l" r="r" t="t"/>
              <a:pathLst>
                <a:path extrusionOk="0" h="2566" w="1561">
                  <a:moveTo>
                    <a:pt x="1561" y="1"/>
                  </a:moveTo>
                  <a:lnTo>
                    <a:pt x="0" y="1021"/>
                  </a:lnTo>
                  <a:lnTo>
                    <a:pt x="1561" y="2566"/>
                  </a:lnTo>
                  <a:lnTo>
                    <a:pt x="156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55"/>
            <p:cNvSpPr/>
            <p:nvPr/>
          </p:nvSpPr>
          <p:spPr>
            <a:xfrm>
              <a:off x="2230552" y="2642819"/>
              <a:ext cx="46930" cy="77095"/>
            </a:xfrm>
            <a:custGeom>
              <a:rect b="b" l="l" r="r" t="t"/>
              <a:pathLst>
                <a:path extrusionOk="0" h="2566" w="1562">
                  <a:moveTo>
                    <a:pt x="1" y="1"/>
                  </a:moveTo>
                  <a:lnTo>
                    <a:pt x="1" y="2566"/>
                  </a:lnTo>
                  <a:lnTo>
                    <a:pt x="1561" y="1021"/>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 name="Google Shape;758;p55"/>
          <p:cNvGrpSpPr/>
          <p:nvPr/>
        </p:nvGrpSpPr>
        <p:grpSpPr>
          <a:xfrm>
            <a:off x="4814398" y="1774783"/>
            <a:ext cx="205614" cy="233833"/>
            <a:chOff x="1281355" y="2542230"/>
            <a:chExt cx="284586" cy="323645"/>
          </a:xfrm>
        </p:grpSpPr>
        <p:sp>
          <p:nvSpPr>
            <p:cNvPr id="759" name="Google Shape;759;p55"/>
            <p:cNvSpPr/>
            <p:nvPr/>
          </p:nvSpPr>
          <p:spPr>
            <a:xfrm>
              <a:off x="1470906" y="2676289"/>
              <a:ext cx="19018" cy="19049"/>
            </a:xfrm>
            <a:custGeom>
              <a:rect b="b" l="l" r="r" t="t"/>
              <a:pathLst>
                <a:path extrusionOk="0" h="634" w="633">
                  <a:moveTo>
                    <a:pt x="1" y="0"/>
                  </a:moveTo>
                  <a:lnTo>
                    <a:pt x="1" y="634"/>
                  </a:lnTo>
                  <a:lnTo>
                    <a:pt x="632" y="634"/>
                  </a:lnTo>
                  <a:lnTo>
                    <a:pt x="63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55"/>
            <p:cNvSpPr/>
            <p:nvPr/>
          </p:nvSpPr>
          <p:spPr>
            <a:xfrm>
              <a:off x="1338079" y="2752061"/>
              <a:ext cx="38037" cy="18988"/>
            </a:xfrm>
            <a:custGeom>
              <a:rect b="b" l="l" r="r" t="t"/>
              <a:pathLst>
                <a:path extrusionOk="0" h="632" w="1266">
                  <a:moveTo>
                    <a:pt x="1" y="0"/>
                  </a:moveTo>
                  <a:lnTo>
                    <a:pt x="1" y="632"/>
                  </a:lnTo>
                  <a:lnTo>
                    <a:pt x="1266" y="632"/>
                  </a:lnTo>
                  <a:lnTo>
                    <a:pt x="126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55"/>
            <p:cNvSpPr/>
            <p:nvPr/>
          </p:nvSpPr>
          <p:spPr>
            <a:xfrm>
              <a:off x="1281355" y="2542230"/>
              <a:ext cx="284586" cy="323645"/>
            </a:xfrm>
            <a:custGeom>
              <a:rect b="b" l="l" r="r" t="t"/>
              <a:pathLst>
                <a:path extrusionOk="0" h="10772" w="9472">
                  <a:moveTo>
                    <a:pt x="3787" y="6351"/>
                  </a:moveTo>
                  <a:lnTo>
                    <a:pt x="3787" y="8249"/>
                  </a:lnTo>
                  <a:lnTo>
                    <a:pt x="1257" y="8249"/>
                  </a:lnTo>
                  <a:lnTo>
                    <a:pt x="1257" y="6351"/>
                  </a:lnTo>
                  <a:close/>
                  <a:moveTo>
                    <a:pt x="2522" y="8881"/>
                  </a:moveTo>
                  <a:lnTo>
                    <a:pt x="2522" y="9515"/>
                  </a:lnTo>
                  <a:lnTo>
                    <a:pt x="1257" y="9515"/>
                  </a:lnTo>
                  <a:lnTo>
                    <a:pt x="1257" y="8881"/>
                  </a:lnTo>
                  <a:close/>
                  <a:moveTo>
                    <a:pt x="4419" y="8881"/>
                  </a:moveTo>
                  <a:lnTo>
                    <a:pt x="4419" y="9515"/>
                  </a:lnTo>
                  <a:lnTo>
                    <a:pt x="3154" y="9515"/>
                  </a:lnTo>
                  <a:lnTo>
                    <a:pt x="3154" y="8881"/>
                  </a:lnTo>
                  <a:close/>
                  <a:moveTo>
                    <a:pt x="6310" y="8881"/>
                  </a:moveTo>
                  <a:lnTo>
                    <a:pt x="6310" y="9515"/>
                  </a:lnTo>
                  <a:lnTo>
                    <a:pt x="5053" y="9515"/>
                  </a:lnTo>
                  <a:lnTo>
                    <a:pt x="5053" y="8881"/>
                  </a:lnTo>
                  <a:close/>
                  <a:moveTo>
                    <a:pt x="8206" y="8881"/>
                  </a:moveTo>
                  <a:lnTo>
                    <a:pt x="8206" y="9515"/>
                  </a:lnTo>
                  <a:lnTo>
                    <a:pt x="6941" y="9515"/>
                  </a:lnTo>
                  <a:lnTo>
                    <a:pt x="6941" y="8881"/>
                  </a:lnTo>
                  <a:close/>
                  <a:moveTo>
                    <a:pt x="3787" y="1"/>
                  </a:moveTo>
                  <a:cubicBezTo>
                    <a:pt x="3087" y="1"/>
                    <a:pt x="2522" y="566"/>
                    <a:pt x="2522" y="1266"/>
                  </a:cubicBezTo>
                  <a:lnTo>
                    <a:pt x="2522" y="1898"/>
                  </a:lnTo>
                  <a:cubicBezTo>
                    <a:pt x="2522" y="2590"/>
                    <a:pt x="1958" y="3155"/>
                    <a:pt x="1257" y="3155"/>
                  </a:cubicBezTo>
                  <a:lnTo>
                    <a:pt x="1257" y="3788"/>
                  </a:lnTo>
                  <a:cubicBezTo>
                    <a:pt x="2302" y="3788"/>
                    <a:pt x="3154" y="2936"/>
                    <a:pt x="3154" y="1898"/>
                  </a:cubicBezTo>
                  <a:lnTo>
                    <a:pt x="3154" y="1266"/>
                  </a:lnTo>
                  <a:cubicBezTo>
                    <a:pt x="3154" y="912"/>
                    <a:pt x="3441" y="633"/>
                    <a:pt x="3787" y="633"/>
                  </a:cubicBezTo>
                  <a:cubicBezTo>
                    <a:pt x="4134" y="633"/>
                    <a:pt x="4419" y="912"/>
                    <a:pt x="4419" y="1266"/>
                  </a:cubicBezTo>
                  <a:lnTo>
                    <a:pt x="4419" y="1325"/>
                  </a:lnTo>
                  <a:cubicBezTo>
                    <a:pt x="4049" y="1452"/>
                    <a:pt x="3787" y="1796"/>
                    <a:pt x="3787" y="2211"/>
                  </a:cubicBezTo>
                  <a:cubicBezTo>
                    <a:pt x="3787" y="2624"/>
                    <a:pt x="4049" y="2970"/>
                    <a:pt x="4419" y="3096"/>
                  </a:cubicBezTo>
                  <a:lnTo>
                    <a:pt x="4419" y="5096"/>
                  </a:lnTo>
                  <a:lnTo>
                    <a:pt x="0" y="5096"/>
                  </a:lnTo>
                  <a:lnTo>
                    <a:pt x="0" y="10772"/>
                  </a:lnTo>
                  <a:lnTo>
                    <a:pt x="9471" y="10772"/>
                  </a:lnTo>
                  <a:lnTo>
                    <a:pt x="9471" y="5096"/>
                  </a:lnTo>
                  <a:lnTo>
                    <a:pt x="6941" y="5096"/>
                  </a:lnTo>
                  <a:lnTo>
                    <a:pt x="6941" y="6351"/>
                  </a:lnTo>
                  <a:cubicBezTo>
                    <a:pt x="6941" y="7051"/>
                    <a:pt x="6376" y="7616"/>
                    <a:pt x="5676" y="7616"/>
                  </a:cubicBezTo>
                  <a:lnTo>
                    <a:pt x="5364" y="7616"/>
                  </a:lnTo>
                  <a:lnTo>
                    <a:pt x="5364" y="6984"/>
                  </a:lnTo>
                  <a:lnTo>
                    <a:pt x="5676" y="6984"/>
                  </a:lnTo>
                  <a:cubicBezTo>
                    <a:pt x="6030" y="6984"/>
                    <a:pt x="6310" y="6705"/>
                    <a:pt x="6310" y="6351"/>
                  </a:cubicBezTo>
                  <a:lnTo>
                    <a:pt x="6310" y="5096"/>
                  </a:lnTo>
                  <a:lnTo>
                    <a:pt x="5053" y="5096"/>
                  </a:lnTo>
                  <a:lnTo>
                    <a:pt x="5053" y="3096"/>
                  </a:lnTo>
                  <a:cubicBezTo>
                    <a:pt x="5415" y="2970"/>
                    <a:pt x="5676" y="2624"/>
                    <a:pt x="5676" y="2211"/>
                  </a:cubicBezTo>
                  <a:cubicBezTo>
                    <a:pt x="5676" y="1796"/>
                    <a:pt x="5415" y="1452"/>
                    <a:pt x="5053" y="1325"/>
                  </a:cubicBezTo>
                  <a:lnTo>
                    <a:pt x="5053" y="1266"/>
                  </a:lnTo>
                  <a:cubicBezTo>
                    <a:pt x="5053" y="566"/>
                    <a:pt x="4478" y="1"/>
                    <a:pt x="37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765" name="Shape 765"/>
        <p:cNvGrpSpPr/>
        <p:nvPr/>
      </p:nvGrpSpPr>
      <p:grpSpPr>
        <a:xfrm>
          <a:off x="0" y="0"/>
          <a:ext cx="0" cy="0"/>
          <a:chOff x="0" y="0"/>
          <a:chExt cx="0" cy="0"/>
        </a:xfrm>
      </p:grpSpPr>
      <p:sp>
        <p:nvSpPr>
          <p:cNvPr id="766" name="Google Shape;766;p56"/>
          <p:cNvSpPr txBox="1"/>
          <p:nvPr>
            <p:ph idx="1" type="subTitle"/>
          </p:nvPr>
        </p:nvSpPr>
        <p:spPr>
          <a:xfrm>
            <a:off x="2461100" y="2631425"/>
            <a:ext cx="4201500" cy="1035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107C8E"/>
                </a:solidFill>
                <a:latin typeface="Gothic A1 Medium"/>
                <a:ea typeface="Gothic A1 Medium"/>
                <a:cs typeface="Gothic A1 Medium"/>
                <a:sym typeface="Gothic A1 Medium"/>
              </a:rPr>
              <a:t>Do you have any questions?</a:t>
            </a:r>
            <a:endParaRPr/>
          </a:p>
          <a:p>
            <a:pPr indent="0" lvl="0" marL="0" rtl="0" algn="ctr">
              <a:spcBef>
                <a:spcPts val="0"/>
              </a:spcBef>
              <a:spcAft>
                <a:spcPts val="0"/>
              </a:spcAft>
              <a:buNone/>
            </a:pPr>
            <a:r>
              <a:rPr lang="en"/>
              <a:t>youremail@freepik.com </a:t>
            </a:r>
            <a:endParaRPr/>
          </a:p>
          <a:p>
            <a:pPr indent="0" lvl="0" marL="0" rtl="0" algn="ctr">
              <a:spcBef>
                <a:spcPts val="0"/>
              </a:spcBef>
              <a:spcAft>
                <a:spcPts val="0"/>
              </a:spcAft>
              <a:buNone/>
            </a:pPr>
            <a:r>
              <a:rPr lang="en"/>
              <a:t>+91  620 421 838 </a:t>
            </a:r>
            <a:endParaRPr/>
          </a:p>
          <a:p>
            <a:pPr indent="0" lvl="0" marL="0" rtl="0" algn="ctr">
              <a:spcBef>
                <a:spcPts val="0"/>
              </a:spcBef>
              <a:spcAft>
                <a:spcPts val="0"/>
              </a:spcAft>
              <a:buNone/>
            </a:pPr>
            <a:r>
              <a:rPr lang="en"/>
              <a:t>yourwebsite.com</a:t>
            </a:r>
            <a:endParaRPr/>
          </a:p>
        </p:txBody>
      </p:sp>
      <p:sp>
        <p:nvSpPr>
          <p:cNvPr id="767" name="Google Shape;767;p56"/>
          <p:cNvSpPr txBox="1"/>
          <p:nvPr>
            <p:ph type="ctrTitle"/>
          </p:nvPr>
        </p:nvSpPr>
        <p:spPr>
          <a:xfrm>
            <a:off x="2461075" y="1464875"/>
            <a:ext cx="4201500" cy="1166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768" name="Google Shape;768;p56"/>
          <p:cNvSpPr txBox="1"/>
          <p:nvPr/>
        </p:nvSpPr>
        <p:spPr>
          <a:xfrm>
            <a:off x="2935825" y="4332508"/>
            <a:ext cx="3272400" cy="2760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None/>
            </a:pPr>
            <a:r>
              <a:rPr lang="en" sz="1000">
                <a:solidFill>
                  <a:schemeClr val="dk2"/>
                </a:solidFill>
                <a:latin typeface="Gothic A1"/>
                <a:ea typeface="Gothic A1"/>
                <a:cs typeface="Gothic A1"/>
                <a:sym typeface="Gothic A1"/>
              </a:rPr>
              <a:t>Please keep this slide for attribution</a:t>
            </a:r>
            <a:endParaRPr sz="1000">
              <a:solidFill>
                <a:schemeClr val="dk2"/>
              </a:solidFill>
              <a:latin typeface="Gothic A1"/>
              <a:ea typeface="Gothic A1"/>
              <a:cs typeface="Gothic A1"/>
              <a:sym typeface="Gothic A1"/>
            </a:endParaRPr>
          </a:p>
        </p:txBody>
      </p:sp>
      <p:sp>
        <p:nvSpPr>
          <p:cNvPr id="769" name="Google Shape;769;p56"/>
          <p:cNvSpPr txBox="1"/>
          <p:nvPr/>
        </p:nvSpPr>
        <p:spPr>
          <a:xfrm>
            <a:off x="3672263" y="845800"/>
            <a:ext cx="484500" cy="484800"/>
          </a:xfrm>
          <a:prstGeom prst="rect">
            <a:avLst/>
          </a:prstGeom>
          <a:solidFill>
            <a:srgbClr val="95E7D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600">
              <a:solidFill>
                <a:srgbClr val="0F343D"/>
              </a:solidFill>
              <a:latin typeface="Gothic A1"/>
              <a:ea typeface="Gothic A1"/>
              <a:cs typeface="Gothic A1"/>
              <a:sym typeface="Gothic A1"/>
            </a:endParaRPr>
          </a:p>
        </p:txBody>
      </p:sp>
      <p:sp>
        <p:nvSpPr>
          <p:cNvPr id="770" name="Google Shape;770;p56"/>
          <p:cNvSpPr txBox="1"/>
          <p:nvPr/>
        </p:nvSpPr>
        <p:spPr>
          <a:xfrm>
            <a:off x="4329738" y="845800"/>
            <a:ext cx="484500" cy="484800"/>
          </a:xfrm>
          <a:prstGeom prst="rect">
            <a:avLst/>
          </a:prstGeom>
          <a:solidFill>
            <a:srgbClr val="95E7D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600">
              <a:solidFill>
                <a:srgbClr val="0F343D"/>
              </a:solidFill>
              <a:latin typeface="Gothic A1"/>
              <a:ea typeface="Gothic A1"/>
              <a:cs typeface="Gothic A1"/>
              <a:sym typeface="Gothic A1"/>
            </a:endParaRPr>
          </a:p>
        </p:txBody>
      </p:sp>
      <p:sp>
        <p:nvSpPr>
          <p:cNvPr id="771" name="Google Shape;771;p56"/>
          <p:cNvSpPr txBox="1"/>
          <p:nvPr/>
        </p:nvSpPr>
        <p:spPr>
          <a:xfrm>
            <a:off x="4987213" y="845800"/>
            <a:ext cx="484500" cy="484800"/>
          </a:xfrm>
          <a:prstGeom prst="rect">
            <a:avLst/>
          </a:prstGeom>
          <a:solidFill>
            <a:srgbClr val="95E7D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600">
              <a:solidFill>
                <a:srgbClr val="0F343D"/>
              </a:solidFill>
              <a:latin typeface="Gothic A1"/>
              <a:ea typeface="Gothic A1"/>
              <a:cs typeface="Gothic A1"/>
              <a:sym typeface="Gothic A1"/>
            </a:endParaRPr>
          </a:p>
        </p:txBody>
      </p:sp>
      <p:grpSp>
        <p:nvGrpSpPr>
          <p:cNvPr id="772" name="Google Shape;772;p56"/>
          <p:cNvGrpSpPr/>
          <p:nvPr/>
        </p:nvGrpSpPr>
        <p:grpSpPr>
          <a:xfrm>
            <a:off x="3776604" y="950289"/>
            <a:ext cx="275829" cy="275815"/>
            <a:chOff x="266768" y="1721375"/>
            <a:chExt cx="397907" cy="397887"/>
          </a:xfrm>
        </p:grpSpPr>
        <p:sp>
          <p:nvSpPr>
            <p:cNvPr id="773" name="Google Shape;773;p56"/>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56"/>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 name="Google Shape;775;p56"/>
          <p:cNvGrpSpPr/>
          <p:nvPr/>
        </p:nvGrpSpPr>
        <p:grpSpPr>
          <a:xfrm>
            <a:off x="5091565" y="950570"/>
            <a:ext cx="275728" cy="275265"/>
            <a:chOff x="2408992" y="1722875"/>
            <a:chExt cx="397761" cy="397093"/>
          </a:xfrm>
        </p:grpSpPr>
        <p:sp>
          <p:nvSpPr>
            <p:cNvPr id="776" name="Google Shape;776;p56"/>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56"/>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 name="Google Shape;778;p56"/>
          <p:cNvGrpSpPr/>
          <p:nvPr/>
        </p:nvGrpSpPr>
        <p:grpSpPr>
          <a:xfrm>
            <a:off x="4434108" y="950295"/>
            <a:ext cx="275800" cy="275815"/>
            <a:chOff x="864491" y="1723250"/>
            <a:chExt cx="397866" cy="397887"/>
          </a:xfrm>
        </p:grpSpPr>
        <p:sp>
          <p:nvSpPr>
            <p:cNvPr id="779" name="Google Shape;779;p56"/>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56"/>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56"/>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785" name="Shape 785"/>
        <p:cNvGrpSpPr/>
        <p:nvPr/>
      </p:nvGrpSpPr>
      <p:grpSpPr>
        <a:xfrm>
          <a:off x="0" y="0"/>
          <a:ext cx="0" cy="0"/>
          <a:chOff x="0" y="0"/>
          <a:chExt cx="0" cy="0"/>
        </a:xfrm>
      </p:grpSpPr>
      <p:sp>
        <p:nvSpPr>
          <p:cNvPr id="786" name="Google Shape;786;p5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Icon pack</a:t>
            </a:r>
            <a:endParaRPr/>
          </a:p>
        </p:txBody>
      </p:sp>
      <p:grpSp>
        <p:nvGrpSpPr>
          <p:cNvPr id="787" name="Google Shape;787;p57"/>
          <p:cNvGrpSpPr/>
          <p:nvPr/>
        </p:nvGrpSpPr>
        <p:grpSpPr>
          <a:xfrm>
            <a:off x="1263089" y="1454202"/>
            <a:ext cx="323641" cy="323881"/>
            <a:chOff x="1263088" y="1508125"/>
            <a:chExt cx="323641" cy="323881"/>
          </a:xfrm>
        </p:grpSpPr>
        <p:sp>
          <p:nvSpPr>
            <p:cNvPr id="788" name="Google Shape;788;p57"/>
            <p:cNvSpPr/>
            <p:nvPr/>
          </p:nvSpPr>
          <p:spPr>
            <a:xfrm>
              <a:off x="1510444" y="1581854"/>
              <a:ext cx="58768" cy="44887"/>
            </a:xfrm>
            <a:custGeom>
              <a:rect b="b" l="l" r="r" t="t"/>
              <a:pathLst>
                <a:path extrusionOk="0" h="1494" w="1956">
                  <a:moveTo>
                    <a:pt x="1644" y="0"/>
                  </a:moveTo>
                  <a:lnTo>
                    <a:pt x="0" y="945"/>
                  </a:lnTo>
                  <a:lnTo>
                    <a:pt x="320" y="1494"/>
                  </a:lnTo>
                  <a:lnTo>
                    <a:pt x="1956" y="549"/>
                  </a:lnTo>
                  <a:lnTo>
                    <a:pt x="16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57"/>
            <p:cNvSpPr/>
            <p:nvPr/>
          </p:nvSpPr>
          <p:spPr>
            <a:xfrm>
              <a:off x="1468833" y="1526392"/>
              <a:ext cx="44917" cy="58768"/>
            </a:xfrm>
            <a:custGeom>
              <a:rect b="b" l="l" r="r" t="t"/>
              <a:pathLst>
                <a:path extrusionOk="0" h="1956" w="1495">
                  <a:moveTo>
                    <a:pt x="946" y="0"/>
                  </a:moveTo>
                  <a:lnTo>
                    <a:pt x="1" y="1636"/>
                  </a:lnTo>
                  <a:lnTo>
                    <a:pt x="549" y="1955"/>
                  </a:lnTo>
                  <a:lnTo>
                    <a:pt x="1495" y="312"/>
                  </a:lnTo>
                  <a:lnTo>
                    <a:pt x="9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57"/>
            <p:cNvSpPr/>
            <p:nvPr/>
          </p:nvSpPr>
          <p:spPr>
            <a:xfrm>
              <a:off x="1415383" y="1508125"/>
              <a:ext cx="19079" cy="58287"/>
            </a:xfrm>
            <a:custGeom>
              <a:rect b="b" l="l" r="r" t="t"/>
              <a:pathLst>
                <a:path extrusionOk="0" h="1940" w="635">
                  <a:moveTo>
                    <a:pt x="0" y="1"/>
                  </a:moveTo>
                  <a:lnTo>
                    <a:pt x="0" y="1940"/>
                  </a:lnTo>
                  <a:lnTo>
                    <a:pt x="634" y="1940"/>
                  </a:lnTo>
                  <a:lnTo>
                    <a:pt x="63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57"/>
            <p:cNvSpPr/>
            <p:nvPr/>
          </p:nvSpPr>
          <p:spPr>
            <a:xfrm>
              <a:off x="1336066" y="1526392"/>
              <a:ext cx="44857" cy="58768"/>
            </a:xfrm>
            <a:custGeom>
              <a:rect b="b" l="l" r="r" t="t"/>
              <a:pathLst>
                <a:path extrusionOk="0" h="1956" w="1493">
                  <a:moveTo>
                    <a:pt x="549" y="0"/>
                  </a:moveTo>
                  <a:lnTo>
                    <a:pt x="1" y="312"/>
                  </a:lnTo>
                  <a:lnTo>
                    <a:pt x="946" y="1955"/>
                  </a:lnTo>
                  <a:lnTo>
                    <a:pt x="1493" y="1636"/>
                  </a:lnTo>
                  <a:lnTo>
                    <a:pt x="54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57"/>
            <p:cNvSpPr/>
            <p:nvPr/>
          </p:nvSpPr>
          <p:spPr>
            <a:xfrm>
              <a:off x="1280543" y="1581854"/>
              <a:ext cx="58858" cy="44887"/>
            </a:xfrm>
            <a:custGeom>
              <a:rect b="b" l="l" r="r" t="t"/>
              <a:pathLst>
                <a:path extrusionOk="0" h="1494" w="1959">
                  <a:moveTo>
                    <a:pt x="315" y="0"/>
                  </a:moveTo>
                  <a:lnTo>
                    <a:pt x="1" y="549"/>
                  </a:lnTo>
                  <a:lnTo>
                    <a:pt x="1638" y="1494"/>
                  </a:lnTo>
                  <a:lnTo>
                    <a:pt x="1958" y="945"/>
                  </a:lnTo>
                  <a:lnTo>
                    <a:pt x="31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57"/>
            <p:cNvSpPr/>
            <p:nvPr/>
          </p:nvSpPr>
          <p:spPr>
            <a:xfrm>
              <a:off x="1263088" y="1661142"/>
              <a:ext cx="57566" cy="19079"/>
            </a:xfrm>
            <a:custGeom>
              <a:rect b="b" l="l" r="r" t="t"/>
              <a:pathLst>
                <a:path extrusionOk="0" h="635" w="1916">
                  <a:moveTo>
                    <a:pt x="1" y="1"/>
                  </a:moveTo>
                  <a:lnTo>
                    <a:pt x="1" y="634"/>
                  </a:lnTo>
                  <a:lnTo>
                    <a:pt x="1916" y="634"/>
                  </a:lnTo>
                  <a:lnTo>
                    <a:pt x="191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57"/>
            <p:cNvSpPr/>
            <p:nvPr/>
          </p:nvSpPr>
          <p:spPr>
            <a:xfrm>
              <a:off x="1529162" y="1661142"/>
              <a:ext cx="57566" cy="19079"/>
            </a:xfrm>
            <a:custGeom>
              <a:rect b="b" l="l" r="r" t="t"/>
              <a:pathLst>
                <a:path extrusionOk="0" h="635" w="1916">
                  <a:moveTo>
                    <a:pt x="1" y="1"/>
                  </a:moveTo>
                  <a:lnTo>
                    <a:pt x="1" y="634"/>
                  </a:lnTo>
                  <a:lnTo>
                    <a:pt x="1916" y="634"/>
                  </a:lnTo>
                  <a:lnTo>
                    <a:pt x="191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57"/>
            <p:cNvSpPr/>
            <p:nvPr/>
          </p:nvSpPr>
          <p:spPr>
            <a:xfrm>
              <a:off x="1339611" y="1585430"/>
              <a:ext cx="170866" cy="189524"/>
            </a:xfrm>
            <a:custGeom>
              <a:rect b="b" l="l" r="r" t="t"/>
              <a:pathLst>
                <a:path extrusionOk="0" h="6308" w="5687">
                  <a:moveTo>
                    <a:pt x="2842" y="1"/>
                  </a:moveTo>
                  <a:cubicBezTo>
                    <a:pt x="1274" y="1"/>
                    <a:pt x="0" y="1274"/>
                    <a:pt x="0" y="2843"/>
                  </a:cubicBezTo>
                  <a:lnTo>
                    <a:pt x="0" y="6308"/>
                  </a:lnTo>
                  <a:lnTo>
                    <a:pt x="2522" y="6308"/>
                  </a:lnTo>
                  <a:lnTo>
                    <a:pt x="2522" y="4875"/>
                  </a:lnTo>
                  <a:cubicBezTo>
                    <a:pt x="2336" y="4984"/>
                    <a:pt x="2126" y="5051"/>
                    <a:pt x="1891" y="5051"/>
                  </a:cubicBezTo>
                  <a:lnTo>
                    <a:pt x="1265" y="5051"/>
                  </a:lnTo>
                  <a:lnTo>
                    <a:pt x="1265" y="2521"/>
                  </a:lnTo>
                  <a:lnTo>
                    <a:pt x="1891" y="2521"/>
                  </a:lnTo>
                  <a:cubicBezTo>
                    <a:pt x="2269" y="2521"/>
                    <a:pt x="2607" y="2691"/>
                    <a:pt x="2842" y="2960"/>
                  </a:cubicBezTo>
                  <a:cubicBezTo>
                    <a:pt x="3071" y="2691"/>
                    <a:pt x="3409" y="2521"/>
                    <a:pt x="3788" y="2521"/>
                  </a:cubicBezTo>
                  <a:lnTo>
                    <a:pt x="4421" y="2521"/>
                  </a:lnTo>
                  <a:lnTo>
                    <a:pt x="4421" y="5051"/>
                  </a:lnTo>
                  <a:lnTo>
                    <a:pt x="3788" y="5051"/>
                  </a:lnTo>
                  <a:cubicBezTo>
                    <a:pt x="3561" y="5051"/>
                    <a:pt x="3340" y="4984"/>
                    <a:pt x="3156" y="4875"/>
                  </a:cubicBezTo>
                  <a:lnTo>
                    <a:pt x="3156" y="6308"/>
                  </a:lnTo>
                  <a:lnTo>
                    <a:pt x="5686" y="6308"/>
                  </a:lnTo>
                  <a:lnTo>
                    <a:pt x="5686" y="2843"/>
                  </a:lnTo>
                  <a:cubicBezTo>
                    <a:pt x="5686" y="1274"/>
                    <a:pt x="4403" y="1"/>
                    <a:pt x="28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57"/>
            <p:cNvSpPr/>
            <p:nvPr/>
          </p:nvSpPr>
          <p:spPr>
            <a:xfrm>
              <a:off x="1434432" y="1680190"/>
              <a:ext cx="18988" cy="38037"/>
            </a:xfrm>
            <a:custGeom>
              <a:rect b="b" l="l" r="r" t="t"/>
              <a:pathLst>
                <a:path extrusionOk="0" h="1266" w="632">
                  <a:moveTo>
                    <a:pt x="632" y="0"/>
                  </a:moveTo>
                  <a:cubicBezTo>
                    <a:pt x="285" y="0"/>
                    <a:pt x="0" y="288"/>
                    <a:pt x="0" y="632"/>
                  </a:cubicBezTo>
                  <a:cubicBezTo>
                    <a:pt x="0" y="978"/>
                    <a:pt x="285" y="1265"/>
                    <a:pt x="632" y="1265"/>
                  </a:cubicBezTo>
                  <a:lnTo>
                    <a:pt x="63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57"/>
            <p:cNvSpPr/>
            <p:nvPr/>
          </p:nvSpPr>
          <p:spPr>
            <a:xfrm>
              <a:off x="1396395" y="1680190"/>
              <a:ext cx="19018" cy="38037"/>
            </a:xfrm>
            <a:custGeom>
              <a:rect b="b" l="l" r="r" t="t"/>
              <a:pathLst>
                <a:path extrusionOk="0" h="1266" w="633">
                  <a:moveTo>
                    <a:pt x="1" y="0"/>
                  </a:moveTo>
                  <a:lnTo>
                    <a:pt x="1" y="1265"/>
                  </a:lnTo>
                  <a:cubicBezTo>
                    <a:pt x="355" y="1265"/>
                    <a:pt x="632" y="978"/>
                    <a:pt x="632" y="632"/>
                  </a:cubicBezTo>
                  <a:cubicBezTo>
                    <a:pt x="632" y="288"/>
                    <a:pt x="355" y="0"/>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57"/>
            <p:cNvSpPr/>
            <p:nvPr/>
          </p:nvSpPr>
          <p:spPr>
            <a:xfrm>
              <a:off x="1301605" y="1793969"/>
              <a:ext cx="246579" cy="38037"/>
            </a:xfrm>
            <a:custGeom>
              <a:rect b="b" l="l" r="r" t="t"/>
              <a:pathLst>
                <a:path extrusionOk="0" h="1266" w="8207">
                  <a:moveTo>
                    <a:pt x="634" y="0"/>
                  </a:moveTo>
                  <a:lnTo>
                    <a:pt x="0" y="1266"/>
                  </a:lnTo>
                  <a:lnTo>
                    <a:pt x="8206" y="1266"/>
                  </a:lnTo>
                  <a:lnTo>
                    <a:pt x="757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9" name="Google Shape;799;p57"/>
          <p:cNvSpPr/>
          <p:nvPr/>
        </p:nvSpPr>
        <p:spPr>
          <a:xfrm>
            <a:off x="7614658" y="3596640"/>
            <a:ext cx="208873" cy="323615"/>
          </a:xfrm>
          <a:custGeom>
            <a:rect b="b" l="l" r="r" t="t"/>
            <a:pathLst>
              <a:path extrusionOk="0" h="10771" w="6952">
                <a:moveTo>
                  <a:pt x="4421" y="1281"/>
                </a:moveTo>
                <a:lnTo>
                  <a:pt x="4421" y="1915"/>
                </a:lnTo>
                <a:lnTo>
                  <a:pt x="2531" y="1915"/>
                </a:lnTo>
                <a:lnTo>
                  <a:pt x="2531" y="1281"/>
                </a:lnTo>
                <a:close/>
                <a:moveTo>
                  <a:pt x="5053" y="3804"/>
                </a:moveTo>
                <a:lnTo>
                  <a:pt x="5053" y="4437"/>
                </a:lnTo>
                <a:lnTo>
                  <a:pt x="4421" y="4437"/>
                </a:lnTo>
                <a:lnTo>
                  <a:pt x="4421" y="3804"/>
                </a:lnTo>
                <a:close/>
                <a:moveTo>
                  <a:pt x="2531" y="5069"/>
                </a:moveTo>
                <a:lnTo>
                  <a:pt x="2531" y="5702"/>
                </a:lnTo>
                <a:lnTo>
                  <a:pt x="1899" y="5702"/>
                </a:lnTo>
                <a:lnTo>
                  <a:pt x="1899" y="5069"/>
                </a:lnTo>
                <a:close/>
                <a:moveTo>
                  <a:pt x="5053" y="5069"/>
                </a:moveTo>
                <a:lnTo>
                  <a:pt x="5053" y="5702"/>
                </a:lnTo>
                <a:lnTo>
                  <a:pt x="4421" y="5702"/>
                </a:lnTo>
                <a:lnTo>
                  <a:pt x="4421" y="5069"/>
                </a:lnTo>
                <a:close/>
                <a:moveTo>
                  <a:pt x="2531" y="6334"/>
                </a:moveTo>
                <a:lnTo>
                  <a:pt x="2531" y="6959"/>
                </a:lnTo>
                <a:lnTo>
                  <a:pt x="1899" y="6959"/>
                </a:lnTo>
                <a:lnTo>
                  <a:pt x="1899" y="6334"/>
                </a:lnTo>
                <a:close/>
                <a:moveTo>
                  <a:pt x="3788" y="3804"/>
                </a:moveTo>
                <a:lnTo>
                  <a:pt x="3788" y="6334"/>
                </a:lnTo>
                <a:lnTo>
                  <a:pt x="5053" y="6334"/>
                </a:lnTo>
                <a:lnTo>
                  <a:pt x="5053" y="6959"/>
                </a:lnTo>
                <a:lnTo>
                  <a:pt x="3164" y="6959"/>
                </a:lnTo>
                <a:lnTo>
                  <a:pt x="3164" y="4437"/>
                </a:lnTo>
                <a:lnTo>
                  <a:pt x="1899" y="4437"/>
                </a:lnTo>
                <a:lnTo>
                  <a:pt x="1899" y="3804"/>
                </a:lnTo>
                <a:close/>
                <a:moveTo>
                  <a:pt x="4421" y="8856"/>
                </a:moveTo>
                <a:lnTo>
                  <a:pt x="4421" y="9489"/>
                </a:lnTo>
                <a:lnTo>
                  <a:pt x="2531" y="9489"/>
                </a:lnTo>
                <a:lnTo>
                  <a:pt x="2531" y="8856"/>
                </a:lnTo>
                <a:close/>
                <a:moveTo>
                  <a:pt x="0" y="0"/>
                </a:moveTo>
                <a:lnTo>
                  <a:pt x="0" y="10771"/>
                </a:lnTo>
                <a:lnTo>
                  <a:pt x="6951" y="10771"/>
                </a:lnTo>
                <a:lnTo>
                  <a:pt x="695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0" name="Google Shape;800;p57"/>
          <p:cNvGrpSpPr/>
          <p:nvPr/>
        </p:nvGrpSpPr>
        <p:grpSpPr>
          <a:xfrm>
            <a:off x="6884831" y="3596640"/>
            <a:ext cx="265627" cy="323614"/>
            <a:chOff x="6883193" y="3576365"/>
            <a:chExt cx="265627" cy="323614"/>
          </a:xfrm>
        </p:grpSpPr>
        <p:sp>
          <p:nvSpPr>
            <p:cNvPr id="801" name="Google Shape;801;p57"/>
            <p:cNvSpPr/>
            <p:nvPr/>
          </p:nvSpPr>
          <p:spPr>
            <a:xfrm>
              <a:off x="6940247" y="3709102"/>
              <a:ext cx="94792" cy="94071"/>
            </a:xfrm>
            <a:custGeom>
              <a:rect b="b" l="l" r="r" t="t"/>
              <a:pathLst>
                <a:path extrusionOk="0" h="3131" w="3155">
                  <a:moveTo>
                    <a:pt x="2539" y="626"/>
                  </a:moveTo>
                  <a:lnTo>
                    <a:pt x="2515" y="962"/>
                  </a:lnTo>
                  <a:cubicBezTo>
                    <a:pt x="2480" y="1511"/>
                    <a:pt x="2201" y="2009"/>
                    <a:pt x="1755" y="2329"/>
                  </a:cubicBezTo>
                  <a:lnTo>
                    <a:pt x="1577" y="2456"/>
                  </a:lnTo>
                  <a:lnTo>
                    <a:pt x="1391" y="2329"/>
                  </a:lnTo>
                  <a:cubicBezTo>
                    <a:pt x="946" y="2009"/>
                    <a:pt x="666" y="1511"/>
                    <a:pt x="632" y="962"/>
                  </a:cubicBezTo>
                  <a:lnTo>
                    <a:pt x="608" y="626"/>
                  </a:lnTo>
                  <a:close/>
                  <a:moveTo>
                    <a:pt x="0" y="1"/>
                  </a:moveTo>
                  <a:lnTo>
                    <a:pt x="0" y="845"/>
                  </a:lnTo>
                  <a:cubicBezTo>
                    <a:pt x="0" y="1865"/>
                    <a:pt x="624" y="2776"/>
                    <a:pt x="1577" y="3130"/>
                  </a:cubicBezTo>
                  <a:cubicBezTo>
                    <a:pt x="2523" y="2776"/>
                    <a:pt x="3154" y="1865"/>
                    <a:pt x="3154" y="845"/>
                  </a:cubicBezTo>
                  <a:lnTo>
                    <a:pt x="31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57"/>
            <p:cNvSpPr/>
            <p:nvPr/>
          </p:nvSpPr>
          <p:spPr>
            <a:xfrm>
              <a:off x="6980267" y="3746868"/>
              <a:ext cx="14512" cy="11958"/>
            </a:xfrm>
            <a:custGeom>
              <a:rect b="b" l="l" r="r" t="t"/>
              <a:pathLst>
                <a:path extrusionOk="0" h="398" w="483">
                  <a:moveTo>
                    <a:pt x="0" y="1"/>
                  </a:moveTo>
                  <a:cubicBezTo>
                    <a:pt x="51" y="145"/>
                    <a:pt x="136" y="280"/>
                    <a:pt x="245" y="398"/>
                  </a:cubicBezTo>
                  <a:cubicBezTo>
                    <a:pt x="347" y="280"/>
                    <a:pt x="432" y="145"/>
                    <a:pt x="4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57"/>
            <p:cNvSpPr/>
            <p:nvPr/>
          </p:nvSpPr>
          <p:spPr>
            <a:xfrm>
              <a:off x="6883193" y="3576365"/>
              <a:ext cx="208632" cy="265357"/>
            </a:xfrm>
            <a:custGeom>
              <a:rect b="b" l="l" r="r" t="t"/>
              <a:pathLst>
                <a:path extrusionOk="0" h="8832" w="6944">
                  <a:moveTo>
                    <a:pt x="5687" y="3787"/>
                  </a:moveTo>
                  <a:lnTo>
                    <a:pt x="5687" y="5263"/>
                  </a:lnTo>
                  <a:cubicBezTo>
                    <a:pt x="5687" y="6587"/>
                    <a:pt x="4835" y="7769"/>
                    <a:pt x="3569" y="8190"/>
                  </a:cubicBezTo>
                  <a:lnTo>
                    <a:pt x="3476" y="8224"/>
                  </a:lnTo>
                  <a:lnTo>
                    <a:pt x="3375" y="8190"/>
                  </a:lnTo>
                  <a:cubicBezTo>
                    <a:pt x="2110" y="7769"/>
                    <a:pt x="1266" y="6587"/>
                    <a:pt x="1266" y="5263"/>
                  </a:cubicBezTo>
                  <a:lnTo>
                    <a:pt x="1266" y="3787"/>
                  </a:lnTo>
                  <a:close/>
                  <a:moveTo>
                    <a:pt x="5964" y="0"/>
                  </a:moveTo>
                  <a:lnTo>
                    <a:pt x="1899" y="3382"/>
                  </a:lnTo>
                  <a:lnTo>
                    <a:pt x="1899" y="2210"/>
                  </a:lnTo>
                  <a:cubicBezTo>
                    <a:pt x="1899" y="1686"/>
                    <a:pt x="1468" y="1257"/>
                    <a:pt x="946" y="1257"/>
                  </a:cubicBezTo>
                  <a:cubicBezTo>
                    <a:pt x="424" y="1257"/>
                    <a:pt x="1" y="1686"/>
                    <a:pt x="1" y="2210"/>
                  </a:cubicBezTo>
                  <a:lnTo>
                    <a:pt x="1" y="7575"/>
                  </a:lnTo>
                  <a:lnTo>
                    <a:pt x="1" y="8832"/>
                  </a:lnTo>
                  <a:lnTo>
                    <a:pt x="6944" y="8832"/>
                  </a:lnTo>
                  <a:lnTo>
                    <a:pt x="69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57"/>
            <p:cNvSpPr/>
            <p:nvPr/>
          </p:nvSpPr>
          <p:spPr>
            <a:xfrm>
              <a:off x="6940247" y="3614131"/>
              <a:ext cx="208572" cy="285848"/>
            </a:xfrm>
            <a:custGeom>
              <a:rect b="b" l="l" r="r" t="t"/>
              <a:pathLst>
                <a:path extrusionOk="0" h="9514" w="6942">
                  <a:moveTo>
                    <a:pt x="5676" y="0"/>
                  </a:moveTo>
                  <a:lnTo>
                    <a:pt x="5676" y="8206"/>
                  </a:lnTo>
                  <a:lnTo>
                    <a:pt x="0" y="8206"/>
                  </a:lnTo>
                  <a:lnTo>
                    <a:pt x="0" y="9514"/>
                  </a:lnTo>
                  <a:lnTo>
                    <a:pt x="6941" y="9514"/>
                  </a:lnTo>
                  <a:lnTo>
                    <a:pt x="694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57"/>
            <p:cNvSpPr/>
            <p:nvPr/>
          </p:nvSpPr>
          <p:spPr>
            <a:xfrm>
              <a:off x="6889051" y="3576365"/>
              <a:ext cx="143735" cy="61622"/>
            </a:xfrm>
            <a:custGeom>
              <a:rect b="b" l="l" r="r" t="t"/>
              <a:pathLst>
                <a:path extrusionOk="0" h="2051" w="4784">
                  <a:moveTo>
                    <a:pt x="1385" y="0"/>
                  </a:moveTo>
                  <a:cubicBezTo>
                    <a:pt x="786" y="0"/>
                    <a:pt x="271" y="338"/>
                    <a:pt x="0" y="826"/>
                  </a:cubicBezTo>
                  <a:cubicBezTo>
                    <a:pt x="229" y="700"/>
                    <a:pt x="482" y="624"/>
                    <a:pt x="751" y="624"/>
                  </a:cubicBezTo>
                  <a:cubicBezTo>
                    <a:pt x="1569" y="624"/>
                    <a:pt x="2235" y="1257"/>
                    <a:pt x="2320" y="2051"/>
                  </a:cubicBezTo>
                  <a:lnTo>
                    <a:pt x="478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 name="Google Shape;806;p57"/>
          <p:cNvGrpSpPr/>
          <p:nvPr/>
        </p:nvGrpSpPr>
        <p:grpSpPr>
          <a:xfrm>
            <a:off x="6182930" y="3596640"/>
            <a:ext cx="266918" cy="323614"/>
            <a:chOff x="6182043" y="3576365"/>
            <a:chExt cx="266918" cy="323614"/>
          </a:xfrm>
        </p:grpSpPr>
        <p:sp>
          <p:nvSpPr>
            <p:cNvPr id="807" name="Google Shape;807;p57"/>
            <p:cNvSpPr/>
            <p:nvPr/>
          </p:nvSpPr>
          <p:spPr>
            <a:xfrm>
              <a:off x="6274790" y="3652137"/>
              <a:ext cx="174171" cy="247841"/>
            </a:xfrm>
            <a:custGeom>
              <a:rect b="b" l="l" r="r" t="t"/>
              <a:pathLst>
                <a:path extrusionOk="0" h="8249" w="5797">
                  <a:moveTo>
                    <a:pt x="1966" y="0"/>
                  </a:moveTo>
                  <a:lnTo>
                    <a:pt x="1966" y="5684"/>
                  </a:lnTo>
                  <a:lnTo>
                    <a:pt x="1335" y="5684"/>
                  </a:lnTo>
                  <a:lnTo>
                    <a:pt x="1335" y="3972"/>
                  </a:lnTo>
                  <a:lnTo>
                    <a:pt x="1" y="5306"/>
                  </a:lnTo>
                  <a:lnTo>
                    <a:pt x="1452" y="8249"/>
                  </a:lnTo>
                  <a:lnTo>
                    <a:pt x="5069" y="8249"/>
                  </a:lnTo>
                  <a:lnTo>
                    <a:pt x="5796" y="3870"/>
                  </a:lnTo>
                  <a:lnTo>
                    <a:pt x="3223" y="3223"/>
                  </a:lnTo>
                  <a:lnTo>
                    <a:pt x="322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57"/>
            <p:cNvSpPr/>
            <p:nvPr/>
          </p:nvSpPr>
          <p:spPr>
            <a:xfrm>
              <a:off x="6333858" y="3576365"/>
              <a:ext cx="56755" cy="56755"/>
            </a:xfrm>
            <a:custGeom>
              <a:rect b="b" l="l" r="r" t="t"/>
              <a:pathLst>
                <a:path extrusionOk="0" h="1889" w="1889">
                  <a:moveTo>
                    <a:pt x="0" y="0"/>
                  </a:moveTo>
                  <a:lnTo>
                    <a:pt x="0" y="1889"/>
                  </a:lnTo>
                  <a:lnTo>
                    <a:pt x="1889" y="1889"/>
                  </a:lnTo>
                  <a:lnTo>
                    <a:pt x="188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57"/>
            <p:cNvSpPr/>
            <p:nvPr/>
          </p:nvSpPr>
          <p:spPr>
            <a:xfrm>
              <a:off x="6257845" y="3576365"/>
              <a:ext cx="57055" cy="56755"/>
            </a:xfrm>
            <a:custGeom>
              <a:rect b="b" l="l" r="r" t="t"/>
              <a:pathLst>
                <a:path extrusionOk="0" h="1889" w="1899">
                  <a:moveTo>
                    <a:pt x="0" y="0"/>
                  </a:moveTo>
                  <a:lnTo>
                    <a:pt x="0" y="1889"/>
                  </a:lnTo>
                  <a:lnTo>
                    <a:pt x="1899" y="1889"/>
                  </a:lnTo>
                  <a:lnTo>
                    <a:pt x="18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57"/>
            <p:cNvSpPr/>
            <p:nvPr/>
          </p:nvSpPr>
          <p:spPr>
            <a:xfrm>
              <a:off x="6182043" y="3576365"/>
              <a:ext cx="57086" cy="56755"/>
            </a:xfrm>
            <a:custGeom>
              <a:rect b="b" l="l" r="r" t="t"/>
              <a:pathLst>
                <a:path extrusionOk="0" h="1889" w="1900">
                  <a:moveTo>
                    <a:pt x="1" y="0"/>
                  </a:moveTo>
                  <a:lnTo>
                    <a:pt x="1" y="1889"/>
                  </a:lnTo>
                  <a:lnTo>
                    <a:pt x="1900" y="1889"/>
                  </a:lnTo>
                  <a:lnTo>
                    <a:pt x="190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57"/>
            <p:cNvSpPr/>
            <p:nvPr/>
          </p:nvSpPr>
          <p:spPr>
            <a:xfrm>
              <a:off x="6182043" y="3652137"/>
              <a:ext cx="57086" cy="56995"/>
            </a:xfrm>
            <a:custGeom>
              <a:rect b="b" l="l" r="r" t="t"/>
              <a:pathLst>
                <a:path extrusionOk="0" h="1897" w="1900">
                  <a:moveTo>
                    <a:pt x="1" y="0"/>
                  </a:moveTo>
                  <a:lnTo>
                    <a:pt x="1" y="1897"/>
                  </a:lnTo>
                  <a:lnTo>
                    <a:pt x="1900" y="1897"/>
                  </a:lnTo>
                  <a:lnTo>
                    <a:pt x="190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57"/>
            <p:cNvSpPr/>
            <p:nvPr/>
          </p:nvSpPr>
          <p:spPr>
            <a:xfrm>
              <a:off x="6257845" y="3652137"/>
              <a:ext cx="57055" cy="56995"/>
            </a:xfrm>
            <a:custGeom>
              <a:rect b="b" l="l" r="r" t="t"/>
              <a:pathLst>
                <a:path extrusionOk="0" h="1897" w="1899">
                  <a:moveTo>
                    <a:pt x="0" y="0"/>
                  </a:moveTo>
                  <a:lnTo>
                    <a:pt x="0" y="1897"/>
                  </a:lnTo>
                  <a:lnTo>
                    <a:pt x="1899" y="1897"/>
                  </a:lnTo>
                  <a:lnTo>
                    <a:pt x="18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57"/>
            <p:cNvSpPr/>
            <p:nvPr/>
          </p:nvSpPr>
          <p:spPr>
            <a:xfrm>
              <a:off x="6257845" y="3727910"/>
              <a:ext cx="57055" cy="56995"/>
            </a:xfrm>
            <a:custGeom>
              <a:rect b="b" l="l" r="r" t="t"/>
              <a:pathLst>
                <a:path extrusionOk="0" h="1897" w="1899">
                  <a:moveTo>
                    <a:pt x="0" y="0"/>
                  </a:moveTo>
                  <a:lnTo>
                    <a:pt x="0" y="1897"/>
                  </a:lnTo>
                  <a:lnTo>
                    <a:pt x="557" y="1897"/>
                  </a:lnTo>
                  <a:lnTo>
                    <a:pt x="1899" y="557"/>
                  </a:lnTo>
                  <a:lnTo>
                    <a:pt x="18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57"/>
            <p:cNvSpPr/>
            <p:nvPr/>
          </p:nvSpPr>
          <p:spPr>
            <a:xfrm>
              <a:off x="6182043" y="3727910"/>
              <a:ext cx="57086" cy="56995"/>
            </a:xfrm>
            <a:custGeom>
              <a:rect b="b" l="l" r="r" t="t"/>
              <a:pathLst>
                <a:path extrusionOk="0" h="1897" w="1900">
                  <a:moveTo>
                    <a:pt x="1" y="0"/>
                  </a:moveTo>
                  <a:lnTo>
                    <a:pt x="1" y="1897"/>
                  </a:lnTo>
                  <a:lnTo>
                    <a:pt x="1900" y="1897"/>
                  </a:lnTo>
                  <a:lnTo>
                    <a:pt x="190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5" name="Google Shape;815;p57"/>
          <p:cNvSpPr/>
          <p:nvPr/>
        </p:nvSpPr>
        <p:spPr>
          <a:xfrm>
            <a:off x="5519681" y="3596640"/>
            <a:ext cx="208632" cy="323615"/>
          </a:xfrm>
          <a:custGeom>
            <a:rect b="b" l="l" r="r" t="t"/>
            <a:pathLst>
              <a:path extrusionOk="0" h="10771" w="6944">
                <a:moveTo>
                  <a:pt x="4421" y="1281"/>
                </a:moveTo>
                <a:lnTo>
                  <a:pt x="4421" y="1915"/>
                </a:lnTo>
                <a:lnTo>
                  <a:pt x="2522" y="1915"/>
                </a:lnTo>
                <a:lnTo>
                  <a:pt x="2522" y="1281"/>
                </a:lnTo>
                <a:close/>
                <a:moveTo>
                  <a:pt x="3788" y="4437"/>
                </a:moveTo>
                <a:lnTo>
                  <a:pt x="3788" y="6334"/>
                </a:lnTo>
                <a:lnTo>
                  <a:pt x="3156" y="6334"/>
                </a:lnTo>
                <a:lnTo>
                  <a:pt x="3156" y="4437"/>
                </a:lnTo>
                <a:close/>
                <a:moveTo>
                  <a:pt x="3468" y="3172"/>
                </a:moveTo>
                <a:cubicBezTo>
                  <a:pt x="4336" y="3172"/>
                  <a:pt x="5045" y="3880"/>
                  <a:pt x="5045" y="4749"/>
                </a:cubicBezTo>
                <a:lnTo>
                  <a:pt x="5045" y="6014"/>
                </a:lnTo>
                <a:cubicBezTo>
                  <a:pt x="5045" y="6200"/>
                  <a:pt x="5020" y="6376"/>
                  <a:pt x="4951" y="6544"/>
                </a:cubicBezTo>
                <a:lnTo>
                  <a:pt x="4362" y="6334"/>
                </a:lnTo>
                <a:cubicBezTo>
                  <a:pt x="4395" y="6233"/>
                  <a:pt x="4421" y="6123"/>
                  <a:pt x="4421" y="6014"/>
                </a:cubicBezTo>
                <a:lnTo>
                  <a:pt x="4421" y="4749"/>
                </a:lnTo>
                <a:cubicBezTo>
                  <a:pt x="4421" y="4235"/>
                  <a:pt x="3990" y="3804"/>
                  <a:pt x="3468" y="3804"/>
                </a:cubicBezTo>
                <a:cubicBezTo>
                  <a:pt x="3249" y="3804"/>
                  <a:pt x="3037" y="3880"/>
                  <a:pt x="2869" y="4024"/>
                </a:cubicBezTo>
                <a:lnTo>
                  <a:pt x="2464" y="3542"/>
                </a:lnTo>
                <a:cubicBezTo>
                  <a:pt x="2743" y="3306"/>
                  <a:pt x="3105" y="3172"/>
                  <a:pt x="3468" y="3172"/>
                </a:cubicBezTo>
                <a:close/>
                <a:moveTo>
                  <a:pt x="1984" y="4216"/>
                </a:moveTo>
                <a:lnTo>
                  <a:pt x="2581" y="4437"/>
                </a:lnTo>
                <a:cubicBezTo>
                  <a:pt x="2541" y="4538"/>
                  <a:pt x="2522" y="4648"/>
                  <a:pt x="2522" y="4749"/>
                </a:cubicBezTo>
                <a:lnTo>
                  <a:pt x="2522" y="6014"/>
                </a:lnTo>
                <a:cubicBezTo>
                  <a:pt x="2522" y="6536"/>
                  <a:pt x="2945" y="6959"/>
                  <a:pt x="3468" y="6959"/>
                </a:cubicBezTo>
                <a:cubicBezTo>
                  <a:pt x="3686" y="6959"/>
                  <a:pt x="3907" y="6882"/>
                  <a:pt x="4075" y="6739"/>
                </a:cubicBezTo>
                <a:lnTo>
                  <a:pt x="4480" y="7228"/>
                </a:lnTo>
                <a:cubicBezTo>
                  <a:pt x="4192" y="7465"/>
                  <a:pt x="3838" y="7591"/>
                  <a:pt x="3468" y="7591"/>
                </a:cubicBezTo>
                <a:cubicBezTo>
                  <a:pt x="2599" y="7591"/>
                  <a:pt x="1891" y="6882"/>
                  <a:pt x="1891" y="6014"/>
                </a:cubicBezTo>
                <a:lnTo>
                  <a:pt x="1891" y="4749"/>
                </a:lnTo>
                <a:cubicBezTo>
                  <a:pt x="1891" y="4571"/>
                  <a:pt x="1923" y="4395"/>
                  <a:pt x="1984" y="4216"/>
                </a:cubicBezTo>
                <a:close/>
                <a:moveTo>
                  <a:pt x="4421" y="8856"/>
                </a:moveTo>
                <a:lnTo>
                  <a:pt x="4421" y="9489"/>
                </a:lnTo>
                <a:lnTo>
                  <a:pt x="2522" y="9489"/>
                </a:lnTo>
                <a:lnTo>
                  <a:pt x="2522" y="8856"/>
                </a:lnTo>
                <a:close/>
                <a:moveTo>
                  <a:pt x="0" y="0"/>
                </a:moveTo>
                <a:lnTo>
                  <a:pt x="0" y="10771"/>
                </a:lnTo>
                <a:lnTo>
                  <a:pt x="6943" y="10771"/>
                </a:lnTo>
                <a:lnTo>
                  <a:pt x="694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6" name="Google Shape;816;p57"/>
          <p:cNvGrpSpPr/>
          <p:nvPr/>
        </p:nvGrpSpPr>
        <p:grpSpPr>
          <a:xfrm>
            <a:off x="4760771" y="3596641"/>
            <a:ext cx="323881" cy="323613"/>
            <a:chOff x="4760725" y="3576365"/>
            <a:chExt cx="323881" cy="323613"/>
          </a:xfrm>
        </p:grpSpPr>
        <p:sp>
          <p:nvSpPr>
            <p:cNvPr id="817" name="Google Shape;817;p57"/>
            <p:cNvSpPr/>
            <p:nvPr/>
          </p:nvSpPr>
          <p:spPr>
            <a:xfrm>
              <a:off x="4760725" y="3576365"/>
              <a:ext cx="67241" cy="39299"/>
            </a:xfrm>
            <a:custGeom>
              <a:rect b="b" l="l" r="r" t="t"/>
              <a:pathLst>
                <a:path extrusionOk="0" h="1308" w="2238">
                  <a:moveTo>
                    <a:pt x="1" y="0"/>
                  </a:moveTo>
                  <a:lnTo>
                    <a:pt x="1" y="1308"/>
                  </a:lnTo>
                  <a:lnTo>
                    <a:pt x="2237" y="1308"/>
                  </a:lnTo>
                  <a:lnTo>
                    <a:pt x="223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57"/>
            <p:cNvSpPr/>
            <p:nvPr/>
          </p:nvSpPr>
          <p:spPr>
            <a:xfrm>
              <a:off x="4846652" y="3576365"/>
              <a:ext cx="66460" cy="39299"/>
            </a:xfrm>
            <a:custGeom>
              <a:rect b="b" l="l" r="r" t="t"/>
              <a:pathLst>
                <a:path extrusionOk="0" h="1308" w="2212">
                  <a:moveTo>
                    <a:pt x="1" y="0"/>
                  </a:moveTo>
                  <a:lnTo>
                    <a:pt x="1" y="1308"/>
                  </a:lnTo>
                  <a:lnTo>
                    <a:pt x="2211" y="1308"/>
                  </a:lnTo>
                  <a:lnTo>
                    <a:pt x="22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57"/>
            <p:cNvSpPr/>
            <p:nvPr/>
          </p:nvSpPr>
          <p:spPr>
            <a:xfrm>
              <a:off x="4932039" y="3576365"/>
              <a:ext cx="66460" cy="39299"/>
            </a:xfrm>
            <a:custGeom>
              <a:rect b="b" l="l" r="r" t="t"/>
              <a:pathLst>
                <a:path extrusionOk="0" h="1308" w="2212">
                  <a:moveTo>
                    <a:pt x="1" y="0"/>
                  </a:moveTo>
                  <a:lnTo>
                    <a:pt x="1" y="1308"/>
                  </a:lnTo>
                  <a:lnTo>
                    <a:pt x="2211" y="1308"/>
                  </a:lnTo>
                  <a:lnTo>
                    <a:pt x="22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57"/>
            <p:cNvSpPr/>
            <p:nvPr/>
          </p:nvSpPr>
          <p:spPr>
            <a:xfrm>
              <a:off x="4932039" y="3576365"/>
              <a:ext cx="66460" cy="39299"/>
            </a:xfrm>
            <a:custGeom>
              <a:rect b="b" l="l" r="r" t="t"/>
              <a:pathLst>
                <a:path extrusionOk="0" h="1308" w="2212">
                  <a:moveTo>
                    <a:pt x="1" y="0"/>
                  </a:moveTo>
                  <a:lnTo>
                    <a:pt x="1" y="1308"/>
                  </a:lnTo>
                  <a:lnTo>
                    <a:pt x="2211" y="1308"/>
                  </a:lnTo>
                  <a:lnTo>
                    <a:pt x="22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57"/>
            <p:cNvSpPr/>
            <p:nvPr/>
          </p:nvSpPr>
          <p:spPr>
            <a:xfrm>
              <a:off x="5017426" y="3576365"/>
              <a:ext cx="67181" cy="39299"/>
            </a:xfrm>
            <a:custGeom>
              <a:rect b="b" l="l" r="r" t="t"/>
              <a:pathLst>
                <a:path extrusionOk="0" h="1308" w="2236">
                  <a:moveTo>
                    <a:pt x="1" y="0"/>
                  </a:moveTo>
                  <a:lnTo>
                    <a:pt x="1" y="1308"/>
                  </a:lnTo>
                  <a:lnTo>
                    <a:pt x="2236" y="1308"/>
                  </a:lnTo>
                  <a:lnTo>
                    <a:pt x="223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57"/>
            <p:cNvSpPr/>
            <p:nvPr/>
          </p:nvSpPr>
          <p:spPr>
            <a:xfrm>
              <a:off x="4760725" y="3691405"/>
              <a:ext cx="67241" cy="38037"/>
            </a:xfrm>
            <a:custGeom>
              <a:rect b="b" l="l" r="r" t="t"/>
              <a:pathLst>
                <a:path extrusionOk="0" h="1266" w="2238">
                  <a:moveTo>
                    <a:pt x="1" y="1"/>
                  </a:moveTo>
                  <a:lnTo>
                    <a:pt x="1" y="1266"/>
                  </a:lnTo>
                  <a:lnTo>
                    <a:pt x="2237" y="1266"/>
                  </a:lnTo>
                  <a:lnTo>
                    <a:pt x="223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57"/>
            <p:cNvSpPr/>
            <p:nvPr/>
          </p:nvSpPr>
          <p:spPr>
            <a:xfrm>
              <a:off x="5017426" y="3691405"/>
              <a:ext cx="67181" cy="38037"/>
            </a:xfrm>
            <a:custGeom>
              <a:rect b="b" l="l" r="r" t="t"/>
              <a:pathLst>
                <a:path extrusionOk="0" h="1266" w="2236">
                  <a:moveTo>
                    <a:pt x="1" y="1"/>
                  </a:moveTo>
                  <a:lnTo>
                    <a:pt x="1" y="1266"/>
                  </a:lnTo>
                  <a:lnTo>
                    <a:pt x="2236" y="1266"/>
                  </a:lnTo>
                  <a:lnTo>
                    <a:pt x="223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57"/>
            <p:cNvSpPr/>
            <p:nvPr/>
          </p:nvSpPr>
          <p:spPr>
            <a:xfrm>
              <a:off x="4884689" y="3634621"/>
              <a:ext cx="66429" cy="37797"/>
            </a:xfrm>
            <a:custGeom>
              <a:rect b="b" l="l" r="r" t="t"/>
              <a:pathLst>
                <a:path extrusionOk="0" h="1258" w="2211">
                  <a:moveTo>
                    <a:pt x="0" y="0"/>
                  </a:moveTo>
                  <a:lnTo>
                    <a:pt x="0" y="1257"/>
                  </a:lnTo>
                  <a:lnTo>
                    <a:pt x="2210" y="1257"/>
                  </a:lnTo>
                  <a:lnTo>
                    <a:pt x="22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57"/>
            <p:cNvSpPr/>
            <p:nvPr/>
          </p:nvSpPr>
          <p:spPr>
            <a:xfrm>
              <a:off x="4970075" y="3634621"/>
              <a:ext cx="66429" cy="37797"/>
            </a:xfrm>
            <a:custGeom>
              <a:rect b="b" l="l" r="r" t="t"/>
              <a:pathLst>
                <a:path extrusionOk="0" h="1258" w="2211">
                  <a:moveTo>
                    <a:pt x="0" y="0"/>
                  </a:moveTo>
                  <a:lnTo>
                    <a:pt x="0" y="1257"/>
                  </a:lnTo>
                  <a:lnTo>
                    <a:pt x="2210" y="1257"/>
                  </a:lnTo>
                  <a:lnTo>
                    <a:pt x="22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57"/>
            <p:cNvSpPr/>
            <p:nvPr/>
          </p:nvSpPr>
          <p:spPr>
            <a:xfrm>
              <a:off x="4799302" y="3634621"/>
              <a:ext cx="66369" cy="37797"/>
            </a:xfrm>
            <a:custGeom>
              <a:rect b="b" l="l" r="r" t="t"/>
              <a:pathLst>
                <a:path extrusionOk="0" h="1258" w="2209">
                  <a:moveTo>
                    <a:pt x="0" y="0"/>
                  </a:moveTo>
                  <a:lnTo>
                    <a:pt x="0" y="1257"/>
                  </a:lnTo>
                  <a:lnTo>
                    <a:pt x="2208" y="1257"/>
                  </a:lnTo>
                  <a:lnTo>
                    <a:pt x="220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57"/>
            <p:cNvSpPr/>
            <p:nvPr/>
          </p:nvSpPr>
          <p:spPr>
            <a:xfrm>
              <a:off x="4837308" y="3703333"/>
              <a:ext cx="171587" cy="196645"/>
            </a:xfrm>
            <a:custGeom>
              <a:rect b="b" l="l" r="r" t="t"/>
              <a:pathLst>
                <a:path extrusionOk="0" h="6545" w="5711">
                  <a:moveTo>
                    <a:pt x="2842" y="1"/>
                  </a:moveTo>
                  <a:cubicBezTo>
                    <a:pt x="2219" y="901"/>
                    <a:pt x="1569" y="1897"/>
                    <a:pt x="1087" y="2893"/>
                  </a:cubicBezTo>
                  <a:cubicBezTo>
                    <a:pt x="869" y="2808"/>
                    <a:pt x="632" y="2766"/>
                    <a:pt x="397" y="2766"/>
                  </a:cubicBezTo>
                  <a:lnTo>
                    <a:pt x="152" y="2766"/>
                  </a:lnTo>
                  <a:lnTo>
                    <a:pt x="93" y="3002"/>
                  </a:lnTo>
                  <a:cubicBezTo>
                    <a:pt x="33" y="3229"/>
                    <a:pt x="0" y="3466"/>
                    <a:pt x="0" y="3711"/>
                  </a:cubicBezTo>
                  <a:cubicBezTo>
                    <a:pt x="0" y="5272"/>
                    <a:pt x="1273" y="6545"/>
                    <a:pt x="2775" y="6545"/>
                  </a:cubicBezTo>
                  <a:lnTo>
                    <a:pt x="2792" y="6545"/>
                  </a:lnTo>
                  <a:cubicBezTo>
                    <a:pt x="2294" y="6518"/>
                    <a:pt x="1897" y="6105"/>
                    <a:pt x="1897" y="5599"/>
                  </a:cubicBezTo>
                  <a:cubicBezTo>
                    <a:pt x="1897" y="5203"/>
                    <a:pt x="2379" y="4462"/>
                    <a:pt x="2581" y="4158"/>
                  </a:cubicBezTo>
                  <a:lnTo>
                    <a:pt x="2842" y="3786"/>
                  </a:lnTo>
                  <a:lnTo>
                    <a:pt x="3103" y="4158"/>
                  </a:lnTo>
                  <a:cubicBezTo>
                    <a:pt x="3306" y="4462"/>
                    <a:pt x="3787" y="5203"/>
                    <a:pt x="3787" y="5599"/>
                  </a:cubicBezTo>
                  <a:cubicBezTo>
                    <a:pt x="3787" y="6055"/>
                    <a:pt x="3466" y="6435"/>
                    <a:pt x="3045" y="6529"/>
                  </a:cubicBezTo>
                  <a:cubicBezTo>
                    <a:pt x="4445" y="6435"/>
                    <a:pt x="5372" y="5423"/>
                    <a:pt x="5609" y="4353"/>
                  </a:cubicBezTo>
                  <a:cubicBezTo>
                    <a:pt x="5710" y="3897"/>
                    <a:pt x="5710" y="3442"/>
                    <a:pt x="5591" y="3002"/>
                  </a:cubicBezTo>
                  <a:lnTo>
                    <a:pt x="5532" y="2766"/>
                  </a:lnTo>
                  <a:lnTo>
                    <a:pt x="5287" y="2766"/>
                  </a:lnTo>
                  <a:cubicBezTo>
                    <a:pt x="5053" y="2766"/>
                    <a:pt x="4816" y="2808"/>
                    <a:pt x="4597" y="2893"/>
                  </a:cubicBezTo>
                  <a:cubicBezTo>
                    <a:pt x="4115" y="1897"/>
                    <a:pt x="3466" y="901"/>
                    <a:pt x="28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57"/>
            <p:cNvSpPr/>
            <p:nvPr/>
          </p:nvSpPr>
          <p:spPr>
            <a:xfrm>
              <a:off x="4913081" y="3851303"/>
              <a:ext cx="18988" cy="29955"/>
            </a:xfrm>
            <a:custGeom>
              <a:rect b="b" l="l" r="r" t="t"/>
              <a:pathLst>
                <a:path extrusionOk="0" h="997" w="632">
                  <a:moveTo>
                    <a:pt x="320" y="0"/>
                  </a:moveTo>
                  <a:cubicBezTo>
                    <a:pt x="134" y="304"/>
                    <a:pt x="8" y="581"/>
                    <a:pt x="0" y="674"/>
                  </a:cubicBezTo>
                  <a:cubicBezTo>
                    <a:pt x="0" y="853"/>
                    <a:pt x="142" y="996"/>
                    <a:pt x="320" y="996"/>
                  </a:cubicBezTo>
                  <a:cubicBezTo>
                    <a:pt x="488" y="996"/>
                    <a:pt x="632" y="853"/>
                    <a:pt x="632" y="674"/>
                  </a:cubicBezTo>
                  <a:cubicBezTo>
                    <a:pt x="632" y="581"/>
                    <a:pt x="496" y="304"/>
                    <a:pt x="3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57"/>
            <p:cNvSpPr/>
            <p:nvPr/>
          </p:nvSpPr>
          <p:spPr>
            <a:xfrm>
              <a:off x="4937657" y="3691405"/>
              <a:ext cx="60841" cy="38037"/>
            </a:xfrm>
            <a:custGeom>
              <a:rect b="b" l="l" r="r" t="t"/>
              <a:pathLst>
                <a:path extrusionOk="0" h="1266" w="2025">
                  <a:moveTo>
                    <a:pt x="0" y="1"/>
                  </a:moveTo>
                  <a:cubicBezTo>
                    <a:pt x="168" y="254"/>
                    <a:pt x="421" y="600"/>
                    <a:pt x="834" y="1266"/>
                  </a:cubicBezTo>
                  <a:lnTo>
                    <a:pt x="2024" y="1266"/>
                  </a:lnTo>
                  <a:lnTo>
                    <a:pt x="202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57"/>
            <p:cNvSpPr/>
            <p:nvPr/>
          </p:nvSpPr>
          <p:spPr>
            <a:xfrm>
              <a:off x="4846652" y="3691405"/>
              <a:ext cx="61112" cy="38037"/>
            </a:xfrm>
            <a:custGeom>
              <a:rect b="b" l="l" r="r" t="t"/>
              <a:pathLst>
                <a:path extrusionOk="0" h="1266" w="2034">
                  <a:moveTo>
                    <a:pt x="1" y="1"/>
                  </a:moveTo>
                  <a:lnTo>
                    <a:pt x="1" y="1266"/>
                  </a:lnTo>
                  <a:lnTo>
                    <a:pt x="1189" y="1266"/>
                  </a:lnTo>
                  <a:cubicBezTo>
                    <a:pt x="1612" y="600"/>
                    <a:pt x="1865" y="246"/>
                    <a:pt x="20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 name="Google Shape;831;p57"/>
          <p:cNvGrpSpPr/>
          <p:nvPr/>
        </p:nvGrpSpPr>
        <p:grpSpPr>
          <a:xfrm>
            <a:off x="4059335" y="3596640"/>
            <a:ext cx="323884" cy="323614"/>
            <a:chOff x="4059335" y="3576365"/>
            <a:chExt cx="323884" cy="323614"/>
          </a:xfrm>
        </p:grpSpPr>
        <p:sp>
          <p:nvSpPr>
            <p:cNvPr id="832" name="Google Shape;832;p57"/>
            <p:cNvSpPr/>
            <p:nvPr/>
          </p:nvSpPr>
          <p:spPr>
            <a:xfrm>
              <a:off x="4135377" y="3576365"/>
              <a:ext cx="247841" cy="209834"/>
            </a:xfrm>
            <a:custGeom>
              <a:rect b="b" l="l" r="r" t="t"/>
              <a:pathLst>
                <a:path extrusionOk="0" h="6984" w="8249">
                  <a:moveTo>
                    <a:pt x="3787" y="1300"/>
                  </a:moveTo>
                  <a:lnTo>
                    <a:pt x="3787" y="1931"/>
                  </a:lnTo>
                  <a:lnTo>
                    <a:pt x="3154" y="1931"/>
                  </a:lnTo>
                  <a:lnTo>
                    <a:pt x="3154" y="1300"/>
                  </a:lnTo>
                  <a:close/>
                  <a:moveTo>
                    <a:pt x="5052" y="1300"/>
                  </a:moveTo>
                  <a:lnTo>
                    <a:pt x="5052" y="1931"/>
                  </a:lnTo>
                  <a:lnTo>
                    <a:pt x="4419" y="1931"/>
                  </a:lnTo>
                  <a:lnTo>
                    <a:pt x="4419" y="1300"/>
                  </a:lnTo>
                  <a:close/>
                  <a:moveTo>
                    <a:pt x="7575" y="1300"/>
                  </a:moveTo>
                  <a:lnTo>
                    <a:pt x="7575" y="1931"/>
                  </a:lnTo>
                  <a:lnTo>
                    <a:pt x="5676" y="1931"/>
                  </a:lnTo>
                  <a:lnTo>
                    <a:pt x="5676" y="1300"/>
                  </a:lnTo>
                  <a:close/>
                  <a:moveTo>
                    <a:pt x="6941" y="2565"/>
                  </a:moveTo>
                  <a:lnTo>
                    <a:pt x="6941" y="3196"/>
                  </a:lnTo>
                  <a:lnTo>
                    <a:pt x="3787" y="3196"/>
                  </a:lnTo>
                  <a:lnTo>
                    <a:pt x="3787" y="2565"/>
                  </a:lnTo>
                  <a:close/>
                  <a:moveTo>
                    <a:pt x="7575" y="3830"/>
                  </a:moveTo>
                  <a:lnTo>
                    <a:pt x="7575" y="4461"/>
                  </a:lnTo>
                  <a:lnTo>
                    <a:pt x="5052" y="4461"/>
                  </a:lnTo>
                  <a:lnTo>
                    <a:pt x="5052" y="3830"/>
                  </a:lnTo>
                  <a:close/>
                  <a:moveTo>
                    <a:pt x="6309" y="5087"/>
                  </a:moveTo>
                  <a:lnTo>
                    <a:pt x="6309" y="5718"/>
                  </a:lnTo>
                  <a:lnTo>
                    <a:pt x="4419" y="5718"/>
                  </a:lnTo>
                  <a:lnTo>
                    <a:pt x="4419" y="5087"/>
                  </a:lnTo>
                  <a:close/>
                  <a:moveTo>
                    <a:pt x="7575" y="5087"/>
                  </a:moveTo>
                  <a:lnTo>
                    <a:pt x="7575" y="5718"/>
                  </a:lnTo>
                  <a:lnTo>
                    <a:pt x="6941" y="5718"/>
                  </a:lnTo>
                  <a:lnTo>
                    <a:pt x="6941" y="5087"/>
                  </a:lnTo>
                  <a:close/>
                  <a:moveTo>
                    <a:pt x="0" y="0"/>
                  </a:moveTo>
                  <a:lnTo>
                    <a:pt x="0" y="1316"/>
                  </a:lnTo>
                  <a:cubicBezTo>
                    <a:pt x="101" y="1308"/>
                    <a:pt x="211" y="1300"/>
                    <a:pt x="312" y="1300"/>
                  </a:cubicBezTo>
                  <a:cubicBezTo>
                    <a:pt x="2227" y="1300"/>
                    <a:pt x="3787" y="2860"/>
                    <a:pt x="3787" y="4773"/>
                  </a:cubicBezTo>
                  <a:cubicBezTo>
                    <a:pt x="3787" y="5609"/>
                    <a:pt x="3484" y="6384"/>
                    <a:pt x="2994" y="6984"/>
                  </a:cubicBezTo>
                  <a:lnTo>
                    <a:pt x="8249" y="6984"/>
                  </a:lnTo>
                  <a:lnTo>
                    <a:pt x="824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57"/>
            <p:cNvSpPr/>
            <p:nvPr/>
          </p:nvSpPr>
          <p:spPr>
            <a:xfrm>
              <a:off x="4154396" y="3710394"/>
              <a:ext cx="19018" cy="18808"/>
            </a:xfrm>
            <a:custGeom>
              <a:rect b="b" l="l" r="r" t="t"/>
              <a:pathLst>
                <a:path extrusionOk="0" h="626" w="633">
                  <a:moveTo>
                    <a:pt x="1" y="0"/>
                  </a:moveTo>
                  <a:lnTo>
                    <a:pt x="1" y="626"/>
                  </a:lnTo>
                  <a:lnTo>
                    <a:pt x="632" y="626"/>
                  </a:lnTo>
                  <a:lnTo>
                    <a:pt x="63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57"/>
            <p:cNvSpPr/>
            <p:nvPr/>
          </p:nvSpPr>
          <p:spPr>
            <a:xfrm>
              <a:off x="4059335" y="3634381"/>
              <a:ext cx="170806" cy="265598"/>
            </a:xfrm>
            <a:custGeom>
              <a:rect b="b" l="l" r="r" t="t"/>
              <a:pathLst>
                <a:path extrusionOk="0" h="8840" w="5685">
                  <a:moveTo>
                    <a:pt x="1900" y="1899"/>
                  </a:moveTo>
                  <a:lnTo>
                    <a:pt x="1900" y="3787"/>
                  </a:lnTo>
                  <a:lnTo>
                    <a:pt x="1266" y="3787"/>
                  </a:lnTo>
                  <a:lnTo>
                    <a:pt x="1266" y="1899"/>
                  </a:lnTo>
                  <a:close/>
                  <a:moveTo>
                    <a:pt x="4420" y="1899"/>
                  </a:moveTo>
                  <a:lnTo>
                    <a:pt x="4420" y="3787"/>
                  </a:lnTo>
                  <a:lnTo>
                    <a:pt x="2531" y="3787"/>
                  </a:lnTo>
                  <a:lnTo>
                    <a:pt x="2531" y="1899"/>
                  </a:lnTo>
                  <a:close/>
                  <a:moveTo>
                    <a:pt x="2843" y="0"/>
                  </a:moveTo>
                  <a:cubicBezTo>
                    <a:pt x="1274" y="0"/>
                    <a:pt x="1" y="1273"/>
                    <a:pt x="1" y="2842"/>
                  </a:cubicBezTo>
                  <a:cubicBezTo>
                    <a:pt x="1" y="4302"/>
                    <a:pt x="1114" y="5492"/>
                    <a:pt x="2531" y="5652"/>
                  </a:cubicBezTo>
                  <a:lnTo>
                    <a:pt x="2531" y="8840"/>
                  </a:lnTo>
                  <a:lnTo>
                    <a:pt x="3165" y="8840"/>
                  </a:lnTo>
                  <a:lnTo>
                    <a:pt x="3165" y="5652"/>
                  </a:lnTo>
                  <a:cubicBezTo>
                    <a:pt x="4582" y="5492"/>
                    <a:pt x="5685" y="4302"/>
                    <a:pt x="5685" y="2842"/>
                  </a:cubicBezTo>
                  <a:cubicBezTo>
                    <a:pt x="5685" y="1273"/>
                    <a:pt x="4412" y="0"/>
                    <a:pt x="28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 name="Google Shape;835;p57"/>
          <p:cNvGrpSpPr/>
          <p:nvPr/>
        </p:nvGrpSpPr>
        <p:grpSpPr>
          <a:xfrm>
            <a:off x="3362646" y="3616154"/>
            <a:ext cx="323885" cy="284585"/>
            <a:chOff x="3367078" y="3576365"/>
            <a:chExt cx="323885" cy="284585"/>
          </a:xfrm>
        </p:grpSpPr>
        <p:sp>
          <p:nvSpPr>
            <p:cNvPr id="836" name="Google Shape;836;p57"/>
            <p:cNvSpPr/>
            <p:nvPr/>
          </p:nvSpPr>
          <p:spPr>
            <a:xfrm>
              <a:off x="3367078" y="3652378"/>
              <a:ext cx="323885" cy="208572"/>
            </a:xfrm>
            <a:custGeom>
              <a:rect b="b" l="l" r="r" t="t"/>
              <a:pathLst>
                <a:path extrusionOk="0" h="6942" w="10780">
                  <a:moveTo>
                    <a:pt x="8231" y="1889"/>
                  </a:moveTo>
                  <a:lnTo>
                    <a:pt x="8231" y="5053"/>
                  </a:lnTo>
                  <a:lnTo>
                    <a:pt x="2547" y="5053"/>
                  </a:lnTo>
                  <a:lnTo>
                    <a:pt x="2547" y="1889"/>
                  </a:lnTo>
                  <a:close/>
                  <a:moveTo>
                    <a:pt x="1" y="0"/>
                  </a:moveTo>
                  <a:lnTo>
                    <a:pt x="683" y="6941"/>
                  </a:lnTo>
                  <a:lnTo>
                    <a:pt x="10095" y="6941"/>
                  </a:lnTo>
                  <a:lnTo>
                    <a:pt x="1077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57"/>
            <p:cNvSpPr/>
            <p:nvPr/>
          </p:nvSpPr>
          <p:spPr>
            <a:xfrm>
              <a:off x="3462620" y="3728150"/>
              <a:ext cx="132799" cy="57025"/>
            </a:xfrm>
            <a:custGeom>
              <a:rect b="b" l="l" r="r" t="t"/>
              <a:pathLst>
                <a:path extrusionOk="0" h="1898" w="4420">
                  <a:moveTo>
                    <a:pt x="1266" y="632"/>
                  </a:moveTo>
                  <a:lnTo>
                    <a:pt x="1266" y="1266"/>
                  </a:lnTo>
                  <a:lnTo>
                    <a:pt x="632" y="1266"/>
                  </a:lnTo>
                  <a:lnTo>
                    <a:pt x="632" y="632"/>
                  </a:lnTo>
                  <a:close/>
                  <a:moveTo>
                    <a:pt x="2521" y="632"/>
                  </a:moveTo>
                  <a:lnTo>
                    <a:pt x="2521" y="1266"/>
                  </a:lnTo>
                  <a:lnTo>
                    <a:pt x="1889" y="1266"/>
                  </a:lnTo>
                  <a:lnTo>
                    <a:pt x="1889" y="632"/>
                  </a:lnTo>
                  <a:close/>
                  <a:moveTo>
                    <a:pt x="3786" y="632"/>
                  </a:moveTo>
                  <a:lnTo>
                    <a:pt x="3786" y="1266"/>
                  </a:lnTo>
                  <a:lnTo>
                    <a:pt x="3154" y="1266"/>
                  </a:lnTo>
                  <a:lnTo>
                    <a:pt x="3154" y="632"/>
                  </a:lnTo>
                  <a:close/>
                  <a:moveTo>
                    <a:pt x="1" y="0"/>
                  </a:moveTo>
                  <a:lnTo>
                    <a:pt x="1" y="1897"/>
                  </a:lnTo>
                  <a:lnTo>
                    <a:pt x="4419" y="1897"/>
                  </a:lnTo>
                  <a:lnTo>
                    <a:pt x="441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57"/>
            <p:cNvSpPr/>
            <p:nvPr/>
          </p:nvSpPr>
          <p:spPr>
            <a:xfrm>
              <a:off x="3386847" y="3576365"/>
              <a:ext cx="284346" cy="57055"/>
            </a:xfrm>
            <a:custGeom>
              <a:rect b="b" l="l" r="r" t="t"/>
              <a:pathLst>
                <a:path extrusionOk="0" h="1899" w="9464">
                  <a:moveTo>
                    <a:pt x="0" y="0"/>
                  </a:moveTo>
                  <a:lnTo>
                    <a:pt x="0" y="1899"/>
                  </a:lnTo>
                  <a:lnTo>
                    <a:pt x="9463" y="1899"/>
                  </a:lnTo>
                  <a:lnTo>
                    <a:pt x="9463" y="1265"/>
                  </a:lnTo>
                  <a:lnTo>
                    <a:pt x="4294" y="1265"/>
                  </a:lnTo>
                  <a:lnTo>
                    <a:pt x="366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 name="Google Shape;839;p57"/>
          <p:cNvGrpSpPr/>
          <p:nvPr/>
        </p:nvGrpSpPr>
        <p:grpSpPr>
          <a:xfrm>
            <a:off x="2656659" y="3625633"/>
            <a:ext cx="323885" cy="265628"/>
            <a:chOff x="2647691" y="3585709"/>
            <a:chExt cx="323885" cy="265628"/>
          </a:xfrm>
        </p:grpSpPr>
        <p:sp>
          <p:nvSpPr>
            <p:cNvPr id="840" name="Google Shape;840;p57"/>
            <p:cNvSpPr/>
            <p:nvPr/>
          </p:nvSpPr>
          <p:spPr>
            <a:xfrm>
              <a:off x="2705467" y="3642523"/>
              <a:ext cx="208572" cy="132799"/>
            </a:xfrm>
            <a:custGeom>
              <a:rect b="b" l="l" r="r" t="t"/>
              <a:pathLst>
                <a:path extrusionOk="0" h="4420" w="6942">
                  <a:moveTo>
                    <a:pt x="5676" y="632"/>
                  </a:moveTo>
                  <a:lnTo>
                    <a:pt x="5676" y="1266"/>
                  </a:lnTo>
                  <a:lnTo>
                    <a:pt x="2521" y="1266"/>
                  </a:lnTo>
                  <a:lnTo>
                    <a:pt x="2521" y="632"/>
                  </a:lnTo>
                  <a:close/>
                  <a:moveTo>
                    <a:pt x="3154" y="1897"/>
                  </a:moveTo>
                  <a:lnTo>
                    <a:pt x="3154" y="2531"/>
                  </a:lnTo>
                  <a:lnTo>
                    <a:pt x="2521" y="2531"/>
                  </a:lnTo>
                  <a:lnTo>
                    <a:pt x="2521" y="1897"/>
                  </a:lnTo>
                  <a:close/>
                  <a:moveTo>
                    <a:pt x="4411" y="1897"/>
                  </a:moveTo>
                  <a:lnTo>
                    <a:pt x="4411" y="2531"/>
                  </a:lnTo>
                  <a:lnTo>
                    <a:pt x="3786" y="2531"/>
                  </a:lnTo>
                  <a:lnTo>
                    <a:pt x="3786" y="1897"/>
                  </a:lnTo>
                  <a:close/>
                  <a:moveTo>
                    <a:pt x="5676" y="1897"/>
                  </a:moveTo>
                  <a:lnTo>
                    <a:pt x="5676" y="2531"/>
                  </a:lnTo>
                  <a:lnTo>
                    <a:pt x="5043" y="2531"/>
                  </a:lnTo>
                  <a:lnTo>
                    <a:pt x="5043" y="1897"/>
                  </a:lnTo>
                  <a:close/>
                  <a:moveTo>
                    <a:pt x="3154" y="3162"/>
                  </a:moveTo>
                  <a:lnTo>
                    <a:pt x="3154" y="3786"/>
                  </a:lnTo>
                  <a:lnTo>
                    <a:pt x="2521" y="3786"/>
                  </a:lnTo>
                  <a:lnTo>
                    <a:pt x="2521" y="3162"/>
                  </a:lnTo>
                  <a:close/>
                  <a:moveTo>
                    <a:pt x="4411" y="3162"/>
                  </a:moveTo>
                  <a:lnTo>
                    <a:pt x="4411" y="3786"/>
                  </a:lnTo>
                  <a:lnTo>
                    <a:pt x="3786" y="3786"/>
                  </a:lnTo>
                  <a:lnTo>
                    <a:pt x="3786" y="3162"/>
                  </a:lnTo>
                  <a:close/>
                  <a:moveTo>
                    <a:pt x="5676" y="3162"/>
                  </a:moveTo>
                  <a:lnTo>
                    <a:pt x="5676" y="3786"/>
                  </a:lnTo>
                  <a:lnTo>
                    <a:pt x="5043" y="3786"/>
                  </a:lnTo>
                  <a:lnTo>
                    <a:pt x="5043" y="3162"/>
                  </a:lnTo>
                  <a:close/>
                  <a:moveTo>
                    <a:pt x="0" y="0"/>
                  </a:moveTo>
                  <a:lnTo>
                    <a:pt x="0" y="632"/>
                  </a:lnTo>
                  <a:lnTo>
                    <a:pt x="624" y="632"/>
                  </a:lnTo>
                  <a:lnTo>
                    <a:pt x="624" y="1266"/>
                  </a:lnTo>
                  <a:lnTo>
                    <a:pt x="0" y="1266"/>
                  </a:lnTo>
                  <a:lnTo>
                    <a:pt x="0" y="3162"/>
                  </a:lnTo>
                  <a:lnTo>
                    <a:pt x="624" y="3162"/>
                  </a:lnTo>
                  <a:lnTo>
                    <a:pt x="624" y="3786"/>
                  </a:lnTo>
                  <a:lnTo>
                    <a:pt x="0" y="3786"/>
                  </a:lnTo>
                  <a:lnTo>
                    <a:pt x="0" y="4419"/>
                  </a:lnTo>
                  <a:lnTo>
                    <a:pt x="6941" y="4419"/>
                  </a:lnTo>
                  <a:lnTo>
                    <a:pt x="694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57"/>
            <p:cNvSpPr/>
            <p:nvPr/>
          </p:nvSpPr>
          <p:spPr>
            <a:xfrm>
              <a:off x="2647691" y="3680529"/>
              <a:ext cx="38758" cy="57025"/>
            </a:xfrm>
            <a:custGeom>
              <a:rect b="b" l="l" r="r" t="t"/>
              <a:pathLst>
                <a:path extrusionOk="0" h="1898" w="1290">
                  <a:moveTo>
                    <a:pt x="1" y="1"/>
                  </a:moveTo>
                  <a:lnTo>
                    <a:pt x="1" y="1897"/>
                  </a:lnTo>
                  <a:lnTo>
                    <a:pt x="1290" y="1897"/>
                  </a:lnTo>
                  <a:lnTo>
                    <a:pt x="129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57"/>
            <p:cNvSpPr/>
            <p:nvPr/>
          </p:nvSpPr>
          <p:spPr>
            <a:xfrm>
              <a:off x="2647691" y="3585709"/>
              <a:ext cx="323885" cy="265628"/>
            </a:xfrm>
            <a:custGeom>
              <a:rect b="b" l="l" r="r" t="t"/>
              <a:pathLst>
                <a:path extrusionOk="0" h="8841" w="10780">
                  <a:moveTo>
                    <a:pt x="1" y="1"/>
                  </a:moveTo>
                  <a:lnTo>
                    <a:pt x="1" y="2523"/>
                  </a:lnTo>
                  <a:lnTo>
                    <a:pt x="1290" y="2523"/>
                  </a:lnTo>
                  <a:lnTo>
                    <a:pt x="1290" y="1258"/>
                  </a:lnTo>
                  <a:lnTo>
                    <a:pt x="9496" y="1258"/>
                  </a:lnTo>
                  <a:lnTo>
                    <a:pt x="9496" y="6942"/>
                  </a:lnTo>
                  <a:lnTo>
                    <a:pt x="1290" y="6942"/>
                  </a:lnTo>
                  <a:lnTo>
                    <a:pt x="1290" y="5677"/>
                  </a:lnTo>
                  <a:lnTo>
                    <a:pt x="1" y="5677"/>
                  </a:lnTo>
                  <a:lnTo>
                    <a:pt x="1" y="8207"/>
                  </a:lnTo>
                  <a:lnTo>
                    <a:pt x="1290" y="8207"/>
                  </a:lnTo>
                  <a:lnTo>
                    <a:pt x="1290" y="8840"/>
                  </a:lnTo>
                  <a:lnTo>
                    <a:pt x="1923" y="8840"/>
                  </a:lnTo>
                  <a:lnTo>
                    <a:pt x="1923" y="8207"/>
                  </a:lnTo>
                  <a:lnTo>
                    <a:pt x="8864" y="8207"/>
                  </a:lnTo>
                  <a:lnTo>
                    <a:pt x="8864" y="8840"/>
                  </a:lnTo>
                  <a:lnTo>
                    <a:pt x="9496" y="8840"/>
                  </a:lnTo>
                  <a:lnTo>
                    <a:pt x="9496" y="8207"/>
                  </a:lnTo>
                  <a:lnTo>
                    <a:pt x="10779" y="8207"/>
                  </a:lnTo>
                  <a:lnTo>
                    <a:pt x="1077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 name="Google Shape;843;p57"/>
          <p:cNvGrpSpPr/>
          <p:nvPr/>
        </p:nvGrpSpPr>
        <p:grpSpPr>
          <a:xfrm>
            <a:off x="1964478" y="3616154"/>
            <a:ext cx="323645" cy="284585"/>
            <a:chOff x="1964478" y="3594361"/>
            <a:chExt cx="323645" cy="284585"/>
          </a:xfrm>
        </p:grpSpPr>
        <p:sp>
          <p:nvSpPr>
            <p:cNvPr id="844" name="Google Shape;844;p57"/>
            <p:cNvSpPr/>
            <p:nvPr/>
          </p:nvSpPr>
          <p:spPr>
            <a:xfrm>
              <a:off x="2062032" y="3755761"/>
              <a:ext cx="14512" cy="11718"/>
            </a:xfrm>
            <a:custGeom>
              <a:rect b="b" l="l" r="r" t="t"/>
              <a:pathLst>
                <a:path extrusionOk="0" h="390" w="483">
                  <a:moveTo>
                    <a:pt x="1" y="0"/>
                  </a:moveTo>
                  <a:cubicBezTo>
                    <a:pt x="61" y="144"/>
                    <a:pt x="136" y="270"/>
                    <a:pt x="246" y="389"/>
                  </a:cubicBezTo>
                  <a:cubicBezTo>
                    <a:pt x="347" y="270"/>
                    <a:pt x="432" y="144"/>
                    <a:pt x="4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57"/>
            <p:cNvSpPr/>
            <p:nvPr/>
          </p:nvSpPr>
          <p:spPr>
            <a:xfrm>
              <a:off x="2022013" y="3717755"/>
              <a:ext cx="94792" cy="94281"/>
            </a:xfrm>
            <a:custGeom>
              <a:rect b="b" l="l" r="r" t="t"/>
              <a:pathLst>
                <a:path extrusionOk="0" h="3138" w="3155">
                  <a:moveTo>
                    <a:pt x="2539" y="634"/>
                  </a:moveTo>
                  <a:lnTo>
                    <a:pt x="2523" y="970"/>
                  </a:lnTo>
                  <a:cubicBezTo>
                    <a:pt x="2480" y="1518"/>
                    <a:pt x="2203" y="2008"/>
                    <a:pt x="1764" y="2328"/>
                  </a:cubicBezTo>
                  <a:lnTo>
                    <a:pt x="1578" y="2456"/>
                  </a:lnTo>
                  <a:lnTo>
                    <a:pt x="1393" y="2328"/>
                  </a:lnTo>
                  <a:cubicBezTo>
                    <a:pt x="946" y="2008"/>
                    <a:pt x="667" y="1518"/>
                    <a:pt x="634" y="970"/>
                  </a:cubicBezTo>
                  <a:lnTo>
                    <a:pt x="608" y="634"/>
                  </a:lnTo>
                  <a:close/>
                  <a:moveTo>
                    <a:pt x="1" y="0"/>
                  </a:moveTo>
                  <a:lnTo>
                    <a:pt x="1" y="844"/>
                  </a:lnTo>
                  <a:cubicBezTo>
                    <a:pt x="1" y="1865"/>
                    <a:pt x="624" y="2775"/>
                    <a:pt x="1578" y="3138"/>
                  </a:cubicBezTo>
                  <a:cubicBezTo>
                    <a:pt x="2523" y="2775"/>
                    <a:pt x="3154" y="1865"/>
                    <a:pt x="3154" y="844"/>
                  </a:cubicBezTo>
                  <a:lnTo>
                    <a:pt x="315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57"/>
            <p:cNvSpPr/>
            <p:nvPr/>
          </p:nvSpPr>
          <p:spPr>
            <a:xfrm>
              <a:off x="1964478" y="3594361"/>
              <a:ext cx="95333" cy="38037"/>
            </a:xfrm>
            <a:custGeom>
              <a:rect b="b" l="l" r="r" t="t"/>
              <a:pathLst>
                <a:path extrusionOk="0" h="1266" w="3173">
                  <a:moveTo>
                    <a:pt x="1" y="0"/>
                  </a:moveTo>
                  <a:lnTo>
                    <a:pt x="1" y="1265"/>
                  </a:lnTo>
                  <a:lnTo>
                    <a:pt x="3173" y="1265"/>
                  </a:lnTo>
                  <a:lnTo>
                    <a:pt x="317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57"/>
            <p:cNvSpPr/>
            <p:nvPr/>
          </p:nvSpPr>
          <p:spPr>
            <a:xfrm>
              <a:off x="2078767" y="3594361"/>
              <a:ext cx="209354" cy="38037"/>
            </a:xfrm>
            <a:custGeom>
              <a:rect b="b" l="l" r="r" t="t"/>
              <a:pathLst>
                <a:path extrusionOk="0" h="1266" w="6968">
                  <a:moveTo>
                    <a:pt x="0" y="0"/>
                  </a:moveTo>
                  <a:lnTo>
                    <a:pt x="0" y="1265"/>
                  </a:lnTo>
                  <a:lnTo>
                    <a:pt x="6968" y="1265"/>
                  </a:lnTo>
                  <a:lnTo>
                    <a:pt x="69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57"/>
            <p:cNvSpPr/>
            <p:nvPr/>
          </p:nvSpPr>
          <p:spPr>
            <a:xfrm>
              <a:off x="1964478" y="3651326"/>
              <a:ext cx="323645" cy="227621"/>
            </a:xfrm>
            <a:custGeom>
              <a:rect b="b" l="l" r="r" t="t"/>
              <a:pathLst>
                <a:path extrusionOk="0" h="7576" w="10772">
                  <a:moveTo>
                    <a:pt x="8225" y="1580"/>
                  </a:moveTo>
                  <a:lnTo>
                    <a:pt x="8225" y="2211"/>
                  </a:lnTo>
                  <a:lnTo>
                    <a:pt x="6334" y="2211"/>
                  </a:lnTo>
                  <a:lnTo>
                    <a:pt x="6334" y="1580"/>
                  </a:lnTo>
                  <a:close/>
                  <a:moveTo>
                    <a:pt x="9490" y="1580"/>
                  </a:moveTo>
                  <a:lnTo>
                    <a:pt x="9490" y="2211"/>
                  </a:lnTo>
                  <a:lnTo>
                    <a:pt x="8857" y="2211"/>
                  </a:lnTo>
                  <a:lnTo>
                    <a:pt x="8857" y="1580"/>
                  </a:lnTo>
                  <a:close/>
                  <a:moveTo>
                    <a:pt x="9490" y="2845"/>
                  </a:moveTo>
                  <a:lnTo>
                    <a:pt x="9490" y="3476"/>
                  </a:lnTo>
                  <a:lnTo>
                    <a:pt x="6334" y="3476"/>
                  </a:lnTo>
                  <a:lnTo>
                    <a:pt x="6334" y="2845"/>
                  </a:lnTo>
                  <a:close/>
                  <a:moveTo>
                    <a:pt x="9490" y="4100"/>
                  </a:moveTo>
                  <a:lnTo>
                    <a:pt x="9490" y="4733"/>
                  </a:lnTo>
                  <a:lnTo>
                    <a:pt x="6334" y="4733"/>
                  </a:lnTo>
                  <a:lnTo>
                    <a:pt x="6334" y="4100"/>
                  </a:lnTo>
                  <a:close/>
                  <a:moveTo>
                    <a:pt x="6968" y="5365"/>
                  </a:moveTo>
                  <a:lnTo>
                    <a:pt x="6968" y="5999"/>
                  </a:lnTo>
                  <a:lnTo>
                    <a:pt x="6334" y="5999"/>
                  </a:lnTo>
                  <a:lnTo>
                    <a:pt x="6334" y="5365"/>
                  </a:lnTo>
                  <a:close/>
                  <a:moveTo>
                    <a:pt x="9490" y="5365"/>
                  </a:moveTo>
                  <a:lnTo>
                    <a:pt x="9490" y="5999"/>
                  </a:lnTo>
                  <a:lnTo>
                    <a:pt x="7592" y="5999"/>
                  </a:lnTo>
                  <a:lnTo>
                    <a:pt x="7592" y="5365"/>
                  </a:lnTo>
                  <a:close/>
                  <a:moveTo>
                    <a:pt x="5703" y="1580"/>
                  </a:moveTo>
                  <a:lnTo>
                    <a:pt x="5703" y="3055"/>
                  </a:lnTo>
                  <a:cubicBezTo>
                    <a:pt x="5703" y="4387"/>
                    <a:pt x="4851" y="5559"/>
                    <a:pt x="3594" y="5982"/>
                  </a:cubicBezTo>
                  <a:lnTo>
                    <a:pt x="3493" y="6015"/>
                  </a:lnTo>
                  <a:lnTo>
                    <a:pt x="3391" y="5982"/>
                  </a:lnTo>
                  <a:cubicBezTo>
                    <a:pt x="2126" y="5559"/>
                    <a:pt x="1284" y="4387"/>
                    <a:pt x="1284" y="3055"/>
                  </a:cubicBezTo>
                  <a:lnTo>
                    <a:pt x="1284" y="1580"/>
                  </a:lnTo>
                  <a:close/>
                  <a:moveTo>
                    <a:pt x="1" y="1"/>
                  </a:moveTo>
                  <a:lnTo>
                    <a:pt x="1" y="7575"/>
                  </a:lnTo>
                  <a:lnTo>
                    <a:pt x="10772" y="7575"/>
                  </a:lnTo>
                  <a:lnTo>
                    <a:pt x="1077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 name="Google Shape;849;p57"/>
          <p:cNvGrpSpPr/>
          <p:nvPr/>
        </p:nvGrpSpPr>
        <p:grpSpPr>
          <a:xfrm>
            <a:off x="1263088" y="3596641"/>
            <a:ext cx="323645" cy="323612"/>
            <a:chOff x="1263088" y="3576365"/>
            <a:chExt cx="323645" cy="323612"/>
          </a:xfrm>
        </p:grpSpPr>
        <p:sp>
          <p:nvSpPr>
            <p:cNvPr id="850" name="Google Shape;850;p57"/>
            <p:cNvSpPr/>
            <p:nvPr/>
          </p:nvSpPr>
          <p:spPr>
            <a:xfrm>
              <a:off x="1263088" y="3576365"/>
              <a:ext cx="323645" cy="228883"/>
            </a:xfrm>
            <a:custGeom>
              <a:rect b="b" l="l" r="r" t="t"/>
              <a:pathLst>
                <a:path extrusionOk="0" h="7618" w="10772">
                  <a:moveTo>
                    <a:pt x="8857" y="5718"/>
                  </a:moveTo>
                  <a:lnTo>
                    <a:pt x="8857" y="6352"/>
                  </a:lnTo>
                  <a:lnTo>
                    <a:pt x="8233" y="6352"/>
                  </a:lnTo>
                  <a:lnTo>
                    <a:pt x="8233" y="5718"/>
                  </a:lnTo>
                  <a:close/>
                  <a:moveTo>
                    <a:pt x="10122" y="5718"/>
                  </a:moveTo>
                  <a:lnTo>
                    <a:pt x="10122" y="6352"/>
                  </a:lnTo>
                  <a:lnTo>
                    <a:pt x="9488" y="6352"/>
                  </a:lnTo>
                  <a:lnTo>
                    <a:pt x="9488" y="5718"/>
                  </a:lnTo>
                  <a:close/>
                  <a:moveTo>
                    <a:pt x="1282" y="0"/>
                  </a:moveTo>
                  <a:lnTo>
                    <a:pt x="1282" y="4461"/>
                  </a:lnTo>
                  <a:lnTo>
                    <a:pt x="1" y="4461"/>
                  </a:lnTo>
                  <a:lnTo>
                    <a:pt x="1" y="7617"/>
                  </a:lnTo>
                  <a:lnTo>
                    <a:pt x="3181" y="7617"/>
                  </a:lnTo>
                  <a:lnTo>
                    <a:pt x="3181" y="7295"/>
                  </a:lnTo>
                  <a:cubicBezTo>
                    <a:pt x="3181" y="6081"/>
                    <a:pt x="4167" y="5087"/>
                    <a:pt x="5389" y="5087"/>
                  </a:cubicBezTo>
                  <a:cubicBezTo>
                    <a:pt x="6604" y="5087"/>
                    <a:pt x="7600" y="6081"/>
                    <a:pt x="7600" y="7295"/>
                  </a:cubicBezTo>
                  <a:lnTo>
                    <a:pt x="7600" y="7617"/>
                  </a:lnTo>
                  <a:lnTo>
                    <a:pt x="10772" y="7617"/>
                  </a:lnTo>
                  <a:lnTo>
                    <a:pt x="10772" y="4461"/>
                  </a:lnTo>
                  <a:lnTo>
                    <a:pt x="9488" y="4461"/>
                  </a:lnTo>
                  <a:lnTo>
                    <a:pt x="9488" y="0"/>
                  </a:lnTo>
                  <a:lnTo>
                    <a:pt x="8857" y="0"/>
                  </a:lnTo>
                  <a:lnTo>
                    <a:pt x="8857" y="4461"/>
                  </a:lnTo>
                  <a:lnTo>
                    <a:pt x="1916" y="4461"/>
                  </a:lnTo>
                  <a:lnTo>
                    <a:pt x="191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57"/>
            <p:cNvSpPr/>
            <p:nvPr/>
          </p:nvSpPr>
          <p:spPr>
            <a:xfrm>
              <a:off x="1351268" y="3596465"/>
              <a:ext cx="147521" cy="44016"/>
            </a:xfrm>
            <a:custGeom>
              <a:rect b="b" l="l" r="r" t="t"/>
              <a:pathLst>
                <a:path extrusionOk="0" h="1465" w="4910">
                  <a:moveTo>
                    <a:pt x="2452" y="0"/>
                  </a:moveTo>
                  <a:cubicBezTo>
                    <a:pt x="1564" y="0"/>
                    <a:pt x="676" y="339"/>
                    <a:pt x="1" y="1017"/>
                  </a:cubicBezTo>
                  <a:lnTo>
                    <a:pt x="448" y="1465"/>
                  </a:lnTo>
                  <a:cubicBezTo>
                    <a:pt x="1001" y="912"/>
                    <a:pt x="1728" y="636"/>
                    <a:pt x="2455" y="636"/>
                  </a:cubicBezTo>
                  <a:cubicBezTo>
                    <a:pt x="3182" y="636"/>
                    <a:pt x="3910" y="912"/>
                    <a:pt x="4462" y="1465"/>
                  </a:cubicBezTo>
                  <a:lnTo>
                    <a:pt x="4910" y="1017"/>
                  </a:lnTo>
                  <a:cubicBezTo>
                    <a:pt x="4231" y="339"/>
                    <a:pt x="3341" y="0"/>
                    <a:pt x="24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57"/>
            <p:cNvSpPr/>
            <p:nvPr/>
          </p:nvSpPr>
          <p:spPr>
            <a:xfrm>
              <a:off x="1377858" y="3635102"/>
              <a:ext cx="94041" cy="32268"/>
            </a:xfrm>
            <a:custGeom>
              <a:rect b="b" l="l" r="r" t="t"/>
              <a:pathLst>
                <a:path extrusionOk="0" h="1074" w="3130">
                  <a:moveTo>
                    <a:pt x="1566" y="0"/>
                  </a:moveTo>
                  <a:cubicBezTo>
                    <a:pt x="992" y="0"/>
                    <a:pt x="419" y="209"/>
                    <a:pt x="1" y="626"/>
                  </a:cubicBezTo>
                  <a:lnTo>
                    <a:pt x="448" y="1073"/>
                  </a:lnTo>
                  <a:cubicBezTo>
                    <a:pt x="747" y="774"/>
                    <a:pt x="1157" y="624"/>
                    <a:pt x="1566" y="624"/>
                  </a:cubicBezTo>
                  <a:cubicBezTo>
                    <a:pt x="1975" y="624"/>
                    <a:pt x="2384" y="774"/>
                    <a:pt x="2683" y="1073"/>
                  </a:cubicBezTo>
                  <a:lnTo>
                    <a:pt x="3130" y="626"/>
                  </a:lnTo>
                  <a:cubicBezTo>
                    <a:pt x="2713" y="209"/>
                    <a:pt x="2140" y="0"/>
                    <a:pt x="15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57"/>
            <p:cNvSpPr/>
            <p:nvPr/>
          </p:nvSpPr>
          <p:spPr>
            <a:xfrm>
              <a:off x="1404748" y="3672387"/>
              <a:ext cx="40350" cy="21843"/>
            </a:xfrm>
            <a:custGeom>
              <a:rect b="b" l="l" r="r" t="t"/>
              <a:pathLst>
                <a:path extrusionOk="0" h="727" w="1343">
                  <a:moveTo>
                    <a:pt x="670" y="0"/>
                  </a:moveTo>
                  <a:cubicBezTo>
                    <a:pt x="428" y="0"/>
                    <a:pt x="185" y="93"/>
                    <a:pt x="0" y="280"/>
                  </a:cubicBezTo>
                  <a:lnTo>
                    <a:pt x="448" y="727"/>
                  </a:lnTo>
                  <a:cubicBezTo>
                    <a:pt x="510" y="663"/>
                    <a:pt x="592" y="631"/>
                    <a:pt x="674" y="631"/>
                  </a:cubicBezTo>
                  <a:cubicBezTo>
                    <a:pt x="755" y="631"/>
                    <a:pt x="835" y="663"/>
                    <a:pt x="895" y="727"/>
                  </a:cubicBezTo>
                  <a:lnTo>
                    <a:pt x="1342" y="280"/>
                  </a:lnTo>
                  <a:cubicBezTo>
                    <a:pt x="1156" y="93"/>
                    <a:pt x="913" y="0"/>
                    <a:pt x="6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57"/>
            <p:cNvSpPr/>
            <p:nvPr/>
          </p:nvSpPr>
          <p:spPr>
            <a:xfrm>
              <a:off x="1358629" y="3748160"/>
              <a:ext cx="132799" cy="151817"/>
            </a:xfrm>
            <a:custGeom>
              <a:rect b="b" l="l" r="r" t="t"/>
              <a:pathLst>
                <a:path extrusionOk="0" h="5053" w="4420">
                  <a:moveTo>
                    <a:pt x="2209" y="634"/>
                  </a:moveTo>
                  <a:cubicBezTo>
                    <a:pt x="2734" y="634"/>
                    <a:pt x="3155" y="1055"/>
                    <a:pt x="3155" y="1577"/>
                  </a:cubicBezTo>
                  <a:lnTo>
                    <a:pt x="3155" y="2531"/>
                  </a:lnTo>
                  <a:lnTo>
                    <a:pt x="1258" y="2531"/>
                  </a:lnTo>
                  <a:lnTo>
                    <a:pt x="1258" y="1577"/>
                  </a:lnTo>
                  <a:cubicBezTo>
                    <a:pt x="1258" y="1055"/>
                    <a:pt x="1687" y="634"/>
                    <a:pt x="2209" y="634"/>
                  </a:cubicBezTo>
                  <a:close/>
                  <a:moveTo>
                    <a:pt x="2209" y="0"/>
                  </a:moveTo>
                  <a:cubicBezTo>
                    <a:pt x="1341" y="0"/>
                    <a:pt x="632" y="709"/>
                    <a:pt x="632" y="1577"/>
                  </a:cubicBezTo>
                  <a:lnTo>
                    <a:pt x="632" y="2531"/>
                  </a:lnTo>
                  <a:lnTo>
                    <a:pt x="1" y="2531"/>
                  </a:lnTo>
                  <a:lnTo>
                    <a:pt x="1" y="5053"/>
                  </a:lnTo>
                  <a:lnTo>
                    <a:pt x="4420" y="5053"/>
                  </a:lnTo>
                  <a:lnTo>
                    <a:pt x="4420" y="2531"/>
                  </a:lnTo>
                  <a:lnTo>
                    <a:pt x="3788" y="2531"/>
                  </a:lnTo>
                  <a:lnTo>
                    <a:pt x="3788" y="1577"/>
                  </a:lnTo>
                  <a:cubicBezTo>
                    <a:pt x="3788" y="709"/>
                    <a:pt x="3080" y="0"/>
                    <a:pt x="220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57"/>
            <p:cNvSpPr/>
            <p:nvPr/>
          </p:nvSpPr>
          <p:spPr>
            <a:xfrm>
              <a:off x="1415383" y="3786166"/>
              <a:ext cx="19079" cy="19079"/>
            </a:xfrm>
            <a:custGeom>
              <a:rect b="b" l="l" r="r" t="t"/>
              <a:pathLst>
                <a:path extrusionOk="0" h="635" w="635">
                  <a:moveTo>
                    <a:pt x="320" y="1"/>
                  </a:moveTo>
                  <a:cubicBezTo>
                    <a:pt x="144" y="1"/>
                    <a:pt x="0" y="144"/>
                    <a:pt x="0" y="312"/>
                  </a:cubicBezTo>
                  <a:lnTo>
                    <a:pt x="0" y="634"/>
                  </a:lnTo>
                  <a:lnTo>
                    <a:pt x="634" y="634"/>
                  </a:lnTo>
                  <a:lnTo>
                    <a:pt x="634" y="312"/>
                  </a:lnTo>
                  <a:cubicBezTo>
                    <a:pt x="634" y="144"/>
                    <a:pt x="490" y="1"/>
                    <a:pt x="3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 name="Google Shape;856;p57"/>
          <p:cNvGrpSpPr/>
          <p:nvPr/>
        </p:nvGrpSpPr>
        <p:grpSpPr>
          <a:xfrm>
            <a:off x="7557273" y="3089578"/>
            <a:ext cx="323645" cy="303603"/>
            <a:chOff x="7557273" y="3063744"/>
            <a:chExt cx="323645" cy="303603"/>
          </a:xfrm>
        </p:grpSpPr>
        <p:sp>
          <p:nvSpPr>
            <p:cNvPr id="857" name="Google Shape;857;p57"/>
            <p:cNvSpPr/>
            <p:nvPr/>
          </p:nvSpPr>
          <p:spPr>
            <a:xfrm>
              <a:off x="7709568" y="3253536"/>
              <a:ext cx="18988" cy="18778"/>
            </a:xfrm>
            <a:custGeom>
              <a:rect b="b" l="l" r="r" t="t"/>
              <a:pathLst>
                <a:path extrusionOk="0" h="625" w="632">
                  <a:moveTo>
                    <a:pt x="312" y="1"/>
                  </a:moveTo>
                  <a:cubicBezTo>
                    <a:pt x="144" y="1"/>
                    <a:pt x="0" y="134"/>
                    <a:pt x="0" y="312"/>
                  </a:cubicBezTo>
                  <a:lnTo>
                    <a:pt x="0" y="624"/>
                  </a:lnTo>
                  <a:lnTo>
                    <a:pt x="632" y="624"/>
                  </a:lnTo>
                  <a:lnTo>
                    <a:pt x="632" y="312"/>
                  </a:lnTo>
                  <a:cubicBezTo>
                    <a:pt x="632" y="134"/>
                    <a:pt x="490" y="1"/>
                    <a:pt x="3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57"/>
            <p:cNvSpPr/>
            <p:nvPr/>
          </p:nvSpPr>
          <p:spPr>
            <a:xfrm>
              <a:off x="7557273" y="3063744"/>
              <a:ext cx="323645" cy="208572"/>
            </a:xfrm>
            <a:custGeom>
              <a:rect b="b" l="l" r="r" t="t"/>
              <a:pathLst>
                <a:path extrusionOk="0" h="6942" w="10772">
                  <a:moveTo>
                    <a:pt x="7592" y="1265"/>
                  </a:moveTo>
                  <a:lnTo>
                    <a:pt x="7592" y="1897"/>
                  </a:lnTo>
                  <a:lnTo>
                    <a:pt x="6335" y="1897"/>
                  </a:lnTo>
                  <a:lnTo>
                    <a:pt x="6335" y="1265"/>
                  </a:lnTo>
                  <a:close/>
                  <a:moveTo>
                    <a:pt x="9488" y="1265"/>
                  </a:moveTo>
                  <a:lnTo>
                    <a:pt x="9488" y="1897"/>
                  </a:lnTo>
                  <a:lnTo>
                    <a:pt x="8223" y="1897"/>
                  </a:lnTo>
                  <a:lnTo>
                    <a:pt x="8223" y="1265"/>
                  </a:lnTo>
                  <a:close/>
                  <a:moveTo>
                    <a:pt x="9488" y="2522"/>
                  </a:moveTo>
                  <a:lnTo>
                    <a:pt x="9488" y="3154"/>
                  </a:lnTo>
                  <a:lnTo>
                    <a:pt x="6335" y="3154"/>
                  </a:lnTo>
                  <a:lnTo>
                    <a:pt x="6335" y="2522"/>
                  </a:lnTo>
                  <a:close/>
                  <a:moveTo>
                    <a:pt x="5069" y="1265"/>
                  </a:moveTo>
                  <a:lnTo>
                    <a:pt x="5069" y="4419"/>
                  </a:lnTo>
                  <a:lnTo>
                    <a:pt x="1282" y="4419"/>
                  </a:lnTo>
                  <a:lnTo>
                    <a:pt x="1282" y="1265"/>
                  </a:lnTo>
                  <a:close/>
                  <a:moveTo>
                    <a:pt x="1" y="0"/>
                  </a:moveTo>
                  <a:lnTo>
                    <a:pt x="1" y="6941"/>
                  </a:lnTo>
                  <a:lnTo>
                    <a:pt x="3171" y="6941"/>
                  </a:lnTo>
                  <a:lnTo>
                    <a:pt x="3171" y="6629"/>
                  </a:lnTo>
                  <a:cubicBezTo>
                    <a:pt x="3171" y="5407"/>
                    <a:pt x="4167" y="4419"/>
                    <a:pt x="5381" y="4419"/>
                  </a:cubicBezTo>
                  <a:cubicBezTo>
                    <a:pt x="6604" y="4419"/>
                    <a:pt x="7592" y="5407"/>
                    <a:pt x="7592" y="6629"/>
                  </a:cubicBezTo>
                  <a:lnTo>
                    <a:pt x="7592" y="6941"/>
                  </a:lnTo>
                  <a:lnTo>
                    <a:pt x="10772" y="6941"/>
                  </a:lnTo>
                  <a:lnTo>
                    <a:pt x="1077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57"/>
            <p:cNvSpPr/>
            <p:nvPr/>
          </p:nvSpPr>
          <p:spPr>
            <a:xfrm>
              <a:off x="7614808" y="3120708"/>
              <a:ext cx="75743" cy="56845"/>
            </a:xfrm>
            <a:custGeom>
              <a:rect b="b" l="l" r="r" t="t"/>
              <a:pathLst>
                <a:path extrusionOk="0" h="1892" w="2521">
                  <a:moveTo>
                    <a:pt x="1" y="1"/>
                  </a:moveTo>
                  <a:lnTo>
                    <a:pt x="1" y="626"/>
                  </a:lnTo>
                  <a:lnTo>
                    <a:pt x="624" y="626"/>
                  </a:lnTo>
                  <a:lnTo>
                    <a:pt x="624" y="1258"/>
                  </a:lnTo>
                  <a:lnTo>
                    <a:pt x="1" y="1258"/>
                  </a:lnTo>
                  <a:lnTo>
                    <a:pt x="1" y="1892"/>
                  </a:lnTo>
                  <a:lnTo>
                    <a:pt x="2521" y="1892"/>
                  </a:lnTo>
                  <a:lnTo>
                    <a:pt x="2521" y="1258"/>
                  </a:lnTo>
                  <a:lnTo>
                    <a:pt x="1889" y="1258"/>
                  </a:lnTo>
                  <a:lnTo>
                    <a:pt x="1889" y="626"/>
                  </a:lnTo>
                  <a:lnTo>
                    <a:pt x="2521" y="626"/>
                  </a:lnTo>
                  <a:lnTo>
                    <a:pt x="252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57"/>
            <p:cNvSpPr/>
            <p:nvPr/>
          </p:nvSpPr>
          <p:spPr>
            <a:xfrm>
              <a:off x="7652514" y="3215529"/>
              <a:ext cx="132859" cy="151817"/>
            </a:xfrm>
            <a:custGeom>
              <a:rect b="b" l="l" r="r" t="t"/>
              <a:pathLst>
                <a:path extrusionOk="0" h="5053" w="4422">
                  <a:moveTo>
                    <a:pt x="2211" y="632"/>
                  </a:moveTo>
                  <a:cubicBezTo>
                    <a:pt x="2733" y="632"/>
                    <a:pt x="3165" y="1055"/>
                    <a:pt x="3165" y="1577"/>
                  </a:cubicBezTo>
                  <a:lnTo>
                    <a:pt x="3165" y="2523"/>
                  </a:lnTo>
                  <a:lnTo>
                    <a:pt x="1266" y="2523"/>
                  </a:lnTo>
                  <a:lnTo>
                    <a:pt x="1266" y="1577"/>
                  </a:lnTo>
                  <a:cubicBezTo>
                    <a:pt x="1266" y="1055"/>
                    <a:pt x="1689" y="632"/>
                    <a:pt x="2211" y="632"/>
                  </a:cubicBezTo>
                  <a:close/>
                  <a:moveTo>
                    <a:pt x="2211" y="1"/>
                  </a:moveTo>
                  <a:cubicBezTo>
                    <a:pt x="1343" y="1"/>
                    <a:pt x="634" y="709"/>
                    <a:pt x="634" y="1577"/>
                  </a:cubicBezTo>
                  <a:lnTo>
                    <a:pt x="634" y="2523"/>
                  </a:lnTo>
                  <a:lnTo>
                    <a:pt x="1" y="2523"/>
                  </a:lnTo>
                  <a:lnTo>
                    <a:pt x="1" y="5053"/>
                  </a:lnTo>
                  <a:lnTo>
                    <a:pt x="4422" y="5053"/>
                  </a:lnTo>
                  <a:lnTo>
                    <a:pt x="4422" y="2523"/>
                  </a:lnTo>
                  <a:lnTo>
                    <a:pt x="3788" y="2523"/>
                  </a:lnTo>
                  <a:lnTo>
                    <a:pt x="3788" y="1577"/>
                  </a:lnTo>
                  <a:cubicBezTo>
                    <a:pt x="3788" y="709"/>
                    <a:pt x="3080" y="1"/>
                    <a:pt x="22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 name="Google Shape;861;p57"/>
          <p:cNvGrpSpPr/>
          <p:nvPr/>
        </p:nvGrpSpPr>
        <p:grpSpPr>
          <a:xfrm>
            <a:off x="6855822" y="3079558"/>
            <a:ext cx="323645" cy="323643"/>
            <a:chOff x="6855822" y="3054851"/>
            <a:chExt cx="323645" cy="323643"/>
          </a:xfrm>
        </p:grpSpPr>
        <p:sp>
          <p:nvSpPr>
            <p:cNvPr id="862" name="Google Shape;862;p57"/>
            <p:cNvSpPr/>
            <p:nvPr/>
          </p:nvSpPr>
          <p:spPr>
            <a:xfrm>
              <a:off x="7010431" y="3226165"/>
              <a:ext cx="14512" cy="11657"/>
            </a:xfrm>
            <a:custGeom>
              <a:rect b="b" l="l" r="r" t="t"/>
              <a:pathLst>
                <a:path extrusionOk="0" h="388" w="483">
                  <a:moveTo>
                    <a:pt x="0" y="1"/>
                  </a:moveTo>
                  <a:cubicBezTo>
                    <a:pt x="51" y="145"/>
                    <a:pt x="136" y="278"/>
                    <a:pt x="245" y="387"/>
                  </a:cubicBezTo>
                  <a:cubicBezTo>
                    <a:pt x="347" y="278"/>
                    <a:pt x="432" y="145"/>
                    <a:pt x="4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57"/>
            <p:cNvSpPr/>
            <p:nvPr/>
          </p:nvSpPr>
          <p:spPr>
            <a:xfrm>
              <a:off x="6894399" y="3169140"/>
              <a:ext cx="246579" cy="209354"/>
            </a:xfrm>
            <a:custGeom>
              <a:rect b="b" l="l" r="r" t="t"/>
              <a:pathLst>
                <a:path extrusionOk="0" h="6968" w="8207">
                  <a:moveTo>
                    <a:pt x="5069" y="1265"/>
                  </a:moveTo>
                  <a:lnTo>
                    <a:pt x="5042" y="1603"/>
                  </a:lnTo>
                  <a:cubicBezTo>
                    <a:pt x="5010" y="2152"/>
                    <a:pt x="4731" y="2640"/>
                    <a:pt x="4283" y="2962"/>
                  </a:cubicBezTo>
                  <a:lnTo>
                    <a:pt x="4107" y="3087"/>
                  </a:lnTo>
                  <a:lnTo>
                    <a:pt x="3921" y="2962"/>
                  </a:lnTo>
                  <a:cubicBezTo>
                    <a:pt x="3474" y="2640"/>
                    <a:pt x="3196" y="2152"/>
                    <a:pt x="3162" y="1603"/>
                  </a:cubicBezTo>
                  <a:lnTo>
                    <a:pt x="3138" y="1265"/>
                  </a:lnTo>
                  <a:close/>
                  <a:moveTo>
                    <a:pt x="1897" y="0"/>
                  </a:moveTo>
                  <a:lnTo>
                    <a:pt x="1897" y="1476"/>
                  </a:lnTo>
                  <a:cubicBezTo>
                    <a:pt x="1897" y="1771"/>
                    <a:pt x="1931" y="2051"/>
                    <a:pt x="2006" y="2296"/>
                  </a:cubicBezTo>
                  <a:cubicBezTo>
                    <a:pt x="2259" y="3215"/>
                    <a:pt x="2917" y="3955"/>
                    <a:pt x="3787" y="4320"/>
                  </a:cubicBezTo>
                  <a:lnTo>
                    <a:pt x="3787" y="5069"/>
                  </a:lnTo>
                  <a:lnTo>
                    <a:pt x="3154" y="5069"/>
                  </a:lnTo>
                  <a:lnTo>
                    <a:pt x="3154" y="5702"/>
                  </a:lnTo>
                  <a:lnTo>
                    <a:pt x="0" y="5702"/>
                  </a:lnTo>
                  <a:lnTo>
                    <a:pt x="0" y="6334"/>
                  </a:lnTo>
                  <a:lnTo>
                    <a:pt x="3154" y="6334"/>
                  </a:lnTo>
                  <a:lnTo>
                    <a:pt x="3154" y="6967"/>
                  </a:lnTo>
                  <a:lnTo>
                    <a:pt x="5053" y="6967"/>
                  </a:lnTo>
                  <a:lnTo>
                    <a:pt x="5053" y="6334"/>
                  </a:lnTo>
                  <a:lnTo>
                    <a:pt x="8206" y="6334"/>
                  </a:lnTo>
                  <a:lnTo>
                    <a:pt x="8206" y="5702"/>
                  </a:lnTo>
                  <a:lnTo>
                    <a:pt x="5053" y="5702"/>
                  </a:lnTo>
                  <a:lnTo>
                    <a:pt x="5053" y="5069"/>
                  </a:lnTo>
                  <a:lnTo>
                    <a:pt x="4419" y="5069"/>
                  </a:lnTo>
                  <a:lnTo>
                    <a:pt x="4419" y="4320"/>
                  </a:lnTo>
                  <a:cubicBezTo>
                    <a:pt x="5287" y="3955"/>
                    <a:pt x="5945" y="3215"/>
                    <a:pt x="6198" y="2304"/>
                  </a:cubicBezTo>
                  <a:cubicBezTo>
                    <a:pt x="6275" y="2051"/>
                    <a:pt x="6318" y="1771"/>
                    <a:pt x="6318" y="1476"/>
                  </a:cubicBezTo>
                  <a:lnTo>
                    <a:pt x="631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57"/>
            <p:cNvSpPr/>
            <p:nvPr/>
          </p:nvSpPr>
          <p:spPr>
            <a:xfrm>
              <a:off x="6855822" y="3054851"/>
              <a:ext cx="323645" cy="190335"/>
            </a:xfrm>
            <a:custGeom>
              <a:rect b="b" l="l" r="r" t="t"/>
              <a:pathLst>
                <a:path extrusionOk="0" h="6335" w="10772">
                  <a:moveTo>
                    <a:pt x="6648" y="1"/>
                  </a:moveTo>
                  <a:cubicBezTo>
                    <a:pt x="5847" y="1"/>
                    <a:pt x="5104" y="347"/>
                    <a:pt x="4565" y="938"/>
                  </a:cubicBezTo>
                  <a:cubicBezTo>
                    <a:pt x="4236" y="752"/>
                    <a:pt x="3873" y="651"/>
                    <a:pt x="3493" y="651"/>
                  </a:cubicBezTo>
                  <a:cubicBezTo>
                    <a:pt x="2347" y="651"/>
                    <a:pt x="1402" y="1527"/>
                    <a:pt x="1292" y="2648"/>
                  </a:cubicBezTo>
                  <a:cubicBezTo>
                    <a:pt x="541" y="2912"/>
                    <a:pt x="1" y="3628"/>
                    <a:pt x="1" y="4438"/>
                  </a:cubicBezTo>
                  <a:cubicBezTo>
                    <a:pt x="1" y="5482"/>
                    <a:pt x="871" y="6334"/>
                    <a:pt x="1916" y="6334"/>
                  </a:cubicBezTo>
                  <a:lnTo>
                    <a:pt x="2701" y="6334"/>
                  </a:lnTo>
                  <a:cubicBezTo>
                    <a:pt x="2701" y="6310"/>
                    <a:pt x="2683" y="6284"/>
                    <a:pt x="2683" y="6268"/>
                  </a:cubicBezTo>
                  <a:cubicBezTo>
                    <a:pt x="2592" y="5972"/>
                    <a:pt x="2549" y="5634"/>
                    <a:pt x="2549" y="5280"/>
                  </a:cubicBezTo>
                  <a:lnTo>
                    <a:pt x="2549" y="3173"/>
                  </a:lnTo>
                  <a:lnTo>
                    <a:pt x="8225" y="3173"/>
                  </a:lnTo>
                  <a:lnTo>
                    <a:pt x="8225" y="5280"/>
                  </a:lnTo>
                  <a:cubicBezTo>
                    <a:pt x="8225" y="5634"/>
                    <a:pt x="8183" y="5972"/>
                    <a:pt x="8090" y="6284"/>
                  </a:cubicBezTo>
                  <a:cubicBezTo>
                    <a:pt x="8081" y="6302"/>
                    <a:pt x="8073" y="6318"/>
                    <a:pt x="8073" y="6334"/>
                  </a:cubicBezTo>
                  <a:lnTo>
                    <a:pt x="8857" y="6334"/>
                  </a:lnTo>
                  <a:cubicBezTo>
                    <a:pt x="9903" y="6334"/>
                    <a:pt x="10772" y="5482"/>
                    <a:pt x="10772" y="4438"/>
                  </a:cubicBezTo>
                  <a:cubicBezTo>
                    <a:pt x="10772" y="3628"/>
                    <a:pt x="10233" y="2912"/>
                    <a:pt x="9482" y="2648"/>
                  </a:cubicBezTo>
                  <a:cubicBezTo>
                    <a:pt x="9373" y="1181"/>
                    <a:pt x="8148" y="1"/>
                    <a:pt x="66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5" name="Google Shape;865;p57"/>
          <p:cNvSpPr/>
          <p:nvPr/>
        </p:nvSpPr>
        <p:spPr>
          <a:xfrm>
            <a:off x="6192709" y="3079572"/>
            <a:ext cx="247360" cy="323615"/>
          </a:xfrm>
          <a:custGeom>
            <a:rect b="b" l="l" r="r" t="t"/>
            <a:pathLst>
              <a:path extrusionOk="0" h="10771" w="8233">
                <a:moveTo>
                  <a:pt x="4427" y="7615"/>
                </a:moveTo>
                <a:lnTo>
                  <a:pt x="4427" y="8249"/>
                </a:lnTo>
                <a:lnTo>
                  <a:pt x="3804" y="8249"/>
                </a:lnTo>
                <a:lnTo>
                  <a:pt x="3804" y="7615"/>
                </a:lnTo>
                <a:close/>
                <a:moveTo>
                  <a:pt x="3804" y="0"/>
                </a:moveTo>
                <a:lnTo>
                  <a:pt x="3804" y="693"/>
                </a:lnTo>
                <a:cubicBezTo>
                  <a:pt x="1729" y="844"/>
                  <a:pt x="94" y="2522"/>
                  <a:pt x="17" y="4630"/>
                </a:cubicBezTo>
                <a:lnTo>
                  <a:pt x="0" y="5237"/>
                </a:lnTo>
                <a:lnTo>
                  <a:pt x="506" y="4909"/>
                </a:lnTo>
                <a:cubicBezTo>
                  <a:pt x="784" y="4731"/>
                  <a:pt x="1308" y="4462"/>
                  <a:pt x="1593" y="4462"/>
                </a:cubicBezTo>
                <a:cubicBezTo>
                  <a:pt x="1857" y="4462"/>
                  <a:pt x="2371" y="4792"/>
                  <a:pt x="2656" y="5018"/>
                </a:cubicBezTo>
                <a:lnTo>
                  <a:pt x="2850" y="5186"/>
                </a:lnTo>
                <a:lnTo>
                  <a:pt x="3053" y="5018"/>
                </a:lnTo>
                <a:cubicBezTo>
                  <a:pt x="3247" y="4866"/>
                  <a:pt x="3543" y="4664"/>
                  <a:pt x="3804" y="4555"/>
                </a:cubicBezTo>
                <a:lnTo>
                  <a:pt x="3804" y="6350"/>
                </a:lnTo>
                <a:lnTo>
                  <a:pt x="642" y="6350"/>
                </a:lnTo>
                <a:lnTo>
                  <a:pt x="642" y="10145"/>
                </a:lnTo>
                <a:lnTo>
                  <a:pt x="17" y="10145"/>
                </a:lnTo>
                <a:lnTo>
                  <a:pt x="17" y="10771"/>
                </a:lnTo>
                <a:lnTo>
                  <a:pt x="8223" y="10771"/>
                </a:lnTo>
                <a:lnTo>
                  <a:pt x="8223" y="10145"/>
                </a:lnTo>
                <a:lnTo>
                  <a:pt x="7591" y="10145"/>
                </a:lnTo>
                <a:lnTo>
                  <a:pt x="7591" y="6350"/>
                </a:lnTo>
                <a:lnTo>
                  <a:pt x="4427" y="6350"/>
                </a:lnTo>
                <a:lnTo>
                  <a:pt x="4427" y="4555"/>
                </a:lnTo>
                <a:cubicBezTo>
                  <a:pt x="4690" y="4664"/>
                  <a:pt x="4984" y="4866"/>
                  <a:pt x="5178" y="5018"/>
                </a:cubicBezTo>
                <a:lnTo>
                  <a:pt x="5381" y="5186"/>
                </a:lnTo>
                <a:lnTo>
                  <a:pt x="5575" y="5018"/>
                </a:lnTo>
                <a:cubicBezTo>
                  <a:pt x="5862" y="4792"/>
                  <a:pt x="6385" y="4462"/>
                  <a:pt x="6638" y="4462"/>
                </a:cubicBezTo>
                <a:cubicBezTo>
                  <a:pt x="6925" y="4462"/>
                  <a:pt x="7447" y="4731"/>
                  <a:pt x="7727" y="4909"/>
                </a:cubicBezTo>
                <a:lnTo>
                  <a:pt x="8233" y="5237"/>
                </a:lnTo>
                <a:lnTo>
                  <a:pt x="8215" y="4630"/>
                </a:lnTo>
                <a:cubicBezTo>
                  <a:pt x="8140" y="2522"/>
                  <a:pt x="6502" y="844"/>
                  <a:pt x="4427" y="693"/>
                </a:cubicBezTo>
                <a:lnTo>
                  <a:pt x="442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6" name="Google Shape;866;p57"/>
          <p:cNvGrpSpPr/>
          <p:nvPr/>
        </p:nvGrpSpPr>
        <p:grpSpPr>
          <a:xfrm>
            <a:off x="5500708" y="3079573"/>
            <a:ext cx="246579" cy="323612"/>
            <a:chOff x="5498679" y="3063744"/>
            <a:chExt cx="246579" cy="323612"/>
          </a:xfrm>
        </p:grpSpPr>
        <p:sp>
          <p:nvSpPr>
            <p:cNvPr id="867" name="Google Shape;867;p57"/>
            <p:cNvSpPr/>
            <p:nvPr/>
          </p:nvSpPr>
          <p:spPr>
            <a:xfrm>
              <a:off x="5669453" y="3292533"/>
              <a:ext cx="19049" cy="38037"/>
            </a:xfrm>
            <a:custGeom>
              <a:rect b="b" l="l" r="r" t="t"/>
              <a:pathLst>
                <a:path extrusionOk="0" h="1266" w="634">
                  <a:moveTo>
                    <a:pt x="0" y="0"/>
                  </a:moveTo>
                  <a:lnTo>
                    <a:pt x="0" y="1265"/>
                  </a:lnTo>
                  <a:lnTo>
                    <a:pt x="634" y="1265"/>
                  </a:lnTo>
                  <a:lnTo>
                    <a:pt x="63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57"/>
            <p:cNvSpPr/>
            <p:nvPr/>
          </p:nvSpPr>
          <p:spPr>
            <a:xfrm>
              <a:off x="5593680" y="3292533"/>
              <a:ext cx="18808" cy="38037"/>
            </a:xfrm>
            <a:custGeom>
              <a:rect b="b" l="l" r="r" t="t"/>
              <a:pathLst>
                <a:path extrusionOk="0" h="1266" w="626">
                  <a:moveTo>
                    <a:pt x="0" y="0"/>
                  </a:moveTo>
                  <a:lnTo>
                    <a:pt x="0" y="1265"/>
                  </a:lnTo>
                  <a:lnTo>
                    <a:pt x="625" y="1265"/>
                  </a:lnTo>
                  <a:lnTo>
                    <a:pt x="62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57"/>
            <p:cNvSpPr/>
            <p:nvPr/>
          </p:nvSpPr>
          <p:spPr>
            <a:xfrm>
              <a:off x="5631446" y="3292533"/>
              <a:ext cx="19049" cy="38037"/>
            </a:xfrm>
            <a:custGeom>
              <a:rect b="b" l="l" r="r" t="t"/>
              <a:pathLst>
                <a:path extrusionOk="0" h="1266" w="634">
                  <a:moveTo>
                    <a:pt x="0" y="0"/>
                  </a:moveTo>
                  <a:lnTo>
                    <a:pt x="0" y="1265"/>
                  </a:lnTo>
                  <a:lnTo>
                    <a:pt x="634" y="1265"/>
                  </a:lnTo>
                  <a:lnTo>
                    <a:pt x="63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57"/>
            <p:cNvSpPr/>
            <p:nvPr/>
          </p:nvSpPr>
          <p:spPr>
            <a:xfrm>
              <a:off x="5498679" y="3235779"/>
              <a:ext cx="246579" cy="151577"/>
            </a:xfrm>
            <a:custGeom>
              <a:rect b="b" l="l" r="r" t="t"/>
              <a:pathLst>
                <a:path extrusionOk="0" h="5045" w="8207">
                  <a:moveTo>
                    <a:pt x="6949" y="1258"/>
                  </a:moveTo>
                  <a:lnTo>
                    <a:pt x="6949" y="3788"/>
                  </a:lnTo>
                  <a:lnTo>
                    <a:pt x="1265" y="3788"/>
                  </a:lnTo>
                  <a:lnTo>
                    <a:pt x="1265" y="1258"/>
                  </a:lnTo>
                  <a:close/>
                  <a:moveTo>
                    <a:pt x="0" y="1"/>
                  </a:moveTo>
                  <a:lnTo>
                    <a:pt x="0" y="5045"/>
                  </a:lnTo>
                  <a:lnTo>
                    <a:pt x="8206" y="5045"/>
                  </a:lnTo>
                  <a:lnTo>
                    <a:pt x="820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57"/>
            <p:cNvSpPr/>
            <p:nvPr/>
          </p:nvSpPr>
          <p:spPr>
            <a:xfrm>
              <a:off x="5555644" y="3292533"/>
              <a:ext cx="19079" cy="38037"/>
            </a:xfrm>
            <a:custGeom>
              <a:rect b="b" l="l" r="r" t="t"/>
              <a:pathLst>
                <a:path extrusionOk="0" h="1266" w="635">
                  <a:moveTo>
                    <a:pt x="1" y="0"/>
                  </a:moveTo>
                  <a:lnTo>
                    <a:pt x="1" y="1265"/>
                  </a:lnTo>
                  <a:lnTo>
                    <a:pt x="634" y="1265"/>
                  </a:lnTo>
                  <a:lnTo>
                    <a:pt x="63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57"/>
            <p:cNvSpPr/>
            <p:nvPr/>
          </p:nvSpPr>
          <p:spPr>
            <a:xfrm>
              <a:off x="5546060" y="3063744"/>
              <a:ext cx="151817" cy="153109"/>
            </a:xfrm>
            <a:custGeom>
              <a:rect b="b" l="l" r="r" t="t"/>
              <a:pathLst>
                <a:path extrusionOk="0" h="5096" w="5053">
                  <a:moveTo>
                    <a:pt x="2530" y="0"/>
                  </a:moveTo>
                  <a:cubicBezTo>
                    <a:pt x="1138" y="0"/>
                    <a:pt x="0" y="1130"/>
                    <a:pt x="0" y="2522"/>
                  </a:cubicBezTo>
                  <a:lnTo>
                    <a:pt x="0" y="5095"/>
                  </a:lnTo>
                  <a:lnTo>
                    <a:pt x="1265" y="5095"/>
                  </a:lnTo>
                  <a:lnTo>
                    <a:pt x="1265" y="2522"/>
                  </a:lnTo>
                  <a:cubicBezTo>
                    <a:pt x="1265" y="1830"/>
                    <a:pt x="1830" y="1265"/>
                    <a:pt x="2530" y="1265"/>
                  </a:cubicBezTo>
                  <a:cubicBezTo>
                    <a:pt x="3223" y="1265"/>
                    <a:pt x="3795" y="1830"/>
                    <a:pt x="3795" y="2522"/>
                  </a:cubicBezTo>
                  <a:lnTo>
                    <a:pt x="3795" y="4462"/>
                  </a:lnTo>
                  <a:lnTo>
                    <a:pt x="5052" y="4462"/>
                  </a:lnTo>
                  <a:lnTo>
                    <a:pt x="5052" y="2522"/>
                  </a:lnTo>
                  <a:cubicBezTo>
                    <a:pt x="5052" y="1130"/>
                    <a:pt x="3921" y="0"/>
                    <a:pt x="25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 name="Google Shape;873;p57"/>
          <p:cNvGrpSpPr/>
          <p:nvPr/>
        </p:nvGrpSpPr>
        <p:grpSpPr>
          <a:xfrm>
            <a:off x="4799422" y="3079574"/>
            <a:ext cx="246579" cy="323611"/>
            <a:chOff x="4797529" y="3063744"/>
            <a:chExt cx="246579" cy="323611"/>
          </a:xfrm>
        </p:grpSpPr>
        <p:sp>
          <p:nvSpPr>
            <p:cNvPr id="874" name="Google Shape;874;p57"/>
            <p:cNvSpPr/>
            <p:nvPr/>
          </p:nvSpPr>
          <p:spPr>
            <a:xfrm>
              <a:off x="4797529" y="3215529"/>
              <a:ext cx="246579" cy="75804"/>
            </a:xfrm>
            <a:custGeom>
              <a:rect b="b" l="l" r="r" t="t"/>
              <a:pathLst>
                <a:path extrusionOk="0" h="2523" w="8207">
                  <a:moveTo>
                    <a:pt x="0" y="1"/>
                  </a:moveTo>
                  <a:lnTo>
                    <a:pt x="0" y="632"/>
                  </a:lnTo>
                  <a:lnTo>
                    <a:pt x="810" y="632"/>
                  </a:lnTo>
                  <a:lnTo>
                    <a:pt x="2707" y="2523"/>
                  </a:lnTo>
                  <a:lnTo>
                    <a:pt x="5490" y="2523"/>
                  </a:lnTo>
                  <a:lnTo>
                    <a:pt x="7389" y="632"/>
                  </a:lnTo>
                  <a:lnTo>
                    <a:pt x="8206" y="632"/>
                  </a:lnTo>
                  <a:lnTo>
                    <a:pt x="820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57"/>
            <p:cNvSpPr/>
            <p:nvPr/>
          </p:nvSpPr>
          <p:spPr>
            <a:xfrm>
              <a:off x="4892290" y="3310290"/>
              <a:ext cx="56755" cy="77065"/>
            </a:xfrm>
            <a:custGeom>
              <a:rect b="b" l="l" r="r" t="t"/>
              <a:pathLst>
                <a:path extrusionOk="0" h="2565" w="1889">
                  <a:moveTo>
                    <a:pt x="0" y="0"/>
                  </a:moveTo>
                  <a:lnTo>
                    <a:pt x="0" y="2565"/>
                  </a:lnTo>
                  <a:lnTo>
                    <a:pt x="1889" y="1771"/>
                  </a:lnTo>
                  <a:lnTo>
                    <a:pt x="188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57"/>
            <p:cNvSpPr/>
            <p:nvPr/>
          </p:nvSpPr>
          <p:spPr>
            <a:xfrm>
              <a:off x="5006069" y="3158474"/>
              <a:ext cx="18988" cy="19079"/>
            </a:xfrm>
            <a:custGeom>
              <a:rect b="b" l="l" r="r" t="t"/>
              <a:pathLst>
                <a:path extrusionOk="0" h="635" w="632">
                  <a:moveTo>
                    <a:pt x="0" y="1"/>
                  </a:moveTo>
                  <a:lnTo>
                    <a:pt x="0" y="635"/>
                  </a:lnTo>
                  <a:lnTo>
                    <a:pt x="632" y="635"/>
                  </a:lnTo>
                  <a:lnTo>
                    <a:pt x="63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57"/>
            <p:cNvSpPr/>
            <p:nvPr/>
          </p:nvSpPr>
          <p:spPr>
            <a:xfrm>
              <a:off x="4968062" y="3177523"/>
              <a:ext cx="18988" cy="19018"/>
            </a:xfrm>
            <a:custGeom>
              <a:rect b="b" l="l" r="r" t="t"/>
              <a:pathLst>
                <a:path extrusionOk="0" h="633" w="632">
                  <a:moveTo>
                    <a:pt x="0" y="1"/>
                  </a:moveTo>
                  <a:lnTo>
                    <a:pt x="0" y="632"/>
                  </a:lnTo>
                  <a:lnTo>
                    <a:pt x="632" y="632"/>
                  </a:lnTo>
                  <a:lnTo>
                    <a:pt x="63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57"/>
            <p:cNvSpPr/>
            <p:nvPr/>
          </p:nvSpPr>
          <p:spPr>
            <a:xfrm>
              <a:off x="4854254" y="3177523"/>
              <a:ext cx="19018" cy="19018"/>
            </a:xfrm>
            <a:custGeom>
              <a:rect b="b" l="l" r="r" t="t"/>
              <a:pathLst>
                <a:path extrusionOk="0" h="633" w="633">
                  <a:moveTo>
                    <a:pt x="1" y="1"/>
                  </a:moveTo>
                  <a:lnTo>
                    <a:pt x="1" y="632"/>
                  </a:lnTo>
                  <a:lnTo>
                    <a:pt x="633" y="632"/>
                  </a:lnTo>
                  <a:lnTo>
                    <a:pt x="6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57"/>
            <p:cNvSpPr/>
            <p:nvPr/>
          </p:nvSpPr>
          <p:spPr>
            <a:xfrm>
              <a:off x="5006069" y="3082702"/>
              <a:ext cx="18988" cy="56845"/>
            </a:xfrm>
            <a:custGeom>
              <a:rect b="b" l="l" r="r" t="t"/>
              <a:pathLst>
                <a:path extrusionOk="0" h="1892" w="632">
                  <a:moveTo>
                    <a:pt x="0" y="1"/>
                  </a:moveTo>
                  <a:lnTo>
                    <a:pt x="0" y="1891"/>
                  </a:lnTo>
                  <a:lnTo>
                    <a:pt x="632" y="1891"/>
                  </a:lnTo>
                  <a:lnTo>
                    <a:pt x="63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57"/>
            <p:cNvSpPr/>
            <p:nvPr/>
          </p:nvSpPr>
          <p:spPr>
            <a:xfrm>
              <a:off x="4854254" y="3063744"/>
              <a:ext cx="132799" cy="133340"/>
            </a:xfrm>
            <a:custGeom>
              <a:rect b="b" l="l" r="r" t="t"/>
              <a:pathLst>
                <a:path extrusionOk="0" h="4438" w="4420">
                  <a:moveTo>
                    <a:pt x="3181" y="1265"/>
                  </a:moveTo>
                  <a:lnTo>
                    <a:pt x="3155" y="1603"/>
                  </a:lnTo>
                  <a:cubicBezTo>
                    <a:pt x="3122" y="2142"/>
                    <a:pt x="2843" y="2640"/>
                    <a:pt x="2396" y="2960"/>
                  </a:cubicBezTo>
                  <a:lnTo>
                    <a:pt x="2211" y="3087"/>
                  </a:lnTo>
                  <a:lnTo>
                    <a:pt x="2025" y="2960"/>
                  </a:lnTo>
                  <a:cubicBezTo>
                    <a:pt x="1586" y="2640"/>
                    <a:pt x="1309" y="2150"/>
                    <a:pt x="1266" y="1603"/>
                  </a:cubicBezTo>
                  <a:lnTo>
                    <a:pt x="1250" y="1265"/>
                  </a:lnTo>
                  <a:close/>
                  <a:moveTo>
                    <a:pt x="1" y="0"/>
                  </a:moveTo>
                  <a:lnTo>
                    <a:pt x="1" y="1476"/>
                  </a:lnTo>
                  <a:cubicBezTo>
                    <a:pt x="1" y="2808"/>
                    <a:pt x="853" y="3982"/>
                    <a:pt x="2110" y="4403"/>
                  </a:cubicBezTo>
                  <a:lnTo>
                    <a:pt x="2211" y="4437"/>
                  </a:lnTo>
                  <a:lnTo>
                    <a:pt x="2313" y="4403"/>
                  </a:lnTo>
                  <a:cubicBezTo>
                    <a:pt x="3578" y="3982"/>
                    <a:pt x="4420" y="2808"/>
                    <a:pt x="4420" y="1476"/>
                  </a:cubicBezTo>
                  <a:lnTo>
                    <a:pt x="442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57"/>
            <p:cNvSpPr/>
            <p:nvPr/>
          </p:nvSpPr>
          <p:spPr>
            <a:xfrm>
              <a:off x="4913562" y="3120708"/>
              <a:ext cx="14452" cy="11718"/>
            </a:xfrm>
            <a:custGeom>
              <a:rect b="b" l="l" r="r" t="t"/>
              <a:pathLst>
                <a:path extrusionOk="0" h="390" w="481">
                  <a:moveTo>
                    <a:pt x="1" y="1"/>
                  </a:moveTo>
                  <a:cubicBezTo>
                    <a:pt x="51" y="145"/>
                    <a:pt x="136" y="272"/>
                    <a:pt x="237" y="390"/>
                  </a:cubicBezTo>
                  <a:cubicBezTo>
                    <a:pt x="347" y="272"/>
                    <a:pt x="422" y="145"/>
                    <a:pt x="4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57"/>
            <p:cNvSpPr/>
            <p:nvPr/>
          </p:nvSpPr>
          <p:spPr>
            <a:xfrm>
              <a:off x="4816247" y="3158474"/>
              <a:ext cx="19018" cy="19079"/>
            </a:xfrm>
            <a:custGeom>
              <a:rect b="b" l="l" r="r" t="t"/>
              <a:pathLst>
                <a:path extrusionOk="0" h="635" w="633">
                  <a:moveTo>
                    <a:pt x="1" y="1"/>
                  </a:moveTo>
                  <a:lnTo>
                    <a:pt x="1" y="635"/>
                  </a:lnTo>
                  <a:lnTo>
                    <a:pt x="632" y="635"/>
                  </a:lnTo>
                  <a:lnTo>
                    <a:pt x="63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57"/>
            <p:cNvSpPr/>
            <p:nvPr/>
          </p:nvSpPr>
          <p:spPr>
            <a:xfrm>
              <a:off x="4816247" y="3082702"/>
              <a:ext cx="19018" cy="56845"/>
            </a:xfrm>
            <a:custGeom>
              <a:rect b="b" l="l" r="r" t="t"/>
              <a:pathLst>
                <a:path extrusionOk="0" h="1892" w="633">
                  <a:moveTo>
                    <a:pt x="1" y="1"/>
                  </a:moveTo>
                  <a:lnTo>
                    <a:pt x="1" y="1891"/>
                  </a:lnTo>
                  <a:lnTo>
                    <a:pt x="632" y="1891"/>
                  </a:lnTo>
                  <a:lnTo>
                    <a:pt x="63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 name="Google Shape;884;p57"/>
          <p:cNvGrpSpPr/>
          <p:nvPr/>
        </p:nvGrpSpPr>
        <p:grpSpPr>
          <a:xfrm>
            <a:off x="4059455" y="3079574"/>
            <a:ext cx="323645" cy="323612"/>
            <a:chOff x="4059575" y="3063744"/>
            <a:chExt cx="323645" cy="323612"/>
          </a:xfrm>
        </p:grpSpPr>
        <p:sp>
          <p:nvSpPr>
            <p:cNvPr id="885" name="Google Shape;885;p57"/>
            <p:cNvSpPr/>
            <p:nvPr/>
          </p:nvSpPr>
          <p:spPr>
            <a:xfrm>
              <a:off x="4135858" y="3253295"/>
              <a:ext cx="170866" cy="134061"/>
            </a:xfrm>
            <a:custGeom>
              <a:rect b="b" l="l" r="r" t="t"/>
              <a:pathLst>
                <a:path extrusionOk="0" h="4462" w="5687">
                  <a:moveTo>
                    <a:pt x="0" y="1"/>
                  </a:moveTo>
                  <a:lnTo>
                    <a:pt x="0" y="4462"/>
                  </a:lnTo>
                  <a:lnTo>
                    <a:pt x="634" y="4462"/>
                  </a:lnTo>
                  <a:lnTo>
                    <a:pt x="634" y="2531"/>
                  </a:lnTo>
                  <a:lnTo>
                    <a:pt x="1265" y="2531"/>
                  </a:lnTo>
                  <a:lnTo>
                    <a:pt x="1265" y="3786"/>
                  </a:lnTo>
                  <a:lnTo>
                    <a:pt x="1899" y="3786"/>
                  </a:lnTo>
                  <a:lnTo>
                    <a:pt x="1899" y="2531"/>
                  </a:lnTo>
                  <a:lnTo>
                    <a:pt x="2531" y="2531"/>
                  </a:lnTo>
                  <a:lnTo>
                    <a:pt x="2531" y="4462"/>
                  </a:lnTo>
                  <a:lnTo>
                    <a:pt x="3164" y="4462"/>
                  </a:lnTo>
                  <a:lnTo>
                    <a:pt x="3164" y="2531"/>
                  </a:lnTo>
                  <a:lnTo>
                    <a:pt x="3788" y="2531"/>
                  </a:lnTo>
                  <a:lnTo>
                    <a:pt x="3788" y="3786"/>
                  </a:lnTo>
                  <a:lnTo>
                    <a:pt x="4421" y="3786"/>
                  </a:lnTo>
                  <a:lnTo>
                    <a:pt x="4421" y="2531"/>
                  </a:lnTo>
                  <a:lnTo>
                    <a:pt x="5053" y="2531"/>
                  </a:lnTo>
                  <a:lnTo>
                    <a:pt x="5053" y="4462"/>
                  </a:lnTo>
                  <a:lnTo>
                    <a:pt x="5686" y="4462"/>
                  </a:lnTo>
                  <a:lnTo>
                    <a:pt x="568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57"/>
            <p:cNvSpPr/>
            <p:nvPr/>
          </p:nvSpPr>
          <p:spPr>
            <a:xfrm>
              <a:off x="4059575" y="3177523"/>
              <a:ext cx="323645" cy="113810"/>
            </a:xfrm>
            <a:custGeom>
              <a:rect b="b" l="l" r="r" t="t"/>
              <a:pathLst>
                <a:path extrusionOk="0" h="3788" w="10772">
                  <a:moveTo>
                    <a:pt x="8225" y="632"/>
                  </a:moveTo>
                  <a:lnTo>
                    <a:pt x="8225" y="1266"/>
                  </a:lnTo>
                  <a:lnTo>
                    <a:pt x="7592" y="1266"/>
                  </a:lnTo>
                  <a:lnTo>
                    <a:pt x="7592" y="632"/>
                  </a:lnTo>
                  <a:close/>
                  <a:moveTo>
                    <a:pt x="9482" y="632"/>
                  </a:moveTo>
                  <a:lnTo>
                    <a:pt x="9482" y="1266"/>
                  </a:lnTo>
                  <a:lnTo>
                    <a:pt x="8857" y="1266"/>
                  </a:lnTo>
                  <a:lnTo>
                    <a:pt x="8857" y="632"/>
                  </a:lnTo>
                  <a:close/>
                  <a:moveTo>
                    <a:pt x="1" y="1"/>
                  </a:moveTo>
                  <a:lnTo>
                    <a:pt x="1" y="3788"/>
                  </a:lnTo>
                  <a:lnTo>
                    <a:pt x="1916" y="3788"/>
                  </a:lnTo>
                  <a:lnTo>
                    <a:pt x="1916" y="1889"/>
                  </a:lnTo>
                  <a:lnTo>
                    <a:pt x="8857" y="1889"/>
                  </a:lnTo>
                  <a:lnTo>
                    <a:pt x="8857" y="3788"/>
                  </a:lnTo>
                  <a:lnTo>
                    <a:pt x="10772" y="3788"/>
                  </a:lnTo>
                  <a:lnTo>
                    <a:pt x="1077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57"/>
            <p:cNvSpPr/>
            <p:nvPr/>
          </p:nvSpPr>
          <p:spPr>
            <a:xfrm>
              <a:off x="4135858" y="3063744"/>
              <a:ext cx="170866" cy="94762"/>
            </a:xfrm>
            <a:custGeom>
              <a:rect b="b" l="l" r="r" t="t"/>
              <a:pathLst>
                <a:path extrusionOk="0" h="3154" w="5687">
                  <a:moveTo>
                    <a:pt x="1899" y="632"/>
                  </a:moveTo>
                  <a:lnTo>
                    <a:pt x="1899" y="1265"/>
                  </a:lnTo>
                  <a:lnTo>
                    <a:pt x="1265" y="1265"/>
                  </a:lnTo>
                  <a:lnTo>
                    <a:pt x="1265" y="632"/>
                  </a:lnTo>
                  <a:close/>
                  <a:moveTo>
                    <a:pt x="4421" y="632"/>
                  </a:moveTo>
                  <a:lnTo>
                    <a:pt x="4421" y="1265"/>
                  </a:lnTo>
                  <a:lnTo>
                    <a:pt x="2531" y="1265"/>
                  </a:lnTo>
                  <a:lnTo>
                    <a:pt x="2531" y="632"/>
                  </a:lnTo>
                  <a:close/>
                  <a:moveTo>
                    <a:pt x="4421" y="1889"/>
                  </a:moveTo>
                  <a:lnTo>
                    <a:pt x="4421" y="2522"/>
                  </a:lnTo>
                  <a:lnTo>
                    <a:pt x="1265" y="2522"/>
                  </a:lnTo>
                  <a:lnTo>
                    <a:pt x="1265" y="1889"/>
                  </a:lnTo>
                  <a:close/>
                  <a:moveTo>
                    <a:pt x="0" y="0"/>
                  </a:moveTo>
                  <a:lnTo>
                    <a:pt x="0" y="3154"/>
                  </a:lnTo>
                  <a:lnTo>
                    <a:pt x="5686" y="3154"/>
                  </a:lnTo>
                  <a:lnTo>
                    <a:pt x="568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57"/>
            <p:cNvSpPr/>
            <p:nvPr/>
          </p:nvSpPr>
          <p:spPr>
            <a:xfrm>
              <a:off x="4098152" y="3133688"/>
              <a:ext cx="18988" cy="24817"/>
            </a:xfrm>
            <a:custGeom>
              <a:rect b="b" l="l" r="r" t="t"/>
              <a:pathLst>
                <a:path extrusionOk="0" h="826" w="632">
                  <a:moveTo>
                    <a:pt x="632" y="0"/>
                  </a:moveTo>
                  <a:lnTo>
                    <a:pt x="0" y="320"/>
                  </a:lnTo>
                  <a:lnTo>
                    <a:pt x="0" y="826"/>
                  </a:lnTo>
                  <a:lnTo>
                    <a:pt x="632" y="826"/>
                  </a:lnTo>
                  <a:lnTo>
                    <a:pt x="63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57"/>
            <p:cNvSpPr/>
            <p:nvPr/>
          </p:nvSpPr>
          <p:spPr>
            <a:xfrm>
              <a:off x="4325650" y="3133688"/>
              <a:ext cx="18838" cy="24817"/>
            </a:xfrm>
            <a:custGeom>
              <a:rect b="b" l="l" r="r" t="t"/>
              <a:pathLst>
                <a:path extrusionOk="0" h="826" w="627">
                  <a:moveTo>
                    <a:pt x="1" y="0"/>
                  </a:moveTo>
                  <a:lnTo>
                    <a:pt x="1" y="826"/>
                  </a:lnTo>
                  <a:lnTo>
                    <a:pt x="626" y="826"/>
                  </a:lnTo>
                  <a:lnTo>
                    <a:pt x="626" y="320"/>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 name="Google Shape;890;p57"/>
          <p:cNvGrpSpPr/>
          <p:nvPr/>
        </p:nvGrpSpPr>
        <p:grpSpPr>
          <a:xfrm>
            <a:off x="3362646" y="3079572"/>
            <a:ext cx="323885" cy="323615"/>
            <a:chOff x="3367078" y="3063744"/>
            <a:chExt cx="323885" cy="323615"/>
          </a:xfrm>
        </p:grpSpPr>
        <p:sp>
          <p:nvSpPr>
            <p:cNvPr id="891" name="Google Shape;891;p57"/>
            <p:cNvSpPr/>
            <p:nvPr/>
          </p:nvSpPr>
          <p:spPr>
            <a:xfrm>
              <a:off x="3521627" y="3216010"/>
              <a:ext cx="14482" cy="11958"/>
            </a:xfrm>
            <a:custGeom>
              <a:rect b="b" l="l" r="r" t="t"/>
              <a:pathLst>
                <a:path extrusionOk="0" h="398" w="482">
                  <a:moveTo>
                    <a:pt x="0" y="1"/>
                  </a:moveTo>
                  <a:cubicBezTo>
                    <a:pt x="61" y="145"/>
                    <a:pt x="136" y="280"/>
                    <a:pt x="245" y="398"/>
                  </a:cubicBezTo>
                  <a:cubicBezTo>
                    <a:pt x="346" y="280"/>
                    <a:pt x="431" y="145"/>
                    <a:pt x="4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57"/>
            <p:cNvSpPr/>
            <p:nvPr/>
          </p:nvSpPr>
          <p:spPr>
            <a:xfrm>
              <a:off x="3481608" y="3178244"/>
              <a:ext cx="94762" cy="94311"/>
            </a:xfrm>
            <a:custGeom>
              <a:rect b="b" l="l" r="r" t="t"/>
              <a:pathLst>
                <a:path extrusionOk="0" h="3139" w="3154">
                  <a:moveTo>
                    <a:pt x="2538" y="626"/>
                  </a:moveTo>
                  <a:lnTo>
                    <a:pt x="2522" y="962"/>
                  </a:lnTo>
                  <a:cubicBezTo>
                    <a:pt x="2480" y="1511"/>
                    <a:pt x="2202" y="2009"/>
                    <a:pt x="1763" y="2329"/>
                  </a:cubicBezTo>
                  <a:lnTo>
                    <a:pt x="1577" y="2456"/>
                  </a:lnTo>
                  <a:lnTo>
                    <a:pt x="1393" y="2329"/>
                  </a:lnTo>
                  <a:cubicBezTo>
                    <a:pt x="945" y="2009"/>
                    <a:pt x="666" y="1511"/>
                    <a:pt x="634" y="962"/>
                  </a:cubicBezTo>
                  <a:lnTo>
                    <a:pt x="607" y="626"/>
                  </a:lnTo>
                  <a:close/>
                  <a:moveTo>
                    <a:pt x="0" y="1"/>
                  </a:moveTo>
                  <a:lnTo>
                    <a:pt x="0" y="845"/>
                  </a:lnTo>
                  <a:cubicBezTo>
                    <a:pt x="0" y="1865"/>
                    <a:pt x="624" y="2776"/>
                    <a:pt x="1577" y="3138"/>
                  </a:cubicBezTo>
                  <a:cubicBezTo>
                    <a:pt x="2522" y="2776"/>
                    <a:pt x="3154" y="1865"/>
                    <a:pt x="3154" y="845"/>
                  </a:cubicBezTo>
                  <a:lnTo>
                    <a:pt x="31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57"/>
            <p:cNvSpPr/>
            <p:nvPr/>
          </p:nvSpPr>
          <p:spPr>
            <a:xfrm>
              <a:off x="3367078" y="3063744"/>
              <a:ext cx="323885" cy="323615"/>
            </a:xfrm>
            <a:custGeom>
              <a:rect b="b" l="l" r="r" t="t"/>
              <a:pathLst>
                <a:path extrusionOk="0" h="10771" w="10780">
                  <a:moveTo>
                    <a:pt x="7599" y="3180"/>
                  </a:moveTo>
                  <a:lnTo>
                    <a:pt x="7599" y="4656"/>
                  </a:lnTo>
                  <a:cubicBezTo>
                    <a:pt x="7599" y="5980"/>
                    <a:pt x="6747" y="7160"/>
                    <a:pt x="5490" y="7583"/>
                  </a:cubicBezTo>
                  <a:lnTo>
                    <a:pt x="5389" y="7615"/>
                  </a:lnTo>
                  <a:lnTo>
                    <a:pt x="5288" y="7583"/>
                  </a:lnTo>
                  <a:cubicBezTo>
                    <a:pt x="4023" y="7160"/>
                    <a:pt x="3181" y="5980"/>
                    <a:pt x="3181" y="4656"/>
                  </a:cubicBezTo>
                  <a:lnTo>
                    <a:pt x="3181" y="3180"/>
                  </a:lnTo>
                  <a:close/>
                  <a:moveTo>
                    <a:pt x="4446" y="0"/>
                  </a:moveTo>
                  <a:lnTo>
                    <a:pt x="4446" y="632"/>
                  </a:lnTo>
                  <a:lnTo>
                    <a:pt x="5069" y="632"/>
                  </a:lnTo>
                  <a:lnTo>
                    <a:pt x="5069" y="1915"/>
                  </a:lnTo>
                  <a:lnTo>
                    <a:pt x="3812" y="1915"/>
                  </a:lnTo>
                  <a:lnTo>
                    <a:pt x="3812" y="650"/>
                  </a:lnTo>
                  <a:lnTo>
                    <a:pt x="3181" y="650"/>
                  </a:lnTo>
                  <a:lnTo>
                    <a:pt x="3181" y="1915"/>
                  </a:lnTo>
                  <a:lnTo>
                    <a:pt x="1915" y="1915"/>
                  </a:lnTo>
                  <a:lnTo>
                    <a:pt x="1915" y="3180"/>
                  </a:lnTo>
                  <a:lnTo>
                    <a:pt x="658" y="3180"/>
                  </a:lnTo>
                  <a:lnTo>
                    <a:pt x="658" y="3812"/>
                  </a:lnTo>
                  <a:lnTo>
                    <a:pt x="1915" y="3812"/>
                  </a:lnTo>
                  <a:lnTo>
                    <a:pt x="1915" y="5069"/>
                  </a:lnTo>
                  <a:lnTo>
                    <a:pt x="632" y="5069"/>
                  </a:lnTo>
                  <a:lnTo>
                    <a:pt x="632" y="4437"/>
                  </a:lnTo>
                  <a:lnTo>
                    <a:pt x="1" y="4437"/>
                  </a:lnTo>
                  <a:lnTo>
                    <a:pt x="1" y="6334"/>
                  </a:lnTo>
                  <a:lnTo>
                    <a:pt x="632" y="6334"/>
                  </a:lnTo>
                  <a:lnTo>
                    <a:pt x="632" y="5702"/>
                  </a:lnTo>
                  <a:lnTo>
                    <a:pt x="1915" y="5702"/>
                  </a:lnTo>
                  <a:lnTo>
                    <a:pt x="1915" y="6968"/>
                  </a:lnTo>
                  <a:lnTo>
                    <a:pt x="658" y="6968"/>
                  </a:lnTo>
                  <a:lnTo>
                    <a:pt x="658" y="7599"/>
                  </a:lnTo>
                  <a:lnTo>
                    <a:pt x="1915" y="7599"/>
                  </a:lnTo>
                  <a:lnTo>
                    <a:pt x="1915" y="8856"/>
                  </a:lnTo>
                  <a:lnTo>
                    <a:pt x="3181" y="8856"/>
                  </a:lnTo>
                  <a:lnTo>
                    <a:pt x="3181" y="10121"/>
                  </a:lnTo>
                  <a:lnTo>
                    <a:pt x="3812" y="10121"/>
                  </a:lnTo>
                  <a:lnTo>
                    <a:pt x="3812" y="8856"/>
                  </a:lnTo>
                  <a:lnTo>
                    <a:pt x="5069" y="8856"/>
                  </a:lnTo>
                  <a:lnTo>
                    <a:pt x="5069" y="10145"/>
                  </a:lnTo>
                  <a:lnTo>
                    <a:pt x="4446" y="10145"/>
                  </a:lnTo>
                  <a:lnTo>
                    <a:pt x="4446" y="10771"/>
                  </a:lnTo>
                  <a:lnTo>
                    <a:pt x="6334" y="10771"/>
                  </a:lnTo>
                  <a:lnTo>
                    <a:pt x="6334" y="10145"/>
                  </a:lnTo>
                  <a:lnTo>
                    <a:pt x="5701" y="10145"/>
                  </a:lnTo>
                  <a:lnTo>
                    <a:pt x="5701" y="8856"/>
                  </a:lnTo>
                  <a:lnTo>
                    <a:pt x="6966" y="8856"/>
                  </a:lnTo>
                  <a:lnTo>
                    <a:pt x="6966" y="10121"/>
                  </a:lnTo>
                  <a:lnTo>
                    <a:pt x="7599" y="10121"/>
                  </a:lnTo>
                  <a:lnTo>
                    <a:pt x="7599" y="8856"/>
                  </a:lnTo>
                  <a:lnTo>
                    <a:pt x="8864" y="8856"/>
                  </a:lnTo>
                  <a:lnTo>
                    <a:pt x="8864" y="7599"/>
                  </a:lnTo>
                  <a:lnTo>
                    <a:pt x="10121" y="7599"/>
                  </a:lnTo>
                  <a:lnTo>
                    <a:pt x="10121" y="6968"/>
                  </a:lnTo>
                  <a:lnTo>
                    <a:pt x="8864" y="6968"/>
                  </a:lnTo>
                  <a:lnTo>
                    <a:pt x="8864" y="5702"/>
                  </a:lnTo>
                  <a:lnTo>
                    <a:pt x="10146" y="5702"/>
                  </a:lnTo>
                  <a:lnTo>
                    <a:pt x="10146" y="6334"/>
                  </a:lnTo>
                  <a:lnTo>
                    <a:pt x="10779" y="6334"/>
                  </a:lnTo>
                  <a:lnTo>
                    <a:pt x="10779" y="4437"/>
                  </a:lnTo>
                  <a:lnTo>
                    <a:pt x="10146" y="4437"/>
                  </a:lnTo>
                  <a:lnTo>
                    <a:pt x="10146" y="5069"/>
                  </a:lnTo>
                  <a:lnTo>
                    <a:pt x="8864" y="5069"/>
                  </a:lnTo>
                  <a:lnTo>
                    <a:pt x="8864" y="3812"/>
                  </a:lnTo>
                  <a:lnTo>
                    <a:pt x="10121" y="3812"/>
                  </a:lnTo>
                  <a:lnTo>
                    <a:pt x="10121" y="3180"/>
                  </a:lnTo>
                  <a:lnTo>
                    <a:pt x="8864" y="3180"/>
                  </a:lnTo>
                  <a:lnTo>
                    <a:pt x="8864" y="1915"/>
                  </a:lnTo>
                  <a:lnTo>
                    <a:pt x="7599" y="1915"/>
                  </a:lnTo>
                  <a:lnTo>
                    <a:pt x="7599" y="650"/>
                  </a:lnTo>
                  <a:lnTo>
                    <a:pt x="6966" y="650"/>
                  </a:lnTo>
                  <a:lnTo>
                    <a:pt x="6966" y="1915"/>
                  </a:lnTo>
                  <a:lnTo>
                    <a:pt x="5701" y="1915"/>
                  </a:lnTo>
                  <a:lnTo>
                    <a:pt x="5701" y="632"/>
                  </a:lnTo>
                  <a:lnTo>
                    <a:pt x="6334" y="632"/>
                  </a:lnTo>
                  <a:lnTo>
                    <a:pt x="633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 name="Google Shape;894;p57"/>
          <p:cNvGrpSpPr/>
          <p:nvPr/>
        </p:nvGrpSpPr>
        <p:grpSpPr>
          <a:xfrm>
            <a:off x="2676264" y="3079572"/>
            <a:ext cx="284676" cy="323615"/>
            <a:chOff x="2683865" y="3063744"/>
            <a:chExt cx="284676" cy="323615"/>
          </a:xfrm>
        </p:grpSpPr>
        <p:sp>
          <p:nvSpPr>
            <p:cNvPr id="895" name="Google Shape;895;p57"/>
            <p:cNvSpPr/>
            <p:nvPr/>
          </p:nvSpPr>
          <p:spPr>
            <a:xfrm>
              <a:off x="2683865" y="3063744"/>
              <a:ext cx="284676" cy="323615"/>
            </a:xfrm>
            <a:custGeom>
              <a:rect b="b" l="l" r="r" t="t"/>
              <a:pathLst>
                <a:path extrusionOk="0" h="10771" w="9475">
                  <a:moveTo>
                    <a:pt x="8209" y="1265"/>
                  </a:moveTo>
                  <a:lnTo>
                    <a:pt x="8209" y="4555"/>
                  </a:lnTo>
                  <a:cubicBezTo>
                    <a:pt x="8209" y="6696"/>
                    <a:pt x="6859" y="8637"/>
                    <a:pt x="4851" y="9386"/>
                  </a:cubicBezTo>
                  <a:lnTo>
                    <a:pt x="4742" y="9429"/>
                  </a:lnTo>
                  <a:lnTo>
                    <a:pt x="4632" y="9386"/>
                  </a:lnTo>
                  <a:cubicBezTo>
                    <a:pt x="2616" y="8637"/>
                    <a:pt x="1266" y="6696"/>
                    <a:pt x="1266" y="4555"/>
                  </a:cubicBezTo>
                  <a:lnTo>
                    <a:pt x="1266" y="1265"/>
                  </a:lnTo>
                  <a:close/>
                  <a:moveTo>
                    <a:pt x="1" y="0"/>
                  </a:moveTo>
                  <a:lnTo>
                    <a:pt x="1" y="4555"/>
                  </a:lnTo>
                  <a:cubicBezTo>
                    <a:pt x="1" y="7405"/>
                    <a:pt x="1916" y="9969"/>
                    <a:pt x="4648" y="10753"/>
                  </a:cubicBezTo>
                  <a:lnTo>
                    <a:pt x="4742" y="10771"/>
                  </a:lnTo>
                  <a:lnTo>
                    <a:pt x="4827" y="10753"/>
                  </a:lnTo>
                  <a:cubicBezTo>
                    <a:pt x="7559" y="9969"/>
                    <a:pt x="9474" y="7405"/>
                    <a:pt x="9474" y="4555"/>
                  </a:cubicBezTo>
                  <a:lnTo>
                    <a:pt x="947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57"/>
            <p:cNvSpPr/>
            <p:nvPr/>
          </p:nvSpPr>
          <p:spPr>
            <a:xfrm>
              <a:off x="2740919" y="3120708"/>
              <a:ext cx="170565" cy="206079"/>
            </a:xfrm>
            <a:custGeom>
              <a:rect b="b" l="l" r="r" t="t"/>
              <a:pathLst>
                <a:path extrusionOk="0" h="6859" w="5677">
                  <a:moveTo>
                    <a:pt x="1889" y="1258"/>
                  </a:moveTo>
                  <a:lnTo>
                    <a:pt x="1889" y="1892"/>
                  </a:lnTo>
                  <a:lnTo>
                    <a:pt x="1258" y="1892"/>
                  </a:lnTo>
                  <a:lnTo>
                    <a:pt x="1258" y="1258"/>
                  </a:lnTo>
                  <a:close/>
                  <a:moveTo>
                    <a:pt x="4419" y="1258"/>
                  </a:moveTo>
                  <a:lnTo>
                    <a:pt x="4419" y="1892"/>
                  </a:lnTo>
                  <a:lnTo>
                    <a:pt x="3788" y="1892"/>
                  </a:lnTo>
                  <a:lnTo>
                    <a:pt x="3788" y="1258"/>
                  </a:lnTo>
                  <a:close/>
                  <a:moveTo>
                    <a:pt x="3154" y="3157"/>
                  </a:moveTo>
                  <a:lnTo>
                    <a:pt x="3154" y="3788"/>
                  </a:lnTo>
                  <a:lnTo>
                    <a:pt x="2523" y="3788"/>
                  </a:lnTo>
                  <a:lnTo>
                    <a:pt x="2523" y="3157"/>
                  </a:lnTo>
                  <a:close/>
                  <a:moveTo>
                    <a:pt x="1" y="1"/>
                  </a:moveTo>
                  <a:lnTo>
                    <a:pt x="1" y="2659"/>
                  </a:lnTo>
                  <a:cubicBezTo>
                    <a:pt x="1" y="4134"/>
                    <a:pt x="733" y="5484"/>
                    <a:pt x="1889" y="6318"/>
                  </a:cubicBezTo>
                  <a:lnTo>
                    <a:pt x="1889" y="4859"/>
                  </a:lnTo>
                  <a:lnTo>
                    <a:pt x="1258" y="4236"/>
                  </a:lnTo>
                  <a:lnTo>
                    <a:pt x="1258" y="2523"/>
                  </a:lnTo>
                  <a:lnTo>
                    <a:pt x="1889" y="2523"/>
                  </a:lnTo>
                  <a:lnTo>
                    <a:pt x="1889" y="3974"/>
                  </a:lnTo>
                  <a:lnTo>
                    <a:pt x="2523" y="4598"/>
                  </a:lnTo>
                  <a:lnTo>
                    <a:pt x="2523" y="6699"/>
                  </a:lnTo>
                  <a:cubicBezTo>
                    <a:pt x="2632" y="6750"/>
                    <a:pt x="2733" y="6808"/>
                    <a:pt x="2843" y="6859"/>
                  </a:cubicBezTo>
                  <a:cubicBezTo>
                    <a:pt x="2952" y="6808"/>
                    <a:pt x="3053" y="6750"/>
                    <a:pt x="3154" y="6699"/>
                  </a:cubicBezTo>
                  <a:lnTo>
                    <a:pt x="3154" y="4598"/>
                  </a:lnTo>
                  <a:lnTo>
                    <a:pt x="3788" y="3974"/>
                  </a:lnTo>
                  <a:lnTo>
                    <a:pt x="3788" y="2523"/>
                  </a:lnTo>
                  <a:lnTo>
                    <a:pt x="4419" y="2523"/>
                  </a:lnTo>
                  <a:lnTo>
                    <a:pt x="4419" y="4236"/>
                  </a:lnTo>
                  <a:lnTo>
                    <a:pt x="3788" y="4859"/>
                  </a:lnTo>
                  <a:lnTo>
                    <a:pt x="3788" y="6318"/>
                  </a:lnTo>
                  <a:cubicBezTo>
                    <a:pt x="4952" y="5484"/>
                    <a:pt x="5676" y="4134"/>
                    <a:pt x="5676" y="2659"/>
                  </a:cubicBezTo>
                  <a:lnTo>
                    <a:pt x="5676" y="1"/>
                  </a:lnTo>
                  <a:lnTo>
                    <a:pt x="3154" y="1"/>
                  </a:lnTo>
                  <a:lnTo>
                    <a:pt x="3154" y="2523"/>
                  </a:lnTo>
                  <a:lnTo>
                    <a:pt x="2523" y="2523"/>
                  </a:lnTo>
                  <a:lnTo>
                    <a:pt x="25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 name="Google Shape;897;p57"/>
          <p:cNvGrpSpPr/>
          <p:nvPr/>
        </p:nvGrpSpPr>
        <p:grpSpPr>
          <a:xfrm>
            <a:off x="2003010" y="3079574"/>
            <a:ext cx="246579" cy="323612"/>
            <a:chOff x="2000982" y="3063744"/>
            <a:chExt cx="246579" cy="323612"/>
          </a:xfrm>
        </p:grpSpPr>
        <p:sp>
          <p:nvSpPr>
            <p:cNvPr id="898" name="Google Shape;898;p57"/>
            <p:cNvSpPr/>
            <p:nvPr/>
          </p:nvSpPr>
          <p:spPr>
            <a:xfrm>
              <a:off x="2095803" y="3177523"/>
              <a:ext cx="56995" cy="57025"/>
            </a:xfrm>
            <a:custGeom>
              <a:rect b="b" l="l" r="r" t="t"/>
              <a:pathLst>
                <a:path extrusionOk="0" h="1898" w="1897">
                  <a:moveTo>
                    <a:pt x="951" y="1"/>
                  </a:moveTo>
                  <a:cubicBezTo>
                    <a:pt x="429" y="1"/>
                    <a:pt x="0" y="422"/>
                    <a:pt x="0" y="944"/>
                  </a:cubicBezTo>
                  <a:lnTo>
                    <a:pt x="0" y="1721"/>
                  </a:lnTo>
                  <a:cubicBezTo>
                    <a:pt x="304" y="1830"/>
                    <a:pt x="615" y="1897"/>
                    <a:pt x="951" y="1897"/>
                  </a:cubicBezTo>
                  <a:cubicBezTo>
                    <a:pt x="1281" y="1897"/>
                    <a:pt x="1601" y="1830"/>
                    <a:pt x="1897" y="1721"/>
                  </a:cubicBezTo>
                  <a:lnTo>
                    <a:pt x="1897" y="944"/>
                  </a:lnTo>
                  <a:cubicBezTo>
                    <a:pt x="1897" y="422"/>
                    <a:pt x="1476" y="1"/>
                    <a:pt x="9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57"/>
            <p:cNvSpPr/>
            <p:nvPr/>
          </p:nvSpPr>
          <p:spPr>
            <a:xfrm>
              <a:off x="2114761" y="3120708"/>
              <a:ext cx="19079" cy="18838"/>
            </a:xfrm>
            <a:custGeom>
              <a:rect b="b" l="l" r="r" t="t"/>
              <a:pathLst>
                <a:path extrusionOk="0" h="627" w="635">
                  <a:moveTo>
                    <a:pt x="320" y="1"/>
                  </a:moveTo>
                  <a:cubicBezTo>
                    <a:pt x="144" y="1"/>
                    <a:pt x="1" y="137"/>
                    <a:pt x="1" y="315"/>
                  </a:cubicBezTo>
                  <a:cubicBezTo>
                    <a:pt x="1" y="491"/>
                    <a:pt x="144" y="626"/>
                    <a:pt x="320" y="626"/>
                  </a:cubicBezTo>
                  <a:cubicBezTo>
                    <a:pt x="490" y="626"/>
                    <a:pt x="634" y="491"/>
                    <a:pt x="634" y="315"/>
                  </a:cubicBezTo>
                  <a:cubicBezTo>
                    <a:pt x="634" y="137"/>
                    <a:pt x="490" y="1"/>
                    <a:pt x="3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57"/>
            <p:cNvSpPr/>
            <p:nvPr/>
          </p:nvSpPr>
          <p:spPr>
            <a:xfrm>
              <a:off x="2038988" y="3063744"/>
              <a:ext cx="170565" cy="156384"/>
            </a:xfrm>
            <a:custGeom>
              <a:rect b="b" l="l" r="r" t="t"/>
              <a:pathLst>
                <a:path extrusionOk="0" h="5205" w="5677">
                  <a:moveTo>
                    <a:pt x="2842" y="0"/>
                  </a:moveTo>
                  <a:cubicBezTo>
                    <a:pt x="1274" y="0"/>
                    <a:pt x="0" y="1273"/>
                    <a:pt x="0" y="2842"/>
                  </a:cubicBezTo>
                  <a:cubicBezTo>
                    <a:pt x="0" y="3820"/>
                    <a:pt x="498" y="4690"/>
                    <a:pt x="1266" y="5204"/>
                  </a:cubicBezTo>
                  <a:lnTo>
                    <a:pt x="1266" y="4731"/>
                  </a:lnTo>
                  <a:cubicBezTo>
                    <a:pt x="1266" y="3862"/>
                    <a:pt x="1966" y="3154"/>
                    <a:pt x="2842" y="3154"/>
                  </a:cubicBezTo>
                  <a:cubicBezTo>
                    <a:pt x="2320" y="3154"/>
                    <a:pt x="1891" y="2733"/>
                    <a:pt x="1891" y="2211"/>
                  </a:cubicBezTo>
                  <a:cubicBezTo>
                    <a:pt x="1891" y="1686"/>
                    <a:pt x="2320" y="1265"/>
                    <a:pt x="2842" y="1265"/>
                  </a:cubicBezTo>
                  <a:cubicBezTo>
                    <a:pt x="3367" y="1265"/>
                    <a:pt x="3788" y="1686"/>
                    <a:pt x="3788" y="2211"/>
                  </a:cubicBezTo>
                  <a:cubicBezTo>
                    <a:pt x="3788" y="2733"/>
                    <a:pt x="3367" y="3154"/>
                    <a:pt x="2842" y="3154"/>
                  </a:cubicBezTo>
                  <a:cubicBezTo>
                    <a:pt x="3713" y="3154"/>
                    <a:pt x="4421" y="3862"/>
                    <a:pt x="4421" y="4731"/>
                  </a:cubicBezTo>
                  <a:lnTo>
                    <a:pt x="4421" y="5204"/>
                  </a:lnTo>
                  <a:cubicBezTo>
                    <a:pt x="5180" y="4690"/>
                    <a:pt x="5676" y="3820"/>
                    <a:pt x="5676" y="2842"/>
                  </a:cubicBezTo>
                  <a:cubicBezTo>
                    <a:pt x="5676" y="1273"/>
                    <a:pt x="4403" y="0"/>
                    <a:pt x="28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57"/>
            <p:cNvSpPr/>
            <p:nvPr/>
          </p:nvSpPr>
          <p:spPr>
            <a:xfrm>
              <a:off x="2190773" y="3254527"/>
              <a:ext cx="56785" cy="19049"/>
            </a:xfrm>
            <a:custGeom>
              <a:rect b="b" l="l" r="r" t="t"/>
              <a:pathLst>
                <a:path extrusionOk="0" h="634" w="1890">
                  <a:moveTo>
                    <a:pt x="1" y="0"/>
                  </a:moveTo>
                  <a:lnTo>
                    <a:pt x="1" y="634"/>
                  </a:lnTo>
                  <a:lnTo>
                    <a:pt x="1889" y="634"/>
                  </a:lnTo>
                  <a:lnTo>
                    <a:pt x="188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57"/>
            <p:cNvSpPr/>
            <p:nvPr/>
          </p:nvSpPr>
          <p:spPr>
            <a:xfrm>
              <a:off x="2076995" y="3254527"/>
              <a:ext cx="94852" cy="19049"/>
            </a:xfrm>
            <a:custGeom>
              <a:rect b="b" l="l" r="r" t="t"/>
              <a:pathLst>
                <a:path extrusionOk="0" h="634" w="3157">
                  <a:moveTo>
                    <a:pt x="1" y="0"/>
                  </a:moveTo>
                  <a:lnTo>
                    <a:pt x="1" y="634"/>
                  </a:lnTo>
                  <a:lnTo>
                    <a:pt x="3156" y="634"/>
                  </a:lnTo>
                  <a:lnTo>
                    <a:pt x="315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57"/>
            <p:cNvSpPr/>
            <p:nvPr/>
          </p:nvSpPr>
          <p:spPr>
            <a:xfrm>
              <a:off x="2000982" y="3254527"/>
              <a:ext cx="57085" cy="19049"/>
            </a:xfrm>
            <a:custGeom>
              <a:rect b="b" l="l" r="r" t="t"/>
              <a:pathLst>
                <a:path extrusionOk="0" h="634" w="1900">
                  <a:moveTo>
                    <a:pt x="0" y="0"/>
                  </a:moveTo>
                  <a:lnTo>
                    <a:pt x="0" y="634"/>
                  </a:lnTo>
                  <a:lnTo>
                    <a:pt x="1899" y="634"/>
                  </a:lnTo>
                  <a:lnTo>
                    <a:pt x="18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57"/>
            <p:cNvSpPr/>
            <p:nvPr/>
          </p:nvSpPr>
          <p:spPr>
            <a:xfrm>
              <a:off x="2000982" y="3292533"/>
              <a:ext cx="246579" cy="94822"/>
            </a:xfrm>
            <a:custGeom>
              <a:rect b="b" l="l" r="r" t="t"/>
              <a:pathLst>
                <a:path extrusionOk="0" h="3156" w="8207">
                  <a:moveTo>
                    <a:pt x="1899" y="1265"/>
                  </a:moveTo>
                  <a:lnTo>
                    <a:pt x="1899" y="1899"/>
                  </a:lnTo>
                  <a:lnTo>
                    <a:pt x="1265" y="1899"/>
                  </a:lnTo>
                  <a:lnTo>
                    <a:pt x="1265" y="1265"/>
                  </a:lnTo>
                  <a:close/>
                  <a:moveTo>
                    <a:pt x="3156" y="1265"/>
                  </a:moveTo>
                  <a:lnTo>
                    <a:pt x="3156" y="1899"/>
                  </a:lnTo>
                  <a:lnTo>
                    <a:pt x="2531" y="1899"/>
                  </a:lnTo>
                  <a:lnTo>
                    <a:pt x="2531" y="1265"/>
                  </a:lnTo>
                  <a:close/>
                  <a:moveTo>
                    <a:pt x="4421" y="1265"/>
                  </a:moveTo>
                  <a:lnTo>
                    <a:pt x="4421" y="1899"/>
                  </a:lnTo>
                  <a:lnTo>
                    <a:pt x="3788" y="1899"/>
                  </a:lnTo>
                  <a:lnTo>
                    <a:pt x="3788" y="1265"/>
                  </a:lnTo>
                  <a:close/>
                  <a:moveTo>
                    <a:pt x="5686" y="1265"/>
                  </a:moveTo>
                  <a:lnTo>
                    <a:pt x="5686" y="1899"/>
                  </a:lnTo>
                  <a:lnTo>
                    <a:pt x="5053" y="1899"/>
                  </a:lnTo>
                  <a:lnTo>
                    <a:pt x="5053" y="1265"/>
                  </a:lnTo>
                  <a:close/>
                  <a:moveTo>
                    <a:pt x="6941" y="1265"/>
                  </a:moveTo>
                  <a:lnTo>
                    <a:pt x="6941" y="1899"/>
                  </a:lnTo>
                  <a:lnTo>
                    <a:pt x="6318" y="1899"/>
                  </a:lnTo>
                  <a:lnTo>
                    <a:pt x="6318" y="1265"/>
                  </a:lnTo>
                  <a:close/>
                  <a:moveTo>
                    <a:pt x="0" y="0"/>
                  </a:moveTo>
                  <a:lnTo>
                    <a:pt x="0" y="3156"/>
                  </a:lnTo>
                  <a:lnTo>
                    <a:pt x="8206" y="3156"/>
                  </a:lnTo>
                  <a:lnTo>
                    <a:pt x="820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 name="Google Shape;905;p57"/>
          <p:cNvGrpSpPr/>
          <p:nvPr/>
        </p:nvGrpSpPr>
        <p:grpSpPr>
          <a:xfrm>
            <a:off x="1263089" y="3099087"/>
            <a:ext cx="323642" cy="284585"/>
            <a:chOff x="1263088" y="3081981"/>
            <a:chExt cx="323642" cy="284585"/>
          </a:xfrm>
        </p:grpSpPr>
        <p:sp>
          <p:nvSpPr>
            <p:cNvPr id="906" name="Google Shape;906;p57"/>
            <p:cNvSpPr/>
            <p:nvPr/>
          </p:nvSpPr>
          <p:spPr>
            <a:xfrm>
              <a:off x="1453870" y="3081981"/>
              <a:ext cx="132859" cy="151817"/>
            </a:xfrm>
            <a:custGeom>
              <a:rect b="b" l="l" r="r" t="t"/>
              <a:pathLst>
                <a:path extrusionOk="0" h="5053" w="4422">
                  <a:moveTo>
                    <a:pt x="2211" y="632"/>
                  </a:moveTo>
                  <a:cubicBezTo>
                    <a:pt x="2733" y="632"/>
                    <a:pt x="3165" y="1055"/>
                    <a:pt x="3165" y="1577"/>
                  </a:cubicBezTo>
                  <a:lnTo>
                    <a:pt x="3165" y="2523"/>
                  </a:lnTo>
                  <a:lnTo>
                    <a:pt x="1266" y="2523"/>
                  </a:lnTo>
                  <a:lnTo>
                    <a:pt x="1266" y="1577"/>
                  </a:lnTo>
                  <a:cubicBezTo>
                    <a:pt x="1266" y="1055"/>
                    <a:pt x="1697" y="632"/>
                    <a:pt x="2211" y="632"/>
                  </a:cubicBezTo>
                  <a:close/>
                  <a:moveTo>
                    <a:pt x="2211" y="1"/>
                  </a:moveTo>
                  <a:cubicBezTo>
                    <a:pt x="1343" y="1"/>
                    <a:pt x="634" y="709"/>
                    <a:pt x="634" y="1577"/>
                  </a:cubicBezTo>
                  <a:lnTo>
                    <a:pt x="634" y="2523"/>
                  </a:lnTo>
                  <a:lnTo>
                    <a:pt x="1" y="2523"/>
                  </a:lnTo>
                  <a:lnTo>
                    <a:pt x="1" y="5053"/>
                  </a:lnTo>
                  <a:lnTo>
                    <a:pt x="4422" y="5053"/>
                  </a:lnTo>
                  <a:lnTo>
                    <a:pt x="4422" y="2523"/>
                  </a:lnTo>
                  <a:lnTo>
                    <a:pt x="3796" y="2523"/>
                  </a:lnTo>
                  <a:lnTo>
                    <a:pt x="3796" y="1577"/>
                  </a:lnTo>
                  <a:cubicBezTo>
                    <a:pt x="3796" y="709"/>
                    <a:pt x="3088" y="1"/>
                    <a:pt x="22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57"/>
            <p:cNvSpPr/>
            <p:nvPr/>
          </p:nvSpPr>
          <p:spPr>
            <a:xfrm>
              <a:off x="1263088" y="3195760"/>
              <a:ext cx="317335" cy="170806"/>
            </a:xfrm>
            <a:custGeom>
              <a:rect b="b" l="l" r="r" t="t"/>
              <a:pathLst>
                <a:path extrusionOk="0" h="5685" w="10562">
                  <a:moveTo>
                    <a:pt x="2885" y="2523"/>
                  </a:moveTo>
                  <a:lnTo>
                    <a:pt x="2885" y="3154"/>
                  </a:lnTo>
                  <a:lnTo>
                    <a:pt x="2252" y="3154"/>
                  </a:lnTo>
                  <a:lnTo>
                    <a:pt x="2252" y="2523"/>
                  </a:lnTo>
                  <a:close/>
                  <a:moveTo>
                    <a:pt x="4150" y="2523"/>
                  </a:moveTo>
                  <a:lnTo>
                    <a:pt x="4150" y="3154"/>
                  </a:lnTo>
                  <a:lnTo>
                    <a:pt x="3517" y="3154"/>
                  </a:lnTo>
                  <a:lnTo>
                    <a:pt x="3517" y="2523"/>
                  </a:lnTo>
                  <a:close/>
                  <a:moveTo>
                    <a:pt x="5407" y="2523"/>
                  </a:moveTo>
                  <a:lnTo>
                    <a:pt x="5407" y="3154"/>
                  </a:lnTo>
                  <a:lnTo>
                    <a:pt x="4774" y="3154"/>
                  </a:lnTo>
                  <a:lnTo>
                    <a:pt x="4774" y="2523"/>
                  </a:lnTo>
                  <a:close/>
                  <a:moveTo>
                    <a:pt x="6673" y="2523"/>
                  </a:moveTo>
                  <a:lnTo>
                    <a:pt x="6673" y="3154"/>
                  </a:lnTo>
                  <a:lnTo>
                    <a:pt x="6039" y="3154"/>
                  </a:lnTo>
                  <a:lnTo>
                    <a:pt x="6039" y="2523"/>
                  </a:lnTo>
                  <a:close/>
                  <a:moveTo>
                    <a:pt x="946" y="1"/>
                  </a:moveTo>
                  <a:cubicBezTo>
                    <a:pt x="422" y="1"/>
                    <a:pt x="1" y="422"/>
                    <a:pt x="1" y="944"/>
                  </a:cubicBezTo>
                  <a:lnTo>
                    <a:pt x="1" y="4731"/>
                  </a:lnTo>
                  <a:cubicBezTo>
                    <a:pt x="1" y="5256"/>
                    <a:pt x="422" y="5685"/>
                    <a:pt x="946" y="5685"/>
                  </a:cubicBezTo>
                  <a:lnTo>
                    <a:pt x="10561" y="5685"/>
                  </a:lnTo>
                  <a:lnTo>
                    <a:pt x="9683" y="5104"/>
                  </a:lnTo>
                  <a:cubicBezTo>
                    <a:pt x="9185" y="4766"/>
                    <a:pt x="8881" y="4209"/>
                    <a:pt x="8881" y="3602"/>
                  </a:cubicBezTo>
                  <a:lnTo>
                    <a:pt x="8881" y="1889"/>
                  </a:lnTo>
                  <a:lnTo>
                    <a:pt x="5727" y="1889"/>
                  </a:lnTo>
                  <a:lnTo>
                    <a:pt x="57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 name="Google Shape;908;p57"/>
          <p:cNvGrpSpPr/>
          <p:nvPr/>
        </p:nvGrpSpPr>
        <p:grpSpPr>
          <a:xfrm>
            <a:off x="7557273" y="2544432"/>
            <a:ext cx="323645" cy="323881"/>
            <a:chOff x="7557273" y="2533126"/>
            <a:chExt cx="323645" cy="323881"/>
          </a:xfrm>
        </p:grpSpPr>
        <p:sp>
          <p:nvSpPr>
            <p:cNvPr id="909" name="Google Shape;909;p57"/>
            <p:cNvSpPr/>
            <p:nvPr/>
          </p:nvSpPr>
          <p:spPr>
            <a:xfrm>
              <a:off x="7690039" y="2837929"/>
              <a:ext cx="18778" cy="19079"/>
            </a:xfrm>
            <a:custGeom>
              <a:rect b="b" l="l" r="r" t="t"/>
              <a:pathLst>
                <a:path extrusionOk="0" h="635" w="625">
                  <a:moveTo>
                    <a:pt x="1" y="1"/>
                  </a:moveTo>
                  <a:lnTo>
                    <a:pt x="1" y="634"/>
                  </a:lnTo>
                  <a:lnTo>
                    <a:pt x="624" y="634"/>
                  </a:lnTo>
                  <a:lnTo>
                    <a:pt x="62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57"/>
            <p:cNvSpPr/>
            <p:nvPr/>
          </p:nvSpPr>
          <p:spPr>
            <a:xfrm>
              <a:off x="7633045" y="2837929"/>
              <a:ext cx="19018" cy="19079"/>
            </a:xfrm>
            <a:custGeom>
              <a:rect b="b" l="l" r="r" t="t"/>
              <a:pathLst>
                <a:path extrusionOk="0" h="635" w="633">
                  <a:moveTo>
                    <a:pt x="1" y="1"/>
                  </a:moveTo>
                  <a:lnTo>
                    <a:pt x="1" y="634"/>
                  </a:lnTo>
                  <a:lnTo>
                    <a:pt x="633" y="634"/>
                  </a:lnTo>
                  <a:lnTo>
                    <a:pt x="6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57"/>
            <p:cNvSpPr/>
            <p:nvPr/>
          </p:nvSpPr>
          <p:spPr>
            <a:xfrm>
              <a:off x="7576020" y="2837929"/>
              <a:ext cx="19049" cy="19079"/>
            </a:xfrm>
            <a:custGeom>
              <a:rect b="b" l="l" r="r" t="t"/>
              <a:pathLst>
                <a:path extrusionOk="0" h="635" w="634">
                  <a:moveTo>
                    <a:pt x="0" y="1"/>
                  </a:moveTo>
                  <a:lnTo>
                    <a:pt x="0" y="634"/>
                  </a:lnTo>
                  <a:lnTo>
                    <a:pt x="634" y="634"/>
                  </a:lnTo>
                  <a:lnTo>
                    <a:pt x="63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57"/>
            <p:cNvSpPr/>
            <p:nvPr/>
          </p:nvSpPr>
          <p:spPr>
            <a:xfrm>
              <a:off x="7690039" y="2533126"/>
              <a:ext cx="18778" cy="18988"/>
            </a:xfrm>
            <a:custGeom>
              <a:rect b="b" l="l" r="r" t="t"/>
              <a:pathLst>
                <a:path extrusionOk="0" h="632" w="625">
                  <a:moveTo>
                    <a:pt x="1" y="0"/>
                  </a:moveTo>
                  <a:lnTo>
                    <a:pt x="1" y="632"/>
                  </a:lnTo>
                  <a:lnTo>
                    <a:pt x="624" y="632"/>
                  </a:lnTo>
                  <a:lnTo>
                    <a:pt x="62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57"/>
            <p:cNvSpPr/>
            <p:nvPr/>
          </p:nvSpPr>
          <p:spPr>
            <a:xfrm>
              <a:off x="7633045" y="2533126"/>
              <a:ext cx="19018" cy="18988"/>
            </a:xfrm>
            <a:custGeom>
              <a:rect b="b" l="l" r="r" t="t"/>
              <a:pathLst>
                <a:path extrusionOk="0" h="632" w="633">
                  <a:moveTo>
                    <a:pt x="1" y="0"/>
                  </a:moveTo>
                  <a:lnTo>
                    <a:pt x="1" y="632"/>
                  </a:lnTo>
                  <a:lnTo>
                    <a:pt x="633" y="632"/>
                  </a:lnTo>
                  <a:lnTo>
                    <a:pt x="63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57"/>
            <p:cNvSpPr/>
            <p:nvPr/>
          </p:nvSpPr>
          <p:spPr>
            <a:xfrm>
              <a:off x="7576020" y="2533126"/>
              <a:ext cx="19049" cy="18988"/>
            </a:xfrm>
            <a:custGeom>
              <a:rect b="b" l="l" r="r" t="t"/>
              <a:pathLst>
                <a:path extrusionOk="0" h="632" w="634">
                  <a:moveTo>
                    <a:pt x="0" y="0"/>
                  </a:moveTo>
                  <a:lnTo>
                    <a:pt x="0" y="632"/>
                  </a:lnTo>
                  <a:lnTo>
                    <a:pt x="634" y="632"/>
                  </a:lnTo>
                  <a:lnTo>
                    <a:pt x="63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57"/>
            <p:cNvSpPr/>
            <p:nvPr/>
          </p:nvSpPr>
          <p:spPr>
            <a:xfrm>
              <a:off x="7557273" y="2571133"/>
              <a:ext cx="323645" cy="247841"/>
            </a:xfrm>
            <a:custGeom>
              <a:rect b="b" l="l" r="r" t="t"/>
              <a:pathLst>
                <a:path extrusionOk="0" h="8249" w="10772">
                  <a:moveTo>
                    <a:pt x="2209" y="3180"/>
                  </a:moveTo>
                  <a:cubicBezTo>
                    <a:pt x="2734" y="3180"/>
                    <a:pt x="3155" y="3601"/>
                    <a:pt x="3155" y="4124"/>
                  </a:cubicBezTo>
                  <a:cubicBezTo>
                    <a:pt x="3155" y="4648"/>
                    <a:pt x="2734" y="5069"/>
                    <a:pt x="2209" y="5069"/>
                  </a:cubicBezTo>
                  <a:cubicBezTo>
                    <a:pt x="1679" y="5069"/>
                    <a:pt x="1258" y="4648"/>
                    <a:pt x="1258" y="4124"/>
                  </a:cubicBezTo>
                  <a:cubicBezTo>
                    <a:pt x="1258" y="3601"/>
                    <a:pt x="1679" y="3180"/>
                    <a:pt x="2209" y="3180"/>
                  </a:cubicBezTo>
                  <a:close/>
                  <a:moveTo>
                    <a:pt x="624" y="0"/>
                  </a:moveTo>
                  <a:lnTo>
                    <a:pt x="624" y="1098"/>
                  </a:lnTo>
                  <a:lnTo>
                    <a:pt x="1282" y="1755"/>
                  </a:lnTo>
                  <a:cubicBezTo>
                    <a:pt x="507" y="2261"/>
                    <a:pt x="1" y="3138"/>
                    <a:pt x="1" y="4124"/>
                  </a:cubicBezTo>
                  <a:cubicBezTo>
                    <a:pt x="1" y="5120"/>
                    <a:pt x="507" y="5988"/>
                    <a:pt x="1282" y="6494"/>
                  </a:cubicBezTo>
                  <a:lnTo>
                    <a:pt x="624" y="7152"/>
                  </a:lnTo>
                  <a:lnTo>
                    <a:pt x="624" y="8249"/>
                  </a:lnTo>
                  <a:lnTo>
                    <a:pt x="1258" y="8249"/>
                  </a:lnTo>
                  <a:lnTo>
                    <a:pt x="1258" y="7413"/>
                  </a:lnTo>
                  <a:lnTo>
                    <a:pt x="1881" y="6790"/>
                  </a:lnTo>
                  <a:cubicBezTo>
                    <a:pt x="2084" y="6866"/>
                    <a:pt x="2302" y="6907"/>
                    <a:pt x="2523" y="6933"/>
                  </a:cubicBezTo>
                  <a:lnTo>
                    <a:pt x="2523" y="8249"/>
                  </a:lnTo>
                  <a:lnTo>
                    <a:pt x="3155" y="8249"/>
                  </a:lnTo>
                  <a:lnTo>
                    <a:pt x="3155" y="6941"/>
                  </a:lnTo>
                  <a:cubicBezTo>
                    <a:pt x="3373" y="6917"/>
                    <a:pt x="3594" y="6866"/>
                    <a:pt x="3796" y="6798"/>
                  </a:cubicBezTo>
                  <a:lnTo>
                    <a:pt x="4420" y="7413"/>
                  </a:lnTo>
                  <a:lnTo>
                    <a:pt x="4420" y="8249"/>
                  </a:lnTo>
                  <a:lnTo>
                    <a:pt x="5043" y="8249"/>
                  </a:lnTo>
                  <a:lnTo>
                    <a:pt x="5043" y="7152"/>
                  </a:lnTo>
                  <a:lnTo>
                    <a:pt x="4395" y="6502"/>
                  </a:lnTo>
                  <a:cubicBezTo>
                    <a:pt x="4808" y="6225"/>
                    <a:pt x="5154" y="5854"/>
                    <a:pt x="5381" y="5389"/>
                  </a:cubicBezTo>
                  <a:lnTo>
                    <a:pt x="9952" y="5389"/>
                  </a:lnTo>
                  <a:lnTo>
                    <a:pt x="10772" y="4124"/>
                  </a:lnTo>
                  <a:lnTo>
                    <a:pt x="9952" y="2859"/>
                  </a:lnTo>
                  <a:lnTo>
                    <a:pt x="9152" y="2859"/>
                  </a:lnTo>
                  <a:lnTo>
                    <a:pt x="9152" y="4124"/>
                  </a:lnTo>
                  <a:lnTo>
                    <a:pt x="8519" y="4124"/>
                  </a:lnTo>
                  <a:lnTo>
                    <a:pt x="8519" y="2859"/>
                  </a:lnTo>
                  <a:lnTo>
                    <a:pt x="7573" y="2859"/>
                  </a:lnTo>
                  <a:lnTo>
                    <a:pt x="7573" y="3492"/>
                  </a:lnTo>
                  <a:lnTo>
                    <a:pt x="6308" y="3492"/>
                  </a:lnTo>
                  <a:lnTo>
                    <a:pt x="6308" y="2859"/>
                  </a:lnTo>
                  <a:lnTo>
                    <a:pt x="5381" y="2859"/>
                  </a:lnTo>
                  <a:cubicBezTo>
                    <a:pt x="5154" y="2403"/>
                    <a:pt x="4808" y="2025"/>
                    <a:pt x="4395" y="1755"/>
                  </a:cubicBezTo>
                  <a:lnTo>
                    <a:pt x="5043" y="1098"/>
                  </a:lnTo>
                  <a:lnTo>
                    <a:pt x="5043" y="0"/>
                  </a:lnTo>
                  <a:lnTo>
                    <a:pt x="4420" y="0"/>
                  </a:lnTo>
                  <a:lnTo>
                    <a:pt x="4420" y="834"/>
                  </a:lnTo>
                  <a:lnTo>
                    <a:pt x="3796" y="1460"/>
                  </a:lnTo>
                  <a:cubicBezTo>
                    <a:pt x="3594" y="1383"/>
                    <a:pt x="3373" y="1332"/>
                    <a:pt x="3155" y="1308"/>
                  </a:cubicBezTo>
                  <a:lnTo>
                    <a:pt x="3155" y="0"/>
                  </a:lnTo>
                  <a:lnTo>
                    <a:pt x="2523" y="0"/>
                  </a:lnTo>
                  <a:lnTo>
                    <a:pt x="2523" y="1316"/>
                  </a:lnTo>
                  <a:cubicBezTo>
                    <a:pt x="2302" y="1340"/>
                    <a:pt x="2084" y="1391"/>
                    <a:pt x="1881" y="1460"/>
                  </a:cubicBezTo>
                  <a:lnTo>
                    <a:pt x="1258" y="834"/>
                  </a:lnTo>
                  <a:lnTo>
                    <a:pt x="125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 name="Google Shape;916;p57"/>
          <p:cNvGrpSpPr/>
          <p:nvPr/>
        </p:nvGrpSpPr>
        <p:grpSpPr>
          <a:xfrm>
            <a:off x="6855822" y="2583084"/>
            <a:ext cx="323645" cy="246577"/>
            <a:chOff x="6855822" y="2569841"/>
            <a:chExt cx="323645" cy="246577"/>
          </a:xfrm>
        </p:grpSpPr>
        <p:sp>
          <p:nvSpPr>
            <p:cNvPr id="917" name="Google Shape;917;p57"/>
            <p:cNvSpPr/>
            <p:nvPr/>
          </p:nvSpPr>
          <p:spPr>
            <a:xfrm>
              <a:off x="7122708" y="2569841"/>
              <a:ext cx="56755" cy="56785"/>
            </a:xfrm>
            <a:custGeom>
              <a:rect b="b" l="l" r="r" t="t"/>
              <a:pathLst>
                <a:path extrusionOk="0" h="1890" w="1889">
                  <a:moveTo>
                    <a:pt x="0" y="1"/>
                  </a:moveTo>
                  <a:lnTo>
                    <a:pt x="0" y="635"/>
                  </a:lnTo>
                  <a:lnTo>
                    <a:pt x="1257" y="635"/>
                  </a:lnTo>
                  <a:lnTo>
                    <a:pt x="1257" y="1889"/>
                  </a:lnTo>
                  <a:lnTo>
                    <a:pt x="1889" y="1889"/>
                  </a:lnTo>
                  <a:lnTo>
                    <a:pt x="188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57"/>
            <p:cNvSpPr/>
            <p:nvPr/>
          </p:nvSpPr>
          <p:spPr>
            <a:xfrm>
              <a:off x="6855822" y="2569841"/>
              <a:ext cx="56845" cy="56785"/>
            </a:xfrm>
            <a:custGeom>
              <a:rect b="b" l="l" r="r" t="t"/>
              <a:pathLst>
                <a:path extrusionOk="0" h="1890" w="1892">
                  <a:moveTo>
                    <a:pt x="1" y="1"/>
                  </a:moveTo>
                  <a:lnTo>
                    <a:pt x="1" y="1889"/>
                  </a:lnTo>
                  <a:lnTo>
                    <a:pt x="634" y="1889"/>
                  </a:lnTo>
                  <a:lnTo>
                    <a:pt x="634" y="635"/>
                  </a:lnTo>
                  <a:lnTo>
                    <a:pt x="1892" y="635"/>
                  </a:lnTo>
                  <a:lnTo>
                    <a:pt x="189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57"/>
            <p:cNvSpPr/>
            <p:nvPr/>
          </p:nvSpPr>
          <p:spPr>
            <a:xfrm>
              <a:off x="7122708" y="2759422"/>
              <a:ext cx="56755" cy="56995"/>
            </a:xfrm>
            <a:custGeom>
              <a:rect b="b" l="l" r="r" t="t"/>
              <a:pathLst>
                <a:path extrusionOk="0" h="1897" w="1889">
                  <a:moveTo>
                    <a:pt x="1257" y="0"/>
                  </a:moveTo>
                  <a:lnTo>
                    <a:pt x="1257" y="1265"/>
                  </a:lnTo>
                  <a:lnTo>
                    <a:pt x="0" y="1265"/>
                  </a:lnTo>
                  <a:lnTo>
                    <a:pt x="0" y="1897"/>
                  </a:lnTo>
                  <a:lnTo>
                    <a:pt x="1889" y="1897"/>
                  </a:lnTo>
                  <a:lnTo>
                    <a:pt x="188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57"/>
            <p:cNvSpPr/>
            <p:nvPr/>
          </p:nvSpPr>
          <p:spPr>
            <a:xfrm>
              <a:off x="6855822" y="2759422"/>
              <a:ext cx="56845" cy="56995"/>
            </a:xfrm>
            <a:custGeom>
              <a:rect b="b" l="l" r="r" t="t"/>
              <a:pathLst>
                <a:path extrusionOk="0" h="1897" w="1892">
                  <a:moveTo>
                    <a:pt x="1" y="0"/>
                  </a:moveTo>
                  <a:lnTo>
                    <a:pt x="1" y="1897"/>
                  </a:lnTo>
                  <a:lnTo>
                    <a:pt x="1892" y="1897"/>
                  </a:lnTo>
                  <a:lnTo>
                    <a:pt x="1892" y="1265"/>
                  </a:lnTo>
                  <a:lnTo>
                    <a:pt x="634" y="1265"/>
                  </a:lnTo>
                  <a:lnTo>
                    <a:pt x="63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57"/>
            <p:cNvSpPr/>
            <p:nvPr/>
          </p:nvSpPr>
          <p:spPr>
            <a:xfrm>
              <a:off x="6991684" y="2666915"/>
              <a:ext cx="73520" cy="73730"/>
            </a:xfrm>
            <a:custGeom>
              <a:rect b="b" l="l" r="r" t="t"/>
              <a:pathLst>
                <a:path extrusionOk="0" h="2454" w="2447">
                  <a:moveTo>
                    <a:pt x="2185" y="1"/>
                  </a:moveTo>
                  <a:lnTo>
                    <a:pt x="1" y="2185"/>
                  </a:lnTo>
                  <a:cubicBezTo>
                    <a:pt x="246" y="2353"/>
                    <a:pt x="539" y="2454"/>
                    <a:pt x="869" y="2454"/>
                  </a:cubicBezTo>
                  <a:cubicBezTo>
                    <a:pt x="1738" y="2454"/>
                    <a:pt x="2446" y="1745"/>
                    <a:pt x="2446" y="869"/>
                  </a:cubicBezTo>
                  <a:cubicBezTo>
                    <a:pt x="2446" y="549"/>
                    <a:pt x="2345" y="254"/>
                    <a:pt x="21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57"/>
            <p:cNvSpPr/>
            <p:nvPr/>
          </p:nvSpPr>
          <p:spPr>
            <a:xfrm>
              <a:off x="6855822" y="2588889"/>
              <a:ext cx="323645" cy="208572"/>
            </a:xfrm>
            <a:custGeom>
              <a:rect b="b" l="l" r="r" t="t"/>
              <a:pathLst>
                <a:path extrusionOk="0" h="6942" w="10772">
                  <a:moveTo>
                    <a:pt x="5391" y="1255"/>
                  </a:moveTo>
                  <a:cubicBezTo>
                    <a:pt x="6606" y="1255"/>
                    <a:pt x="7602" y="2251"/>
                    <a:pt x="7602" y="3466"/>
                  </a:cubicBezTo>
                  <a:cubicBezTo>
                    <a:pt x="7602" y="4689"/>
                    <a:pt x="6606" y="5676"/>
                    <a:pt x="5391" y="5676"/>
                  </a:cubicBezTo>
                  <a:cubicBezTo>
                    <a:pt x="4169" y="5676"/>
                    <a:pt x="3181" y="4689"/>
                    <a:pt x="3181" y="3466"/>
                  </a:cubicBezTo>
                  <a:cubicBezTo>
                    <a:pt x="3181" y="2251"/>
                    <a:pt x="4169" y="1255"/>
                    <a:pt x="5391" y="1255"/>
                  </a:cubicBezTo>
                  <a:close/>
                  <a:moveTo>
                    <a:pt x="5391" y="1"/>
                  </a:moveTo>
                  <a:cubicBezTo>
                    <a:pt x="3341" y="1"/>
                    <a:pt x="1292" y="1873"/>
                    <a:pt x="1" y="3466"/>
                  </a:cubicBezTo>
                  <a:cubicBezTo>
                    <a:pt x="1292" y="5069"/>
                    <a:pt x="3341" y="6941"/>
                    <a:pt x="5391" y="6941"/>
                  </a:cubicBezTo>
                  <a:cubicBezTo>
                    <a:pt x="7432" y="6941"/>
                    <a:pt x="9482" y="5069"/>
                    <a:pt x="10772" y="3466"/>
                  </a:cubicBezTo>
                  <a:cubicBezTo>
                    <a:pt x="9482" y="1873"/>
                    <a:pt x="7432" y="1"/>
                    <a:pt x="53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57"/>
            <p:cNvSpPr/>
            <p:nvPr/>
          </p:nvSpPr>
          <p:spPr>
            <a:xfrm>
              <a:off x="6970172" y="2645643"/>
              <a:ext cx="73730" cy="73490"/>
            </a:xfrm>
            <a:custGeom>
              <a:rect b="b" l="l" r="r" t="t"/>
              <a:pathLst>
                <a:path extrusionOk="0" h="2446" w="2454">
                  <a:moveTo>
                    <a:pt x="1585" y="0"/>
                  </a:moveTo>
                  <a:cubicBezTo>
                    <a:pt x="709" y="0"/>
                    <a:pt x="0" y="709"/>
                    <a:pt x="0" y="1577"/>
                  </a:cubicBezTo>
                  <a:cubicBezTo>
                    <a:pt x="0" y="1897"/>
                    <a:pt x="102" y="2200"/>
                    <a:pt x="270" y="2445"/>
                  </a:cubicBezTo>
                  <a:lnTo>
                    <a:pt x="2454" y="261"/>
                  </a:lnTo>
                  <a:cubicBezTo>
                    <a:pt x="2201" y="101"/>
                    <a:pt x="1905" y="0"/>
                    <a:pt x="15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 name="Google Shape;924;p57"/>
          <p:cNvGrpSpPr/>
          <p:nvPr/>
        </p:nvGrpSpPr>
        <p:grpSpPr>
          <a:xfrm>
            <a:off x="6154464" y="2544552"/>
            <a:ext cx="323851" cy="323641"/>
            <a:chOff x="6154462" y="2542230"/>
            <a:chExt cx="323851" cy="323641"/>
          </a:xfrm>
        </p:grpSpPr>
        <p:sp>
          <p:nvSpPr>
            <p:cNvPr id="925" name="Google Shape;925;p57"/>
            <p:cNvSpPr/>
            <p:nvPr/>
          </p:nvSpPr>
          <p:spPr>
            <a:xfrm>
              <a:off x="6396982" y="2620256"/>
              <a:ext cx="81332" cy="167531"/>
            </a:xfrm>
            <a:custGeom>
              <a:rect b="b" l="l" r="r" t="t"/>
              <a:pathLst>
                <a:path extrusionOk="0" h="5576" w="2707">
                  <a:moveTo>
                    <a:pt x="1889" y="1"/>
                  </a:moveTo>
                  <a:lnTo>
                    <a:pt x="0" y="1892"/>
                  </a:lnTo>
                  <a:cubicBezTo>
                    <a:pt x="92" y="2177"/>
                    <a:pt x="160" y="2472"/>
                    <a:pt x="160" y="2792"/>
                  </a:cubicBezTo>
                  <a:cubicBezTo>
                    <a:pt x="160" y="3106"/>
                    <a:pt x="92" y="3400"/>
                    <a:pt x="0" y="3687"/>
                  </a:cubicBezTo>
                  <a:lnTo>
                    <a:pt x="1889" y="5576"/>
                  </a:lnTo>
                  <a:cubicBezTo>
                    <a:pt x="2387" y="4766"/>
                    <a:pt x="2707" y="3815"/>
                    <a:pt x="2707" y="2792"/>
                  </a:cubicBezTo>
                  <a:cubicBezTo>
                    <a:pt x="2707" y="1764"/>
                    <a:pt x="2387" y="811"/>
                    <a:pt x="18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57"/>
            <p:cNvSpPr/>
            <p:nvPr/>
          </p:nvSpPr>
          <p:spPr>
            <a:xfrm>
              <a:off x="6361469" y="2749267"/>
              <a:ext cx="81392" cy="81392"/>
            </a:xfrm>
            <a:custGeom>
              <a:rect b="b" l="l" r="r" t="t"/>
              <a:pathLst>
                <a:path extrusionOk="0" h="2709" w="2709">
                  <a:moveTo>
                    <a:pt x="895" y="0"/>
                  </a:moveTo>
                  <a:cubicBezTo>
                    <a:pt x="666" y="363"/>
                    <a:pt x="363" y="666"/>
                    <a:pt x="0" y="895"/>
                  </a:cubicBezTo>
                  <a:lnTo>
                    <a:pt x="1814" y="2709"/>
                  </a:lnTo>
                  <a:cubicBezTo>
                    <a:pt x="2152" y="2445"/>
                    <a:pt x="2448" y="2142"/>
                    <a:pt x="2709" y="1814"/>
                  </a:cubicBezTo>
                  <a:lnTo>
                    <a:pt x="89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57"/>
            <p:cNvSpPr/>
            <p:nvPr/>
          </p:nvSpPr>
          <p:spPr>
            <a:xfrm>
              <a:off x="6361469" y="2577442"/>
              <a:ext cx="81392" cy="81422"/>
            </a:xfrm>
            <a:custGeom>
              <a:rect b="b" l="l" r="r" t="t"/>
              <a:pathLst>
                <a:path extrusionOk="0" h="2710" w="2709">
                  <a:moveTo>
                    <a:pt x="1814" y="1"/>
                  </a:moveTo>
                  <a:lnTo>
                    <a:pt x="0" y="1815"/>
                  </a:lnTo>
                  <a:cubicBezTo>
                    <a:pt x="363" y="2041"/>
                    <a:pt x="666" y="2345"/>
                    <a:pt x="895" y="2709"/>
                  </a:cubicBezTo>
                  <a:lnTo>
                    <a:pt x="2709" y="896"/>
                  </a:lnTo>
                  <a:cubicBezTo>
                    <a:pt x="2448" y="566"/>
                    <a:pt x="2152" y="270"/>
                    <a:pt x="181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57"/>
            <p:cNvSpPr/>
            <p:nvPr/>
          </p:nvSpPr>
          <p:spPr>
            <a:xfrm>
              <a:off x="6232488" y="2542230"/>
              <a:ext cx="167801" cy="81362"/>
            </a:xfrm>
            <a:custGeom>
              <a:rect b="b" l="l" r="r" t="t"/>
              <a:pathLst>
                <a:path extrusionOk="0" h="2708" w="5585">
                  <a:moveTo>
                    <a:pt x="2793" y="1"/>
                  </a:moveTo>
                  <a:cubicBezTo>
                    <a:pt x="1771" y="1"/>
                    <a:pt x="820" y="313"/>
                    <a:pt x="0" y="811"/>
                  </a:cubicBezTo>
                  <a:lnTo>
                    <a:pt x="1899" y="2707"/>
                  </a:lnTo>
                  <a:cubicBezTo>
                    <a:pt x="2176" y="2606"/>
                    <a:pt x="2472" y="2547"/>
                    <a:pt x="2793" y="2547"/>
                  </a:cubicBezTo>
                  <a:cubicBezTo>
                    <a:pt x="3105" y="2547"/>
                    <a:pt x="3409" y="2606"/>
                    <a:pt x="3686" y="2707"/>
                  </a:cubicBezTo>
                  <a:lnTo>
                    <a:pt x="5585" y="811"/>
                  </a:lnTo>
                  <a:cubicBezTo>
                    <a:pt x="4767" y="313"/>
                    <a:pt x="3814" y="1"/>
                    <a:pt x="279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57"/>
            <p:cNvSpPr/>
            <p:nvPr/>
          </p:nvSpPr>
          <p:spPr>
            <a:xfrm>
              <a:off x="6189915" y="2577442"/>
              <a:ext cx="81152" cy="81422"/>
            </a:xfrm>
            <a:custGeom>
              <a:rect b="b" l="l" r="r" t="t"/>
              <a:pathLst>
                <a:path extrusionOk="0" h="2710" w="2701">
                  <a:moveTo>
                    <a:pt x="887" y="1"/>
                  </a:moveTo>
                  <a:cubicBezTo>
                    <a:pt x="557" y="270"/>
                    <a:pt x="263" y="566"/>
                    <a:pt x="0" y="896"/>
                  </a:cubicBezTo>
                  <a:lnTo>
                    <a:pt x="1806" y="2709"/>
                  </a:lnTo>
                  <a:cubicBezTo>
                    <a:pt x="2034" y="2345"/>
                    <a:pt x="2338" y="2041"/>
                    <a:pt x="2700" y="1815"/>
                  </a:cubicBezTo>
                  <a:lnTo>
                    <a:pt x="88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57"/>
            <p:cNvSpPr/>
            <p:nvPr/>
          </p:nvSpPr>
          <p:spPr>
            <a:xfrm>
              <a:off x="6232488" y="2784720"/>
              <a:ext cx="167801" cy="81152"/>
            </a:xfrm>
            <a:custGeom>
              <a:rect b="b" l="l" r="r" t="t"/>
              <a:pathLst>
                <a:path extrusionOk="0" h="2701" w="5585">
                  <a:moveTo>
                    <a:pt x="1899" y="0"/>
                  </a:moveTo>
                  <a:lnTo>
                    <a:pt x="0" y="1891"/>
                  </a:lnTo>
                  <a:cubicBezTo>
                    <a:pt x="820" y="2389"/>
                    <a:pt x="1771" y="2701"/>
                    <a:pt x="2793" y="2701"/>
                  </a:cubicBezTo>
                  <a:cubicBezTo>
                    <a:pt x="3814" y="2701"/>
                    <a:pt x="4767" y="2389"/>
                    <a:pt x="5585" y="1891"/>
                  </a:cubicBezTo>
                  <a:lnTo>
                    <a:pt x="3686" y="0"/>
                  </a:lnTo>
                  <a:cubicBezTo>
                    <a:pt x="3409" y="93"/>
                    <a:pt x="3105" y="152"/>
                    <a:pt x="2793" y="152"/>
                  </a:cubicBezTo>
                  <a:cubicBezTo>
                    <a:pt x="2472" y="152"/>
                    <a:pt x="2176" y="93"/>
                    <a:pt x="18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57"/>
            <p:cNvSpPr/>
            <p:nvPr/>
          </p:nvSpPr>
          <p:spPr>
            <a:xfrm>
              <a:off x="6154462" y="2620256"/>
              <a:ext cx="81392" cy="167531"/>
            </a:xfrm>
            <a:custGeom>
              <a:rect b="b" l="l" r="r" t="t"/>
              <a:pathLst>
                <a:path extrusionOk="0" h="5576" w="2709">
                  <a:moveTo>
                    <a:pt x="810" y="1"/>
                  </a:moveTo>
                  <a:cubicBezTo>
                    <a:pt x="312" y="811"/>
                    <a:pt x="0" y="1764"/>
                    <a:pt x="0" y="2792"/>
                  </a:cubicBezTo>
                  <a:cubicBezTo>
                    <a:pt x="0" y="3815"/>
                    <a:pt x="312" y="4766"/>
                    <a:pt x="810" y="5576"/>
                  </a:cubicBezTo>
                  <a:lnTo>
                    <a:pt x="2708" y="3687"/>
                  </a:lnTo>
                  <a:cubicBezTo>
                    <a:pt x="2615" y="3400"/>
                    <a:pt x="2546" y="3106"/>
                    <a:pt x="2546" y="2792"/>
                  </a:cubicBezTo>
                  <a:cubicBezTo>
                    <a:pt x="2546" y="2472"/>
                    <a:pt x="2615" y="2177"/>
                    <a:pt x="2708" y="1892"/>
                  </a:cubicBezTo>
                  <a:lnTo>
                    <a:pt x="81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57"/>
            <p:cNvSpPr/>
            <p:nvPr/>
          </p:nvSpPr>
          <p:spPr>
            <a:xfrm>
              <a:off x="6189915" y="2749267"/>
              <a:ext cx="81152" cy="81392"/>
            </a:xfrm>
            <a:custGeom>
              <a:rect b="b" l="l" r="r" t="t"/>
              <a:pathLst>
                <a:path extrusionOk="0" h="2709" w="2701">
                  <a:moveTo>
                    <a:pt x="1806" y="0"/>
                  </a:moveTo>
                  <a:lnTo>
                    <a:pt x="0" y="1814"/>
                  </a:lnTo>
                  <a:cubicBezTo>
                    <a:pt x="263" y="2142"/>
                    <a:pt x="557" y="2445"/>
                    <a:pt x="887" y="2709"/>
                  </a:cubicBezTo>
                  <a:lnTo>
                    <a:pt x="2700" y="895"/>
                  </a:lnTo>
                  <a:cubicBezTo>
                    <a:pt x="2338" y="666"/>
                    <a:pt x="2034" y="363"/>
                    <a:pt x="18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57"/>
            <p:cNvSpPr/>
            <p:nvPr/>
          </p:nvSpPr>
          <p:spPr>
            <a:xfrm>
              <a:off x="6288010" y="2656760"/>
              <a:ext cx="56755" cy="66429"/>
            </a:xfrm>
            <a:custGeom>
              <a:rect b="b" l="l" r="r" t="t"/>
              <a:pathLst>
                <a:path extrusionOk="0" h="2211" w="1889">
                  <a:moveTo>
                    <a:pt x="945" y="0"/>
                  </a:moveTo>
                  <a:cubicBezTo>
                    <a:pt x="421" y="0"/>
                    <a:pt x="0" y="424"/>
                    <a:pt x="0" y="946"/>
                  </a:cubicBezTo>
                  <a:lnTo>
                    <a:pt x="624" y="946"/>
                  </a:lnTo>
                  <a:cubicBezTo>
                    <a:pt x="624" y="768"/>
                    <a:pt x="767" y="626"/>
                    <a:pt x="945" y="626"/>
                  </a:cubicBezTo>
                  <a:cubicBezTo>
                    <a:pt x="1113" y="626"/>
                    <a:pt x="1257" y="768"/>
                    <a:pt x="1257" y="946"/>
                  </a:cubicBezTo>
                  <a:cubicBezTo>
                    <a:pt x="1257" y="1047"/>
                    <a:pt x="1215" y="1140"/>
                    <a:pt x="1130" y="1199"/>
                  </a:cubicBezTo>
                  <a:cubicBezTo>
                    <a:pt x="818" y="1426"/>
                    <a:pt x="624" y="1798"/>
                    <a:pt x="624" y="2211"/>
                  </a:cubicBezTo>
                  <a:lnTo>
                    <a:pt x="1257" y="2195"/>
                  </a:lnTo>
                  <a:cubicBezTo>
                    <a:pt x="1257" y="2000"/>
                    <a:pt x="1350" y="1822"/>
                    <a:pt x="1502" y="1705"/>
                  </a:cubicBezTo>
                  <a:cubicBezTo>
                    <a:pt x="1745" y="1527"/>
                    <a:pt x="1889" y="1241"/>
                    <a:pt x="1889" y="946"/>
                  </a:cubicBezTo>
                  <a:cubicBezTo>
                    <a:pt x="1889" y="424"/>
                    <a:pt x="1468" y="0"/>
                    <a:pt x="9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57"/>
            <p:cNvSpPr/>
            <p:nvPr/>
          </p:nvSpPr>
          <p:spPr>
            <a:xfrm>
              <a:off x="6306728" y="2732532"/>
              <a:ext cx="19079" cy="19079"/>
            </a:xfrm>
            <a:custGeom>
              <a:rect b="b" l="l" r="r" t="t"/>
              <a:pathLst>
                <a:path extrusionOk="0" h="635" w="635">
                  <a:moveTo>
                    <a:pt x="1" y="1"/>
                  </a:moveTo>
                  <a:lnTo>
                    <a:pt x="1" y="634"/>
                  </a:lnTo>
                  <a:lnTo>
                    <a:pt x="634" y="634"/>
                  </a:lnTo>
                  <a:lnTo>
                    <a:pt x="63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 name="Google Shape;935;p57"/>
          <p:cNvGrpSpPr/>
          <p:nvPr/>
        </p:nvGrpSpPr>
        <p:grpSpPr>
          <a:xfrm>
            <a:off x="5462175" y="2544550"/>
            <a:ext cx="323645" cy="323645"/>
            <a:chOff x="5462175" y="2542230"/>
            <a:chExt cx="323645" cy="323645"/>
          </a:xfrm>
        </p:grpSpPr>
        <p:sp>
          <p:nvSpPr>
            <p:cNvPr id="936" name="Google Shape;936;p57"/>
            <p:cNvSpPr/>
            <p:nvPr/>
          </p:nvSpPr>
          <p:spPr>
            <a:xfrm>
              <a:off x="5462175" y="2542230"/>
              <a:ext cx="323645" cy="323645"/>
            </a:xfrm>
            <a:custGeom>
              <a:rect b="b" l="l" r="r" t="t"/>
              <a:pathLst>
                <a:path extrusionOk="0" h="10772" w="10772">
                  <a:moveTo>
                    <a:pt x="5389" y="1916"/>
                  </a:moveTo>
                  <a:cubicBezTo>
                    <a:pt x="7296" y="1916"/>
                    <a:pt x="8857" y="3476"/>
                    <a:pt x="8857" y="5389"/>
                  </a:cubicBezTo>
                  <a:cubicBezTo>
                    <a:pt x="8857" y="7296"/>
                    <a:pt x="7296" y="8857"/>
                    <a:pt x="5389" y="8857"/>
                  </a:cubicBezTo>
                  <a:cubicBezTo>
                    <a:pt x="3474" y="8857"/>
                    <a:pt x="1916" y="7296"/>
                    <a:pt x="1916" y="5389"/>
                  </a:cubicBezTo>
                  <a:cubicBezTo>
                    <a:pt x="1916" y="3476"/>
                    <a:pt x="3474" y="1916"/>
                    <a:pt x="5389" y="1916"/>
                  </a:cubicBezTo>
                  <a:close/>
                  <a:moveTo>
                    <a:pt x="4436" y="1"/>
                  </a:moveTo>
                  <a:lnTo>
                    <a:pt x="4436" y="752"/>
                  </a:lnTo>
                  <a:cubicBezTo>
                    <a:pt x="3855" y="877"/>
                    <a:pt x="3282" y="1106"/>
                    <a:pt x="2776" y="1442"/>
                  </a:cubicBezTo>
                  <a:lnTo>
                    <a:pt x="2260" y="920"/>
                  </a:lnTo>
                  <a:lnTo>
                    <a:pt x="920" y="2262"/>
                  </a:lnTo>
                  <a:lnTo>
                    <a:pt x="1442" y="2784"/>
                  </a:lnTo>
                  <a:cubicBezTo>
                    <a:pt x="1106" y="3282"/>
                    <a:pt x="869" y="3855"/>
                    <a:pt x="752" y="4438"/>
                  </a:cubicBezTo>
                  <a:lnTo>
                    <a:pt x="1" y="4438"/>
                  </a:lnTo>
                  <a:lnTo>
                    <a:pt x="1" y="6335"/>
                  </a:lnTo>
                  <a:lnTo>
                    <a:pt x="752" y="6335"/>
                  </a:lnTo>
                  <a:cubicBezTo>
                    <a:pt x="869" y="6926"/>
                    <a:pt x="1106" y="7490"/>
                    <a:pt x="1442" y="7996"/>
                  </a:cubicBezTo>
                  <a:lnTo>
                    <a:pt x="920" y="8511"/>
                  </a:lnTo>
                  <a:lnTo>
                    <a:pt x="2260" y="9853"/>
                  </a:lnTo>
                  <a:lnTo>
                    <a:pt x="2776" y="9328"/>
                  </a:lnTo>
                  <a:cubicBezTo>
                    <a:pt x="3282" y="9666"/>
                    <a:pt x="3855" y="9903"/>
                    <a:pt x="4436" y="10021"/>
                  </a:cubicBezTo>
                  <a:lnTo>
                    <a:pt x="4436" y="10772"/>
                  </a:lnTo>
                  <a:lnTo>
                    <a:pt x="6334" y="10772"/>
                  </a:lnTo>
                  <a:lnTo>
                    <a:pt x="6334" y="10021"/>
                  </a:lnTo>
                  <a:cubicBezTo>
                    <a:pt x="6915" y="9903"/>
                    <a:pt x="7490" y="9666"/>
                    <a:pt x="7996" y="9328"/>
                  </a:cubicBezTo>
                  <a:lnTo>
                    <a:pt x="8510" y="9853"/>
                  </a:lnTo>
                  <a:lnTo>
                    <a:pt x="9850" y="8511"/>
                  </a:lnTo>
                  <a:lnTo>
                    <a:pt x="9328" y="7996"/>
                  </a:lnTo>
                  <a:cubicBezTo>
                    <a:pt x="9666" y="7490"/>
                    <a:pt x="9901" y="6926"/>
                    <a:pt x="10020" y="6335"/>
                  </a:cubicBezTo>
                  <a:lnTo>
                    <a:pt x="10771" y="6335"/>
                  </a:lnTo>
                  <a:lnTo>
                    <a:pt x="10771" y="4438"/>
                  </a:lnTo>
                  <a:lnTo>
                    <a:pt x="10020" y="4438"/>
                  </a:lnTo>
                  <a:cubicBezTo>
                    <a:pt x="9901" y="3855"/>
                    <a:pt x="9666" y="3282"/>
                    <a:pt x="9328" y="2784"/>
                  </a:cubicBezTo>
                  <a:lnTo>
                    <a:pt x="9850" y="2262"/>
                  </a:lnTo>
                  <a:lnTo>
                    <a:pt x="8510" y="920"/>
                  </a:lnTo>
                  <a:lnTo>
                    <a:pt x="7996" y="1442"/>
                  </a:lnTo>
                  <a:cubicBezTo>
                    <a:pt x="7490" y="1106"/>
                    <a:pt x="6915" y="877"/>
                    <a:pt x="6334" y="752"/>
                  </a:cubicBezTo>
                  <a:lnTo>
                    <a:pt x="633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57"/>
            <p:cNvSpPr/>
            <p:nvPr/>
          </p:nvSpPr>
          <p:spPr>
            <a:xfrm>
              <a:off x="5557717" y="2647146"/>
              <a:ext cx="56785" cy="129524"/>
            </a:xfrm>
            <a:custGeom>
              <a:rect b="b" l="l" r="r" t="t"/>
              <a:pathLst>
                <a:path extrusionOk="0" h="4311" w="1890">
                  <a:moveTo>
                    <a:pt x="624" y="1"/>
                  </a:moveTo>
                  <a:lnTo>
                    <a:pt x="624" y="320"/>
                  </a:lnTo>
                  <a:cubicBezTo>
                    <a:pt x="624" y="491"/>
                    <a:pt x="489" y="632"/>
                    <a:pt x="312" y="632"/>
                  </a:cubicBezTo>
                  <a:lnTo>
                    <a:pt x="1" y="632"/>
                  </a:lnTo>
                  <a:lnTo>
                    <a:pt x="1" y="1476"/>
                  </a:lnTo>
                  <a:cubicBezTo>
                    <a:pt x="1" y="2725"/>
                    <a:pt x="750" y="3839"/>
                    <a:pt x="1889" y="4310"/>
                  </a:cubicBezTo>
                  <a:lnTo>
                    <a:pt x="188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57"/>
            <p:cNvSpPr/>
            <p:nvPr/>
          </p:nvSpPr>
          <p:spPr>
            <a:xfrm>
              <a:off x="5633429" y="2647146"/>
              <a:ext cx="57086" cy="129524"/>
            </a:xfrm>
            <a:custGeom>
              <a:rect b="b" l="l" r="r" t="t"/>
              <a:pathLst>
                <a:path extrusionOk="0" h="4311" w="1900">
                  <a:moveTo>
                    <a:pt x="1" y="1"/>
                  </a:moveTo>
                  <a:lnTo>
                    <a:pt x="1" y="4310"/>
                  </a:lnTo>
                  <a:cubicBezTo>
                    <a:pt x="1140" y="3839"/>
                    <a:pt x="1900" y="2725"/>
                    <a:pt x="1900" y="1476"/>
                  </a:cubicBezTo>
                  <a:lnTo>
                    <a:pt x="1900" y="632"/>
                  </a:lnTo>
                  <a:lnTo>
                    <a:pt x="1580" y="632"/>
                  </a:lnTo>
                  <a:cubicBezTo>
                    <a:pt x="1402" y="632"/>
                    <a:pt x="1266" y="491"/>
                    <a:pt x="1266" y="320"/>
                  </a:cubicBezTo>
                  <a:lnTo>
                    <a:pt x="126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 name="Google Shape;939;p57"/>
          <p:cNvGrpSpPr/>
          <p:nvPr/>
        </p:nvGrpSpPr>
        <p:grpSpPr>
          <a:xfrm>
            <a:off x="4754416" y="2544476"/>
            <a:ext cx="336591" cy="323794"/>
            <a:chOff x="4754416" y="2542200"/>
            <a:chExt cx="336591" cy="323794"/>
          </a:xfrm>
        </p:grpSpPr>
        <p:sp>
          <p:nvSpPr>
            <p:cNvPr id="940" name="Google Shape;940;p57"/>
            <p:cNvSpPr/>
            <p:nvPr/>
          </p:nvSpPr>
          <p:spPr>
            <a:xfrm>
              <a:off x="4934352" y="2542200"/>
              <a:ext cx="156655" cy="150105"/>
            </a:xfrm>
            <a:custGeom>
              <a:rect b="b" l="l" r="r" t="t"/>
              <a:pathLst>
                <a:path extrusionOk="0" h="4996" w="5214">
                  <a:moveTo>
                    <a:pt x="2792" y="0"/>
                  </a:moveTo>
                  <a:cubicBezTo>
                    <a:pt x="2227" y="0"/>
                    <a:pt x="1662" y="218"/>
                    <a:pt x="1232" y="652"/>
                  </a:cubicBezTo>
                  <a:lnTo>
                    <a:pt x="1" y="1874"/>
                  </a:lnTo>
                  <a:lnTo>
                    <a:pt x="3128" y="4996"/>
                  </a:lnTo>
                  <a:lnTo>
                    <a:pt x="4353" y="3771"/>
                  </a:lnTo>
                  <a:cubicBezTo>
                    <a:pt x="5213" y="2911"/>
                    <a:pt x="5213" y="1512"/>
                    <a:pt x="4353" y="652"/>
                  </a:cubicBezTo>
                  <a:cubicBezTo>
                    <a:pt x="3923" y="218"/>
                    <a:pt x="3357" y="0"/>
                    <a:pt x="27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57"/>
            <p:cNvSpPr/>
            <p:nvPr/>
          </p:nvSpPr>
          <p:spPr>
            <a:xfrm>
              <a:off x="4817780" y="2790068"/>
              <a:ext cx="18748" cy="19018"/>
            </a:xfrm>
            <a:custGeom>
              <a:rect b="b" l="l" r="r" t="t"/>
              <a:pathLst>
                <a:path extrusionOk="0" h="633" w="624">
                  <a:moveTo>
                    <a:pt x="312" y="0"/>
                  </a:moveTo>
                  <a:cubicBezTo>
                    <a:pt x="136" y="0"/>
                    <a:pt x="0" y="144"/>
                    <a:pt x="0" y="312"/>
                  </a:cubicBezTo>
                  <a:cubicBezTo>
                    <a:pt x="0" y="490"/>
                    <a:pt x="136" y="632"/>
                    <a:pt x="312" y="632"/>
                  </a:cubicBezTo>
                  <a:cubicBezTo>
                    <a:pt x="490" y="632"/>
                    <a:pt x="624" y="490"/>
                    <a:pt x="624" y="312"/>
                  </a:cubicBezTo>
                  <a:cubicBezTo>
                    <a:pt x="624" y="144"/>
                    <a:pt x="490" y="0"/>
                    <a:pt x="3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57"/>
            <p:cNvSpPr/>
            <p:nvPr/>
          </p:nvSpPr>
          <p:spPr>
            <a:xfrm>
              <a:off x="4754416" y="2625063"/>
              <a:ext cx="247120" cy="240931"/>
            </a:xfrm>
            <a:custGeom>
              <a:rect b="b" l="l" r="r" t="t"/>
              <a:pathLst>
                <a:path extrusionOk="0" h="8019" w="8225">
                  <a:moveTo>
                    <a:pt x="2421" y="4860"/>
                  </a:moveTo>
                  <a:cubicBezTo>
                    <a:pt x="2664" y="4860"/>
                    <a:pt x="2906" y="4953"/>
                    <a:pt x="3087" y="5138"/>
                  </a:cubicBezTo>
                  <a:cubicBezTo>
                    <a:pt x="3460" y="5509"/>
                    <a:pt x="3460" y="6108"/>
                    <a:pt x="3087" y="6478"/>
                  </a:cubicBezTo>
                  <a:cubicBezTo>
                    <a:pt x="2906" y="6664"/>
                    <a:pt x="2664" y="6758"/>
                    <a:pt x="2421" y="6758"/>
                  </a:cubicBezTo>
                  <a:cubicBezTo>
                    <a:pt x="2179" y="6758"/>
                    <a:pt x="1936" y="6664"/>
                    <a:pt x="1755" y="6478"/>
                  </a:cubicBezTo>
                  <a:cubicBezTo>
                    <a:pt x="1385" y="6108"/>
                    <a:pt x="1385" y="5509"/>
                    <a:pt x="1755" y="5138"/>
                  </a:cubicBezTo>
                  <a:cubicBezTo>
                    <a:pt x="1936" y="4953"/>
                    <a:pt x="2179" y="4860"/>
                    <a:pt x="2421" y="4860"/>
                  </a:cubicBezTo>
                  <a:close/>
                  <a:moveTo>
                    <a:pt x="5998" y="1"/>
                  </a:moveTo>
                  <a:lnTo>
                    <a:pt x="5415" y="584"/>
                  </a:lnTo>
                  <a:lnTo>
                    <a:pt x="6310" y="1479"/>
                  </a:lnTo>
                  <a:lnTo>
                    <a:pt x="5862" y="1924"/>
                  </a:lnTo>
                  <a:lnTo>
                    <a:pt x="4968" y="1031"/>
                  </a:lnTo>
                  <a:lnTo>
                    <a:pt x="4209" y="1798"/>
                  </a:lnTo>
                  <a:lnTo>
                    <a:pt x="3763" y="1351"/>
                  </a:lnTo>
                  <a:lnTo>
                    <a:pt x="861" y="4244"/>
                  </a:lnTo>
                  <a:cubicBezTo>
                    <a:pt x="0" y="5112"/>
                    <a:pt x="0" y="6505"/>
                    <a:pt x="861" y="7373"/>
                  </a:cubicBezTo>
                  <a:cubicBezTo>
                    <a:pt x="1291" y="7803"/>
                    <a:pt x="1856" y="8018"/>
                    <a:pt x="2421" y="8018"/>
                  </a:cubicBezTo>
                  <a:cubicBezTo>
                    <a:pt x="2986" y="8018"/>
                    <a:pt x="3552" y="7803"/>
                    <a:pt x="3982" y="7373"/>
                  </a:cubicBezTo>
                  <a:lnTo>
                    <a:pt x="6882" y="4472"/>
                  </a:lnTo>
                  <a:lnTo>
                    <a:pt x="6435" y="4025"/>
                  </a:lnTo>
                  <a:lnTo>
                    <a:pt x="7204" y="3258"/>
                  </a:lnTo>
                  <a:lnTo>
                    <a:pt x="6310" y="2371"/>
                  </a:lnTo>
                  <a:lnTo>
                    <a:pt x="6757" y="1924"/>
                  </a:lnTo>
                  <a:lnTo>
                    <a:pt x="7650" y="2810"/>
                  </a:lnTo>
                  <a:lnTo>
                    <a:pt x="8225" y="2238"/>
                  </a:lnTo>
                  <a:lnTo>
                    <a:pt x="599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 name="Google Shape;943;p57"/>
          <p:cNvGrpSpPr/>
          <p:nvPr/>
        </p:nvGrpSpPr>
        <p:grpSpPr>
          <a:xfrm>
            <a:off x="4059336" y="2544551"/>
            <a:ext cx="323882" cy="323642"/>
            <a:chOff x="4059335" y="2542230"/>
            <a:chExt cx="323882" cy="323642"/>
          </a:xfrm>
        </p:grpSpPr>
        <p:sp>
          <p:nvSpPr>
            <p:cNvPr id="944" name="Google Shape;944;p57"/>
            <p:cNvSpPr/>
            <p:nvPr/>
          </p:nvSpPr>
          <p:spPr>
            <a:xfrm>
              <a:off x="4059335" y="2740374"/>
              <a:ext cx="125738" cy="125498"/>
            </a:xfrm>
            <a:custGeom>
              <a:rect b="b" l="l" r="r" t="t"/>
              <a:pathLst>
                <a:path extrusionOk="0" h="4177" w="4185">
                  <a:moveTo>
                    <a:pt x="3290" y="1"/>
                  </a:moveTo>
                  <a:lnTo>
                    <a:pt x="1" y="3290"/>
                  </a:lnTo>
                  <a:lnTo>
                    <a:pt x="896" y="4177"/>
                  </a:lnTo>
                  <a:lnTo>
                    <a:pt x="4185" y="895"/>
                  </a:lnTo>
                  <a:lnTo>
                    <a:pt x="329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57"/>
            <p:cNvSpPr/>
            <p:nvPr/>
          </p:nvSpPr>
          <p:spPr>
            <a:xfrm>
              <a:off x="4257479" y="2542230"/>
              <a:ext cx="125738" cy="125738"/>
            </a:xfrm>
            <a:custGeom>
              <a:rect b="b" l="l" r="r" t="t"/>
              <a:pathLst>
                <a:path extrusionOk="0" h="4185" w="4185">
                  <a:moveTo>
                    <a:pt x="3290" y="1"/>
                  </a:moveTo>
                  <a:lnTo>
                    <a:pt x="1" y="3282"/>
                  </a:lnTo>
                  <a:lnTo>
                    <a:pt x="895" y="4185"/>
                  </a:lnTo>
                  <a:lnTo>
                    <a:pt x="4185" y="896"/>
                  </a:lnTo>
                  <a:lnTo>
                    <a:pt x="329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57"/>
            <p:cNvSpPr/>
            <p:nvPr/>
          </p:nvSpPr>
          <p:spPr>
            <a:xfrm>
              <a:off x="4093585" y="2580116"/>
              <a:ext cx="177356" cy="173750"/>
            </a:xfrm>
            <a:custGeom>
              <a:rect b="b" l="l" r="r" t="t"/>
              <a:pathLst>
                <a:path extrusionOk="0" h="5783" w="5903">
                  <a:moveTo>
                    <a:pt x="4701" y="0"/>
                  </a:moveTo>
                  <a:cubicBezTo>
                    <a:pt x="4377" y="0"/>
                    <a:pt x="4053" y="122"/>
                    <a:pt x="3804" y="367"/>
                  </a:cubicBezTo>
                  <a:lnTo>
                    <a:pt x="496" y="3683"/>
                  </a:lnTo>
                  <a:cubicBezTo>
                    <a:pt x="0" y="4171"/>
                    <a:pt x="0" y="4972"/>
                    <a:pt x="496" y="5462"/>
                  </a:cubicBezTo>
                  <a:lnTo>
                    <a:pt x="810" y="5782"/>
                  </a:lnTo>
                  <a:lnTo>
                    <a:pt x="1703" y="4887"/>
                  </a:lnTo>
                  <a:lnTo>
                    <a:pt x="1383" y="4576"/>
                  </a:lnTo>
                  <a:lnTo>
                    <a:pt x="4697" y="1262"/>
                  </a:lnTo>
                  <a:lnTo>
                    <a:pt x="5010" y="1574"/>
                  </a:lnTo>
                  <a:lnTo>
                    <a:pt x="5903" y="687"/>
                  </a:lnTo>
                  <a:lnTo>
                    <a:pt x="5591" y="367"/>
                  </a:lnTo>
                  <a:cubicBezTo>
                    <a:pt x="5346" y="122"/>
                    <a:pt x="5024" y="0"/>
                    <a:pt x="47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57"/>
            <p:cNvSpPr/>
            <p:nvPr/>
          </p:nvSpPr>
          <p:spPr>
            <a:xfrm>
              <a:off x="4171611" y="2654506"/>
              <a:ext cx="177446" cy="173480"/>
            </a:xfrm>
            <a:custGeom>
              <a:rect b="b" l="l" r="r" t="t"/>
              <a:pathLst>
                <a:path extrusionOk="0" h="5774" w="5906">
                  <a:moveTo>
                    <a:pt x="5095" y="1"/>
                  </a:moveTo>
                  <a:lnTo>
                    <a:pt x="4201" y="893"/>
                  </a:lnTo>
                  <a:lnTo>
                    <a:pt x="4521" y="1207"/>
                  </a:lnTo>
                  <a:lnTo>
                    <a:pt x="1207" y="4512"/>
                  </a:lnTo>
                  <a:lnTo>
                    <a:pt x="895" y="4201"/>
                  </a:lnTo>
                  <a:lnTo>
                    <a:pt x="1" y="5093"/>
                  </a:lnTo>
                  <a:lnTo>
                    <a:pt x="312" y="5407"/>
                  </a:lnTo>
                  <a:cubicBezTo>
                    <a:pt x="561" y="5651"/>
                    <a:pt x="886" y="5773"/>
                    <a:pt x="1210" y="5773"/>
                  </a:cubicBezTo>
                  <a:cubicBezTo>
                    <a:pt x="1533" y="5773"/>
                    <a:pt x="1856" y="5651"/>
                    <a:pt x="2100" y="5407"/>
                  </a:cubicBezTo>
                  <a:lnTo>
                    <a:pt x="5407" y="2100"/>
                  </a:lnTo>
                  <a:cubicBezTo>
                    <a:pt x="5905" y="1602"/>
                    <a:pt x="5905" y="802"/>
                    <a:pt x="5407" y="312"/>
                  </a:cubicBezTo>
                  <a:lnTo>
                    <a:pt x="509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 name="Google Shape;948;p57"/>
          <p:cNvGrpSpPr/>
          <p:nvPr/>
        </p:nvGrpSpPr>
        <p:grpSpPr>
          <a:xfrm>
            <a:off x="3362782" y="2544551"/>
            <a:ext cx="323615" cy="323644"/>
            <a:chOff x="3358215" y="2542230"/>
            <a:chExt cx="323615" cy="323644"/>
          </a:xfrm>
        </p:grpSpPr>
        <p:sp>
          <p:nvSpPr>
            <p:cNvPr id="949" name="Google Shape;949;p57"/>
            <p:cNvSpPr/>
            <p:nvPr/>
          </p:nvSpPr>
          <p:spPr>
            <a:xfrm>
              <a:off x="3434708" y="2542230"/>
              <a:ext cx="170565" cy="113270"/>
            </a:xfrm>
            <a:custGeom>
              <a:rect b="b" l="l" r="r" t="t"/>
              <a:pathLst>
                <a:path extrusionOk="0" h="3770" w="5677">
                  <a:moveTo>
                    <a:pt x="0" y="1"/>
                  </a:moveTo>
                  <a:lnTo>
                    <a:pt x="0" y="633"/>
                  </a:lnTo>
                  <a:lnTo>
                    <a:pt x="751" y="633"/>
                  </a:lnTo>
                  <a:lnTo>
                    <a:pt x="1359" y="1847"/>
                  </a:lnTo>
                  <a:cubicBezTo>
                    <a:pt x="1013" y="2161"/>
                    <a:pt x="768" y="2582"/>
                    <a:pt x="677" y="3053"/>
                  </a:cubicBezTo>
                  <a:lnTo>
                    <a:pt x="2834" y="3770"/>
                  </a:lnTo>
                  <a:lnTo>
                    <a:pt x="5002" y="3053"/>
                  </a:lnTo>
                  <a:cubicBezTo>
                    <a:pt x="4917" y="2624"/>
                    <a:pt x="4715" y="2228"/>
                    <a:pt x="4403" y="1908"/>
                  </a:cubicBezTo>
                  <a:cubicBezTo>
                    <a:pt x="4379" y="1890"/>
                    <a:pt x="4344" y="1865"/>
                    <a:pt x="4320" y="1847"/>
                  </a:cubicBezTo>
                  <a:lnTo>
                    <a:pt x="4927" y="633"/>
                  </a:lnTo>
                  <a:lnTo>
                    <a:pt x="5676" y="633"/>
                  </a:lnTo>
                  <a:lnTo>
                    <a:pt x="5676" y="1"/>
                  </a:lnTo>
                  <a:lnTo>
                    <a:pt x="4539" y="1"/>
                  </a:lnTo>
                  <a:lnTo>
                    <a:pt x="3796" y="1485"/>
                  </a:lnTo>
                  <a:cubicBezTo>
                    <a:pt x="3500" y="1351"/>
                    <a:pt x="3172" y="1266"/>
                    <a:pt x="2834" y="1266"/>
                  </a:cubicBezTo>
                  <a:cubicBezTo>
                    <a:pt x="2498" y="1266"/>
                    <a:pt x="2176" y="1351"/>
                    <a:pt x="1881" y="1493"/>
                  </a:cubicBezTo>
                  <a:lnTo>
                    <a:pt x="114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57"/>
            <p:cNvSpPr/>
            <p:nvPr/>
          </p:nvSpPr>
          <p:spPr>
            <a:xfrm>
              <a:off x="3358215" y="2618032"/>
              <a:ext cx="323615" cy="247841"/>
            </a:xfrm>
            <a:custGeom>
              <a:rect b="b" l="l" r="r" t="t"/>
              <a:pathLst>
                <a:path extrusionOk="0" h="8249" w="10771">
                  <a:moveTo>
                    <a:pt x="4437" y="2530"/>
                  </a:moveTo>
                  <a:lnTo>
                    <a:pt x="4437" y="3162"/>
                  </a:lnTo>
                  <a:lnTo>
                    <a:pt x="3803" y="3162"/>
                  </a:lnTo>
                  <a:lnTo>
                    <a:pt x="3803" y="2530"/>
                  </a:lnTo>
                  <a:close/>
                  <a:moveTo>
                    <a:pt x="6967" y="2530"/>
                  </a:moveTo>
                  <a:lnTo>
                    <a:pt x="6967" y="3162"/>
                  </a:lnTo>
                  <a:lnTo>
                    <a:pt x="6334" y="3162"/>
                  </a:lnTo>
                  <a:lnTo>
                    <a:pt x="6334" y="2530"/>
                  </a:lnTo>
                  <a:close/>
                  <a:moveTo>
                    <a:pt x="0" y="0"/>
                  </a:moveTo>
                  <a:lnTo>
                    <a:pt x="0" y="632"/>
                  </a:lnTo>
                  <a:lnTo>
                    <a:pt x="733" y="632"/>
                  </a:lnTo>
                  <a:lnTo>
                    <a:pt x="1366" y="2530"/>
                  </a:lnTo>
                  <a:lnTo>
                    <a:pt x="2546" y="2530"/>
                  </a:lnTo>
                  <a:lnTo>
                    <a:pt x="2546" y="3162"/>
                  </a:lnTo>
                  <a:lnTo>
                    <a:pt x="1401" y="3162"/>
                  </a:lnTo>
                  <a:lnTo>
                    <a:pt x="767" y="4419"/>
                  </a:lnTo>
                  <a:lnTo>
                    <a:pt x="0" y="4419"/>
                  </a:lnTo>
                  <a:lnTo>
                    <a:pt x="0" y="5052"/>
                  </a:lnTo>
                  <a:lnTo>
                    <a:pt x="1164" y="5052"/>
                  </a:lnTo>
                  <a:lnTo>
                    <a:pt x="1787" y="3787"/>
                  </a:lnTo>
                  <a:lnTo>
                    <a:pt x="2546" y="3787"/>
                  </a:lnTo>
                  <a:lnTo>
                    <a:pt x="2546" y="4739"/>
                  </a:lnTo>
                  <a:cubicBezTo>
                    <a:pt x="2546" y="4941"/>
                    <a:pt x="2573" y="5135"/>
                    <a:pt x="2615" y="5330"/>
                  </a:cubicBezTo>
                  <a:lnTo>
                    <a:pt x="1281" y="5769"/>
                  </a:lnTo>
                  <a:lnTo>
                    <a:pt x="1281" y="7623"/>
                  </a:lnTo>
                  <a:lnTo>
                    <a:pt x="650" y="7623"/>
                  </a:lnTo>
                  <a:lnTo>
                    <a:pt x="650" y="8249"/>
                  </a:lnTo>
                  <a:lnTo>
                    <a:pt x="1915" y="8249"/>
                  </a:lnTo>
                  <a:lnTo>
                    <a:pt x="1915" y="6224"/>
                  </a:lnTo>
                  <a:lnTo>
                    <a:pt x="2818" y="5929"/>
                  </a:lnTo>
                  <a:cubicBezTo>
                    <a:pt x="3138" y="6611"/>
                    <a:pt x="3718" y="7143"/>
                    <a:pt x="4437" y="7405"/>
                  </a:cubicBezTo>
                  <a:lnTo>
                    <a:pt x="4437" y="6131"/>
                  </a:lnTo>
                  <a:lnTo>
                    <a:pt x="3803" y="5498"/>
                  </a:lnTo>
                  <a:lnTo>
                    <a:pt x="3803" y="3787"/>
                  </a:lnTo>
                  <a:lnTo>
                    <a:pt x="4437" y="3787"/>
                  </a:lnTo>
                  <a:lnTo>
                    <a:pt x="4437" y="5237"/>
                  </a:lnTo>
                  <a:lnTo>
                    <a:pt x="5069" y="5870"/>
                  </a:lnTo>
                  <a:lnTo>
                    <a:pt x="5069" y="7548"/>
                  </a:lnTo>
                  <a:cubicBezTo>
                    <a:pt x="5170" y="7556"/>
                    <a:pt x="5279" y="7583"/>
                    <a:pt x="5380" y="7583"/>
                  </a:cubicBezTo>
                  <a:cubicBezTo>
                    <a:pt x="5490" y="7583"/>
                    <a:pt x="5591" y="7556"/>
                    <a:pt x="5702" y="7548"/>
                  </a:cubicBezTo>
                  <a:lnTo>
                    <a:pt x="5702" y="5870"/>
                  </a:lnTo>
                  <a:lnTo>
                    <a:pt x="6334" y="5237"/>
                  </a:lnTo>
                  <a:lnTo>
                    <a:pt x="6334" y="3787"/>
                  </a:lnTo>
                  <a:lnTo>
                    <a:pt x="6967" y="3787"/>
                  </a:lnTo>
                  <a:lnTo>
                    <a:pt x="6967" y="5498"/>
                  </a:lnTo>
                  <a:lnTo>
                    <a:pt x="6334" y="6131"/>
                  </a:lnTo>
                  <a:lnTo>
                    <a:pt x="6334" y="7405"/>
                  </a:lnTo>
                  <a:cubicBezTo>
                    <a:pt x="7050" y="7143"/>
                    <a:pt x="7633" y="6611"/>
                    <a:pt x="7953" y="5929"/>
                  </a:cubicBezTo>
                  <a:lnTo>
                    <a:pt x="8856" y="6224"/>
                  </a:lnTo>
                  <a:lnTo>
                    <a:pt x="8856" y="8249"/>
                  </a:lnTo>
                  <a:lnTo>
                    <a:pt x="10121" y="8249"/>
                  </a:lnTo>
                  <a:lnTo>
                    <a:pt x="10121" y="7623"/>
                  </a:lnTo>
                  <a:lnTo>
                    <a:pt x="9487" y="7623"/>
                  </a:lnTo>
                  <a:lnTo>
                    <a:pt x="9487" y="5769"/>
                  </a:lnTo>
                  <a:lnTo>
                    <a:pt x="8155" y="5330"/>
                  </a:lnTo>
                  <a:cubicBezTo>
                    <a:pt x="8198" y="5135"/>
                    <a:pt x="8222" y="4941"/>
                    <a:pt x="8222" y="4739"/>
                  </a:cubicBezTo>
                  <a:lnTo>
                    <a:pt x="8222" y="3787"/>
                  </a:lnTo>
                  <a:lnTo>
                    <a:pt x="8973" y="3787"/>
                  </a:lnTo>
                  <a:lnTo>
                    <a:pt x="9607" y="5052"/>
                  </a:lnTo>
                  <a:lnTo>
                    <a:pt x="10771" y="5052"/>
                  </a:lnTo>
                  <a:lnTo>
                    <a:pt x="10771" y="4419"/>
                  </a:lnTo>
                  <a:lnTo>
                    <a:pt x="9993" y="4419"/>
                  </a:lnTo>
                  <a:lnTo>
                    <a:pt x="9370" y="3162"/>
                  </a:lnTo>
                  <a:lnTo>
                    <a:pt x="8222" y="3162"/>
                  </a:lnTo>
                  <a:lnTo>
                    <a:pt x="8222" y="2530"/>
                  </a:lnTo>
                  <a:lnTo>
                    <a:pt x="9396" y="2530"/>
                  </a:lnTo>
                  <a:lnTo>
                    <a:pt x="10028" y="632"/>
                  </a:lnTo>
                  <a:lnTo>
                    <a:pt x="10771" y="632"/>
                  </a:lnTo>
                  <a:lnTo>
                    <a:pt x="10771" y="0"/>
                  </a:lnTo>
                  <a:lnTo>
                    <a:pt x="9572" y="0"/>
                  </a:lnTo>
                  <a:lnTo>
                    <a:pt x="8949" y="1897"/>
                  </a:lnTo>
                  <a:lnTo>
                    <a:pt x="8222" y="1897"/>
                  </a:lnTo>
                  <a:lnTo>
                    <a:pt x="8222" y="1449"/>
                  </a:lnTo>
                  <a:lnTo>
                    <a:pt x="7860" y="1087"/>
                  </a:lnTo>
                  <a:lnTo>
                    <a:pt x="5702" y="1804"/>
                  </a:lnTo>
                  <a:lnTo>
                    <a:pt x="5702" y="5052"/>
                  </a:lnTo>
                  <a:lnTo>
                    <a:pt x="5069" y="5052"/>
                  </a:lnTo>
                  <a:lnTo>
                    <a:pt x="5069" y="1804"/>
                  </a:lnTo>
                  <a:lnTo>
                    <a:pt x="2909" y="1087"/>
                  </a:lnTo>
                  <a:lnTo>
                    <a:pt x="2546" y="1449"/>
                  </a:lnTo>
                  <a:lnTo>
                    <a:pt x="2546" y="1897"/>
                  </a:lnTo>
                  <a:lnTo>
                    <a:pt x="1822" y="1897"/>
                  </a:lnTo>
                  <a:lnTo>
                    <a:pt x="118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 name="Google Shape;951;p57"/>
          <p:cNvGrpSpPr/>
          <p:nvPr/>
        </p:nvGrpSpPr>
        <p:grpSpPr>
          <a:xfrm>
            <a:off x="2656659" y="2544550"/>
            <a:ext cx="323885" cy="323645"/>
            <a:chOff x="2647691" y="2542230"/>
            <a:chExt cx="323885" cy="323645"/>
          </a:xfrm>
        </p:grpSpPr>
        <p:sp>
          <p:nvSpPr>
            <p:cNvPr id="952" name="Google Shape;952;p57"/>
            <p:cNvSpPr/>
            <p:nvPr/>
          </p:nvSpPr>
          <p:spPr>
            <a:xfrm>
              <a:off x="2800227" y="2656760"/>
              <a:ext cx="18988" cy="56845"/>
            </a:xfrm>
            <a:custGeom>
              <a:rect b="b" l="l" r="r" t="t"/>
              <a:pathLst>
                <a:path extrusionOk="0" h="1892" w="632">
                  <a:moveTo>
                    <a:pt x="0" y="0"/>
                  </a:moveTo>
                  <a:lnTo>
                    <a:pt x="0" y="1891"/>
                  </a:lnTo>
                  <a:lnTo>
                    <a:pt x="632" y="1891"/>
                  </a:lnTo>
                  <a:lnTo>
                    <a:pt x="63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57"/>
            <p:cNvSpPr/>
            <p:nvPr/>
          </p:nvSpPr>
          <p:spPr>
            <a:xfrm>
              <a:off x="2647691" y="2542230"/>
              <a:ext cx="323885" cy="323645"/>
            </a:xfrm>
            <a:custGeom>
              <a:rect b="b" l="l" r="r" t="t"/>
              <a:pathLst>
                <a:path extrusionOk="0" h="10772" w="10780">
                  <a:moveTo>
                    <a:pt x="6334" y="3181"/>
                  </a:moveTo>
                  <a:lnTo>
                    <a:pt x="6334" y="6335"/>
                  </a:lnTo>
                  <a:lnTo>
                    <a:pt x="4444" y="6335"/>
                  </a:lnTo>
                  <a:lnTo>
                    <a:pt x="4444" y="3181"/>
                  </a:lnTo>
                  <a:close/>
                  <a:moveTo>
                    <a:pt x="6334" y="6968"/>
                  </a:moveTo>
                  <a:lnTo>
                    <a:pt x="6334" y="7600"/>
                  </a:lnTo>
                  <a:lnTo>
                    <a:pt x="4444" y="7600"/>
                  </a:lnTo>
                  <a:lnTo>
                    <a:pt x="4444" y="6968"/>
                  </a:lnTo>
                  <a:close/>
                  <a:moveTo>
                    <a:pt x="5389" y="1"/>
                  </a:moveTo>
                  <a:lnTo>
                    <a:pt x="4486" y="1604"/>
                  </a:lnTo>
                  <a:lnTo>
                    <a:pt x="3626" y="1130"/>
                  </a:lnTo>
                  <a:lnTo>
                    <a:pt x="3357" y="2068"/>
                  </a:lnTo>
                  <a:lnTo>
                    <a:pt x="1594" y="1586"/>
                  </a:lnTo>
                  <a:lnTo>
                    <a:pt x="2075" y="3349"/>
                  </a:lnTo>
                  <a:lnTo>
                    <a:pt x="1130" y="3628"/>
                  </a:lnTo>
                  <a:lnTo>
                    <a:pt x="1602" y="4478"/>
                  </a:lnTo>
                  <a:lnTo>
                    <a:pt x="1" y="5389"/>
                  </a:lnTo>
                  <a:lnTo>
                    <a:pt x="1602" y="6292"/>
                  </a:lnTo>
                  <a:lnTo>
                    <a:pt x="1130" y="7152"/>
                  </a:lnTo>
                  <a:lnTo>
                    <a:pt x="2075" y="7424"/>
                  </a:lnTo>
                  <a:lnTo>
                    <a:pt x="1594" y="9185"/>
                  </a:lnTo>
                  <a:lnTo>
                    <a:pt x="3357" y="8705"/>
                  </a:lnTo>
                  <a:lnTo>
                    <a:pt x="3626" y="9640"/>
                  </a:lnTo>
                  <a:lnTo>
                    <a:pt x="4486" y="9168"/>
                  </a:lnTo>
                  <a:lnTo>
                    <a:pt x="5389" y="10772"/>
                  </a:lnTo>
                  <a:lnTo>
                    <a:pt x="6300" y="9168"/>
                  </a:lnTo>
                  <a:lnTo>
                    <a:pt x="7152" y="9640"/>
                  </a:lnTo>
                  <a:lnTo>
                    <a:pt x="7429" y="8705"/>
                  </a:lnTo>
                  <a:lnTo>
                    <a:pt x="9184" y="9185"/>
                  </a:lnTo>
                  <a:lnTo>
                    <a:pt x="8713" y="7424"/>
                  </a:lnTo>
                  <a:lnTo>
                    <a:pt x="9648" y="7152"/>
                  </a:lnTo>
                  <a:lnTo>
                    <a:pt x="9176" y="6292"/>
                  </a:lnTo>
                  <a:lnTo>
                    <a:pt x="10779" y="5389"/>
                  </a:lnTo>
                  <a:lnTo>
                    <a:pt x="9176" y="4478"/>
                  </a:lnTo>
                  <a:lnTo>
                    <a:pt x="9648" y="3628"/>
                  </a:lnTo>
                  <a:lnTo>
                    <a:pt x="8713" y="3349"/>
                  </a:lnTo>
                  <a:lnTo>
                    <a:pt x="9184" y="1586"/>
                  </a:lnTo>
                  <a:lnTo>
                    <a:pt x="9184" y="1586"/>
                  </a:lnTo>
                  <a:lnTo>
                    <a:pt x="7429" y="2068"/>
                  </a:lnTo>
                  <a:lnTo>
                    <a:pt x="7152" y="1130"/>
                  </a:lnTo>
                  <a:lnTo>
                    <a:pt x="6300" y="1604"/>
                  </a:lnTo>
                  <a:lnTo>
                    <a:pt x="538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 name="Google Shape;954;p57"/>
          <p:cNvGrpSpPr/>
          <p:nvPr/>
        </p:nvGrpSpPr>
        <p:grpSpPr>
          <a:xfrm>
            <a:off x="1964478" y="2544551"/>
            <a:ext cx="323645" cy="323643"/>
            <a:chOff x="1964478" y="2542230"/>
            <a:chExt cx="323645" cy="323643"/>
          </a:xfrm>
        </p:grpSpPr>
        <p:sp>
          <p:nvSpPr>
            <p:cNvPr id="955" name="Google Shape;955;p57"/>
            <p:cNvSpPr/>
            <p:nvPr/>
          </p:nvSpPr>
          <p:spPr>
            <a:xfrm>
              <a:off x="2100039" y="2621788"/>
              <a:ext cx="73821" cy="73550"/>
            </a:xfrm>
            <a:custGeom>
              <a:rect b="b" l="l" r="r" t="t"/>
              <a:pathLst>
                <a:path extrusionOk="0" h="2448" w="2457">
                  <a:moveTo>
                    <a:pt x="2187" y="1"/>
                  </a:moveTo>
                  <a:lnTo>
                    <a:pt x="1" y="2185"/>
                  </a:lnTo>
                  <a:cubicBezTo>
                    <a:pt x="254" y="2347"/>
                    <a:pt x="549" y="2448"/>
                    <a:pt x="871" y="2448"/>
                  </a:cubicBezTo>
                  <a:cubicBezTo>
                    <a:pt x="1748" y="2448"/>
                    <a:pt x="2456" y="1739"/>
                    <a:pt x="2456" y="869"/>
                  </a:cubicBezTo>
                  <a:cubicBezTo>
                    <a:pt x="2456" y="549"/>
                    <a:pt x="2355" y="246"/>
                    <a:pt x="21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57"/>
            <p:cNvSpPr/>
            <p:nvPr/>
          </p:nvSpPr>
          <p:spPr>
            <a:xfrm>
              <a:off x="2078767" y="2600276"/>
              <a:ext cx="73550" cy="73791"/>
            </a:xfrm>
            <a:custGeom>
              <a:rect b="b" l="l" r="r" t="t"/>
              <a:pathLst>
                <a:path extrusionOk="0" h="2456" w="2448">
                  <a:moveTo>
                    <a:pt x="1579" y="0"/>
                  </a:moveTo>
                  <a:cubicBezTo>
                    <a:pt x="709" y="0"/>
                    <a:pt x="0" y="708"/>
                    <a:pt x="0" y="1585"/>
                  </a:cubicBezTo>
                  <a:cubicBezTo>
                    <a:pt x="0" y="1907"/>
                    <a:pt x="101" y="2202"/>
                    <a:pt x="263" y="2455"/>
                  </a:cubicBezTo>
                  <a:lnTo>
                    <a:pt x="2447" y="269"/>
                  </a:lnTo>
                  <a:cubicBezTo>
                    <a:pt x="2203" y="101"/>
                    <a:pt x="1907" y="0"/>
                    <a:pt x="15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57"/>
            <p:cNvSpPr/>
            <p:nvPr/>
          </p:nvSpPr>
          <p:spPr>
            <a:xfrm>
              <a:off x="2041061" y="2542230"/>
              <a:ext cx="170565" cy="228823"/>
            </a:xfrm>
            <a:custGeom>
              <a:rect b="b" l="l" r="r" t="t"/>
              <a:pathLst>
                <a:path extrusionOk="0" h="7616" w="5677">
                  <a:moveTo>
                    <a:pt x="2834" y="1309"/>
                  </a:moveTo>
                  <a:cubicBezTo>
                    <a:pt x="4057" y="1309"/>
                    <a:pt x="5043" y="2294"/>
                    <a:pt x="5043" y="3517"/>
                  </a:cubicBezTo>
                  <a:cubicBezTo>
                    <a:pt x="5043" y="4731"/>
                    <a:pt x="4057" y="5727"/>
                    <a:pt x="2834" y="5727"/>
                  </a:cubicBezTo>
                  <a:cubicBezTo>
                    <a:pt x="1620" y="5727"/>
                    <a:pt x="624" y="4731"/>
                    <a:pt x="624" y="3517"/>
                  </a:cubicBezTo>
                  <a:cubicBezTo>
                    <a:pt x="624" y="2294"/>
                    <a:pt x="1620" y="1309"/>
                    <a:pt x="2834" y="1309"/>
                  </a:cubicBezTo>
                  <a:close/>
                  <a:moveTo>
                    <a:pt x="4419" y="6351"/>
                  </a:moveTo>
                  <a:lnTo>
                    <a:pt x="4419" y="6984"/>
                  </a:lnTo>
                  <a:lnTo>
                    <a:pt x="1255" y="6984"/>
                  </a:lnTo>
                  <a:lnTo>
                    <a:pt x="1255" y="6351"/>
                  </a:lnTo>
                  <a:close/>
                  <a:moveTo>
                    <a:pt x="0" y="1"/>
                  </a:moveTo>
                  <a:lnTo>
                    <a:pt x="0" y="6537"/>
                  </a:lnTo>
                  <a:lnTo>
                    <a:pt x="1071" y="7616"/>
                  </a:lnTo>
                  <a:lnTo>
                    <a:pt x="4595" y="7616"/>
                  </a:lnTo>
                  <a:lnTo>
                    <a:pt x="5676" y="6537"/>
                  </a:lnTo>
                  <a:lnTo>
                    <a:pt x="567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57"/>
            <p:cNvSpPr/>
            <p:nvPr/>
          </p:nvSpPr>
          <p:spPr>
            <a:xfrm>
              <a:off x="1964478" y="2689719"/>
              <a:ext cx="323645" cy="176154"/>
            </a:xfrm>
            <a:custGeom>
              <a:rect b="b" l="l" r="r" t="t"/>
              <a:pathLst>
                <a:path extrusionOk="0" h="5863" w="10772">
                  <a:moveTo>
                    <a:pt x="1" y="1"/>
                  </a:moveTo>
                  <a:lnTo>
                    <a:pt x="1" y="5863"/>
                  </a:lnTo>
                  <a:lnTo>
                    <a:pt x="10772" y="5863"/>
                  </a:lnTo>
                  <a:lnTo>
                    <a:pt x="10772" y="1"/>
                  </a:lnTo>
                  <a:lnTo>
                    <a:pt x="7727" y="3029"/>
                  </a:lnTo>
                  <a:lnTo>
                    <a:pt x="8764" y="4065"/>
                  </a:lnTo>
                  <a:lnTo>
                    <a:pt x="8318" y="4512"/>
                  </a:lnTo>
                  <a:lnTo>
                    <a:pt x="7144" y="3340"/>
                  </a:lnTo>
                  <a:lnTo>
                    <a:pt x="3620" y="3340"/>
                  </a:lnTo>
                  <a:lnTo>
                    <a:pt x="2456" y="4512"/>
                  </a:lnTo>
                  <a:lnTo>
                    <a:pt x="2009" y="4065"/>
                  </a:lnTo>
                  <a:lnTo>
                    <a:pt x="3045" y="3029"/>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57"/>
            <p:cNvSpPr/>
            <p:nvPr/>
          </p:nvSpPr>
          <p:spPr>
            <a:xfrm>
              <a:off x="1975144" y="2642819"/>
              <a:ext cx="46900" cy="77095"/>
            </a:xfrm>
            <a:custGeom>
              <a:rect b="b" l="l" r="r" t="t"/>
              <a:pathLst>
                <a:path extrusionOk="0" h="2566" w="1561">
                  <a:moveTo>
                    <a:pt x="1561" y="1"/>
                  </a:moveTo>
                  <a:lnTo>
                    <a:pt x="0" y="1021"/>
                  </a:lnTo>
                  <a:lnTo>
                    <a:pt x="1561" y="2566"/>
                  </a:lnTo>
                  <a:lnTo>
                    <a:pt x="156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57"/>
            <p:cNvSpPr/>
            <p:nvPr/>
          </p:nvSpPr>
          <p:spPr>
            <a:xfrm>
              <a:off x="2230552" y="2642819"/>
              <a:ext cx="46930" cy="77095"/>
            </a:xfrm>
            <a:custGeom>
              <a:rect b="b" l="l" r="r" t="t"/>
              <a:pathLst>
                <a:path extrusionOk="0" h="2566" w="1562">
                  <a:moveTo>
                    <a:pt x="1" y="1"/>
                  </a:moveTo>
                  <a:lnTo>
                    <a:pt x="1" y="2566"/>
                  </a:lnTo>
                  <a:lnTo>
                    <a:pt x="1561" y="1021"/>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 name="Google Shape;961;p57"/>
          <p:cNvGrpSpPr/>
          <p:nvPr/>
        </p:nvGrpSpPr>
        <p:grpSpPr>
          <a:xfrm>
            <a:off x="1282617" y="2544550"/>
            <a:ext cx="284586" cy="323645"/>
            <a:chOff x="1281355" y="2542230"/>
            <a:chExt cx="284586" cy="323645"/>
          </a:xfrm>
        </p:grpSpPr>
        <p:sp>
          <p:nvSpPr>
            <p:cNvPr id="962" name="Google Shape;962;p57"/>
            <p:cNvSpPr/>
            <p:nvPr/>
          </p:nvSpPr>
          <p:spPr>
            <a:xfrm>
              <a:off x="1470906" y="2676289"/>
              <a:ext cx="19018" cy="19049"/>
            </a:xfrm>
            <a:custGeom>
              <a:rect b="b" l="l" r="r" t="t"/>
              <a:pathLst>
                <a:path extrusionOk="0" h="634" w="633">
                  <a:moveTo>
                    <a:pt x="1" y="0"/>
                  </a:moveTo>
                  <a:lnTo>
                    <a:pt x="1" y="634"/>
                  </a:lnTo>
                  <a:lnTo>
                    <a:pt x="632" y="634"/>
                  </a:lnTo>
                  <a:lnTo>
                    <a:pt x="63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57"/>
            <p:cNvSpPr/>
            <p:nvPr/>
          </p:nvSpPr>
          <p:spPr>
            <a:xfrm>
              <a:off x="1338079" y="2752061"/>
              <a:ext cx="38037" cy="18988"/>
            </a:xfrm>
            <a:custGeom>
              <a:rect b="b" l="l" r="r" t="t"/>
              <a:pathLst>
                <a:path extrusionOk="0" h="632" w="1266">
                  <a:moveTo>
                    <a:pt x="1" y="0"/>
                  </a:moveTo>
                  <a:lnTo>
                    <a:pt x="1" y="632"/>
                  </a:lnTo>
                  <a:lnTo>
                    <a:pt x="1266" y="632"/>
                  </a:lnTo>
                  <a:lnTo>
                    <a:pt x="126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57"/>
            <p:cNvSpPr/>
            <p:nvPr/>
          </p:nvSpPr>
          <p:spPr>
            <a:xfrm>
              <a:off x="1281355" y="2542230"/>
              <a:ext cx="284586" cy="323645"/>
            </a:xfrm>
            <a:custGeom>
              <a:rect b="b" l="l" r="r" t="t"/>
              <a:pathLst>
                <a:path extrusionOk="0" h="10772" w="9472">
                  <a:moveTo>
                    <a:pt x="3787" y="6351"/>
                  </a:moveTo>
                  <a:lnTo>
                    <a:pt x="3787" y="8249"/>
                  </a:lnTo>
                  <a:lnTo>
                    <a:pt x="1257" y="8249"/>
                  </a:lnTo>
                  <a:lnTo>
                    <a:pt x="1257" y="6351"/>
                  </a:lnTo>
                  <a:close/>
                  <a:moveTo>
                    <a:pt x="2522" y="8881"/>
                  </a:moveTo>
                  <a:lnTo>
                    <a:pt x="2522" y="9515"/>
                  </a:lnTo>
                  <a:lnTo>
                    <a:pt x="1257" y="9515"/>
                  </a:lnTo>
                  <a:lnTo>
                    <a:pt x="1257" y="8881"/>
                  </a:lnTo>
                  <a:close/>
                  <a:moveTo>
                    <a:pt x="4419" y="8881"/>
                  </a:moveTo>
                  <a:lnTo>
                    <a:pt x="4419" y="9515"/>
                  </a:lnTo>
                  <a:lnTo>
                    <a:pt x="3154" y="9515"/>
                  </a:lnTo>
                  <a:lnTo>
                    <a:pt x="3154" y="8881"/>
                  </a:lnTo>
                  <a:close/>
                  <a:moveTo>
                    <a:pt x="6310" y="8881"/>
                  </a:moveTo>
                  <a:lnTo>
                    <a:pt x="6310" y="9515"/>
                  </a:lnTo>
                  <a:lnTo>
                    <a:pt x="5053" y="9515"/>
                  </a:lnTo>
                  <a:lnTo>
                    <a:pt x="5053" y="8881"/>
                  </a:lnTo>
                  <a:close/>
                  <a:moveTo>
                    <a:pt x="8206" y="8881"/>
                  </a:moveTo>
                  <a:lnTo>
                    <a:pt x="8206" y="9515"/>
                  </a:lnTo>
                  <a:lnTo>
                    <a:pt x="6941" y="9515"/>
                  </a:lnTo>
                  <a:lnTo>
                    <a:pt x="6941" y="8881"/>
                  </a:lnTo>
                  <a:close/>
                  <a:moveTo>
                    <a:pt x="3787" y="1"/>
                  </a:moveTo>
                  <a:cubicBezTo>
                    <a:pt x="3087" y="1"/>
                    <a:pt x="2522" y="566"/>
                    <a:pt x="2522" y="1266"/>
                  </a:cubicBezTo>
                  <a:lnTo>
                    <a:pt x="2522" y="1898"/>
                  </a:lnTo>
                  <a:cubicBezTo>
                    <a:pt x="2522" y="2590"/>
                    <a:pt x="1958" y="3155"/>
                    <a:pt x="1257" y="3155"/>
                  </a:cubicBezTo>
                  <a:lnTo>
                    <a:pt x="1257" y="3788"/>
                  </a:lnTo>
                  <a:cubicBezTo>
                    <a:pt x="2302" y="3788"/>
                    <a:pt x="3154" y="2936"/>
                    <a:pt x="3154" y="1898"/>
                  </a:cubicBezTo>
                  <a:lnTo>
                    <a:pt x="3154" y="1266"/>
                  </a:lnTo>
                  <a:cubicBezTo>
                    <a:pt x="3154" y="912"/>
                    <a:pt x="3441" y="633"/>
                    <a:pt x="3787" y="633"/>
                  </a:cubicBezTo>
                  <a:cubicBezTo>
                    <a:pt x="4134" y="633"/>
                    <a:pt x="4419" y="912"/>
                    <a:pt x="4419" y="1266"/>
                  </a:cubicBezTo>
                  <a:lnTo>
                    <a:pt x="4419" y="1325"/>
                  </a:lnTo>
                  <a:cubicBezTo>
                    <a:pt x="4049" y="1452"/>
                    <a:pt x="3787" y="1796"/>
                    <a:pt x="3787" y="2211"/>
                  </a:cubicBezTo>
                  <a:cubicBezTo>
                    <a:pt x="3787" y="2624"/>
                    <a:pt x="4049" y="2970"/>
                    <a:pt x="4419" y="3096"/>
                  </a:cubicBezTo>
                  <a:lnTo>
                    <a:pt x="4419" y="5096"/>
                  </a:lnTo>
                  <a:lnTo>
                    <a:pt x="0" y="5096"/>
                  </a:lnTo>
                  <a:lnTo>
                    <a:pt x="0" y="10772"/>
                  </a:lnTo>
                  <a:lnTo>
                    <a:pt x="9471" y="10772"/>
                  </a:lnTo>
                  <a:lnTo>
                    <a:pt x="9471" y="5096"/>
                  </a:lnTo>
                  <a:lnTo>
                    <a:pt x="6941" y="5096"/>
                  </a:lnTo>
                  <a:lnTo>
                    <a:pt x="6941" y="6351"/>
                  </a:lnTo>
                  <a:cubicBezTo>
                    <a:pt x="6941" y="7051"/>
                    <a:pt x="6376" y="7616"/>
                    <a:pt x="5676" y="7616"/>
                  </a:cubicBezTo>
                  <a:lnTo>
                    <a:pt x="5364" y="7616"/>
                  </a:lnTo>
                  <a:lnTo>
                    <a:pt x="5364" y="6984"/>
                  </a:lnTo>
                  <a:lnTo>
                    <a:pt x="5676" y="6984"/>
                  </a:lnTo>
                  <a:cubicBezTo>
                    <a:pt x="6030" y="6984"/>
                    <a:pt x="6310" y="6705"/>
                    <a:pt x="6310" y="6351"/>
                  </a:cubicBezTo>
                  <a:lnTo>
                    <a:pt x="6310" y="5096"/>
                  </a:lnTo>
                  <a:lnTo>
                    <a:pt x="5053" y="5096"/>
                  </a:lnTo>
                  <a:lnTo>
                    <a:pt x="5053" y="3096"/>
                  </a:lnTo>
                  <a:cubicBezTo>
                    <a:pt x="5415" y="2970"/>
                    <a:pt x="5676" y="2624"/>
                    <a:pt x="5676" y="2211"/>
                  </a:cubicBezTo>
                  <a:cubicBezTo>
                    <a:pt x="5676" y="1796"/>
                    <a:pt x="5415" y="1452"/>
                    <a:pt x="5053" y="1325"/>
                  </a:cubicBezTo>
                  <a:lnTo>
                    <a:pt x="5053" y="1266"/>
                  </a:lnTo>
                  <a:cubicBezTo>
                    <a:pt x="5053" y="566"/>
                    <a:pt x="4478" y="1"/>
                    <a:pt x="37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 name="Google Shape;965;p57"/>
          <p:cNvGrpSpPr/>
          <p:nvPr/>
        </p:nvGrpSpPr>
        <p:grpSpPr>
          <a:xfrm>
            <a:off x="7561584" y="1999317"/>
            <a:ext cx="315022" cy="323855"/>
            <a:chOff x="7557273" y="2029639"/>
            <a:chExt cx="315022" cy="323855"/>
          </a:xfrm>
        </p:grpSpPr>
        <p:sp>
          <p:nvSpPr>
            <p:cNvPr id="966" name="Google Shape;966;p57"/>
            <p:cNvSpPr/>
            <p:nvPr/>
          </p:nvSpPr>
          <p:spPr>
            <a:xfrm>
              <a:off x="7705242" y="2106914"/>
              <a:ext cx="19079" cy="19018"/>
            </a:xfrm>
            <a:custGeom>
              <a:rect b="b" l="l" r="r" t="t"/>
              <a:pathLst>
                <a:path extrusionOk="0" h="633" w="635">
                  <a:moveTo>
                    <a:pt x="321" y="1"/>
                  </a:moveTo>
                  <a:cubicBezTo>
                    <a:pt x="144" y="1"/>
                    <a:pt x="1" y="143"/>
                    <a:pt x="1" y="313"/>
                  </a:cubicBezTo>
                  <a:cubicBezTo>
                    <a:pt x="1" y="489"/>
                    <a:pt x="144" y="632"/>
                    <a:pt x="321" y="632"/>
                  </a:cubicBezTo>
                  <a:cubicBezTo>
                    <a:pt x="491" y="632"/>
                    <a:pt x="634" y="489"/>
                    <a:pt x="634" y="313"/>
                  </a:cubicBezTo>
                  <a:cubicBezTo>
                    <a:pt x="634" y="143"/>
                    <a:pt x="491" y="1"/>
                    <a:pt x="3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57"/>
            <p:cNvSpPr/>
            <p:nvPr/>
          </p:nvSpPr>
          <p:spPr>
            <a:xfrm>
              <a:off x="7667476" y="2258669"/>
              <a:ext cx="94852" cy="37797"/>
            </a:xfrm>
            <a:custGeom>
              <a:rect b="b" l="l" r="r" t="t"/>
              <a:pathLst>
                <a:path extrusionOk="0" h="1258" w="3157">
                  <a:moveTo>
                    <a:pt x="1" y="0"/>
                  </a:moveTo>
                  <a:lnTo>
                    <a:pt x="1" y="1257"/>
                  </a:lnTo>
                  <a:lnTo>
                    <a:pt x="3156" y="1257"/>
                  </a:lnTo>
                  <a:lnTo>
                    <a:pt x="315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57"/>
            <p:cNvSpPr/>
            <p:nvPr/>
          </p:nvSpPr>
          <p:spPr>
            <a:xfrm>
              <a:off x="7686284" y="2182626"/>
              <a:ext cx="56995" cy="57085"/>
            </a:xfrm>
            <a:custGeom>
              <a:rect b="b" l="l" r="r" t="t"/>
              <a:pathLst>
                <a:path extrusionOk="0" h="1900" w="1897">
                  <a:moveTo>
                    <a:pt x="952" y="1"/>
                  </a:moveTo>
                  <a:cubicBezTo>
                    <a:pt x="429" y="1"/>
                    <a:pt x="0" y="432"/>
                    <a:pt x="0" y="946"/>
                  </a:cubicBezTo>
                  <a:lnTo>
                    <a:pt x="0" y="1900"/>
                  </a:lnTo>
                  <a:lnTo>
                    <a:pt x="1897" y="1900"/>
                  </a:lnTo>
                  <a:lnTo>
                    <a:pt x="1897" y="946"/>
                  </a:lnTo>
                  <a:cubicBezTo>
                    <a:pt x="1897" y="432"/>
                    <a:pt x="1476" y="1"/>
                    <a:pt x="9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57"/>
            <p:cNvSpPr/>
            <p:nvPr/>
          </p:nvSpPr>
          <p:spPr>
            <a:xfrm>
              <a:off x="7557273" y="2029639"/>
              <a:ext cx="315022" cy="323855"/>
            </a:xfrm>
            <a:custGeom>
              <a:rect b="b" l="l" r="r" t="t"/>
              <a:pathLst>
                <a:path extrusionOk="0" h="10779" w="10485">
                  <a:moveTo>
                    <a:pt x="5246" y="1939"/>
                  </a:moveTo>
                  <a:cubicBezTo>
                    <a:pt x="5770" y="1939"/>
                    <a:pt x="6191" y="2360"/>
                    <a:pt x="6191" y="2885"/>
                  </a:cubicBezTo>
                  <a:cubicBezTo>
                    <a:pt x="6191" y="3407"/>
                    <a:pt x="5770" y="3828"/>
                    <a:pt x="5246" y="3828"/>
                  </a:cubicBezTo>
                  <a:cubicBezTo>
                    <a:pt x="4723" y="3828"/>
                    <a:pt x="4294" y="3407"/>
                    <a:pt x="4294" y="2885"/>
                  </a:cubicBezTo>
                  <a:cubicBezTo>
                    <a:pt x="4294" y="2360"/>
                    <a:pt x="4723" y="1939"/>
                    <a:pt x="5246" y="1939"/>
                  </a:cubicBezTo>
                  <a:close/>
                  <a:moveTo>
                    <a:pt x="5246" y="4461"/>
                  </a:moveTo>
                  <a:cubicBezTo>
                    <a:pt x="6116" y="4461"/>
                    <a:pt x="6824" y="5170"/>
                    <a:pt x="6824" y="6038"/>
                  </a:cubicBezTo>
                  <a:lnTo>
                    <a:pt x="6824" y="6992"/>
                  </a:lnTo>
                  <a:lnTo>
                    <a:pt x="7456" y="6992"/>
                  </a:lnTo>
                  <a:lnTo>
                    <a:pt x="7456" y="9514"/>
                  </a:lnTo>
                  <a:lnTo>
                    <a:pt x="3037" y="9514"/>
                  </a:lnTo>
                  <a:lnTo>
                    <a:pt x="3037" y="6992"/>
                  </a:lnTo>
                  <a:lnTo>
                    <a:pt x="3669" y="6992"/>
                  </a:lnTo>
                  <a:lnTo>
                    <a:pt x="3669" y="6038"/>
                  </a:lnTo>
                  <a:cubicBezTo>
                    <a:pt x="3669" y="5170"/>
                    <a:pt x="4369" y="4461"/>
                    <a:pt x="5246" y="4461"/>
                  </a:cubicBezTo>
                  <a:close/>
                  <a:moveTo>
                    <a:pt x="5246" y="0"/>
                  </a:moveTo>
                  <a:lnTo>
                    <a:pt x="1266" y="2951"/>
                  </a:lnTo>
                  <a:lnTo>
                    <a:pt x="1644" y="3457"/>
                  </a:lnTo>
                  <a:lnTo>
                    <a:pt x="2404" y="2885"/>
                  </a:lnTo>
                  <a:lnTo>
                    <a:pt x="2404" y="3676"/>
                  </a:lnTo>
                  <a:lnTo>
                    <a:pt x="1" y="5474"/>
                  </a:lnTo>
                  <a:lnTo>
                    <a:pt x="379" y="5980"/>
                  </a:lnTo>
                  <a:lnTo>
                    <a:pt x="1138" y="5415"/>
                  </a:lnTo>
                  <a:lnTo>
                    <a:pt x="1138" y="10779"/>
                  </a:lnTo>
                  <a:lnTo>
                    <a:pt x="9344" y="10779"/>
                  </a:lnTo>
                  <a:lnTo>
                    <a:pt x="9344" y="5415"/>
                  </a:lnTo>
                  <a:lnTo>
                    <a:pt x="10104" y="5980"/>
                  </a:lnTo>
                  <a:lnTo>
                    <a:pt x="10484" y="5474"/>
                  </a:lnTo>
                  <a:lnTo>
                    <a:pt x="8079" y="3676"/>
                  </a:lnTo>
                  <a:lnTo>
                    <a:pt x="8079" y="2885"/>
                  </a:lnTo>
                  <a:lnTo>
                    <a:pt x="8838" y="3457"/>
                  </a:lnTo>
                  <a:lnTo>
                    <a:pt x="9219" y="2951"/>
                  </a:lnTo>
                  <a:lnTo>
                    <a:pt x="52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 name="Google Shape;970;p57"/>
          <p:cNvGrpSpPr/>
          <p:nvPr/>
        </p:nvGrpSpPr>
        <p:grpSpPr>
          <a:xfrm>
            <a:off x="6855822" y="1999425"/>
            <a:ext cx="323645" cy="323641"/>
            <a:chOff x="6855822" y="2020746"/>
            <a:chExt cx="323645" cy="323641"/>
          </a:xfrm>
        </p:grpSpPr>
        <p:sp>
          <p:nvSpPr>
            <p:cNvPr id="971" name="Google Shape;971;p57"/>
            <p:cNvSpPr/>
            <p:nvPr/>
          </p:nvSpPr>
          <p:spPr>
            <a:xfrm>
              <a:off x="7121897" y="2058752"/>
              <a:ext cx="19079" cy="18778"/>
            </a:xfrm>
            <a:custGeom>
              <a:rect b="b" l="l" r="r" t="t"/>
              <a:pathLst>
                <a:path extrusionOk="0" h="625" w="635">
                  <a:moveTo>
                    <a:pt x="1" y="1"/>
                  </a:moveTo>
                  <a:lnTo>
                    <a:pt x="1" y="624"/>
                  </a:lnTo>
                  <a:lnTo>
                    <a:pt x="634" y="624"/>
                  </a:lnTo>
                  <a:lnTo>
                    <a:pt x="63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57"/>
            <p:cNvSpPr/>
            <p:nvPr/>
          </p:nvSpPr>
          <p:spPr>
            <a:xfrm>
              <a:off x="7102939" y="2039734"/>
              <a:ext cx="18988" cy="19049"/>
            </a:xfrm>
            <a:custGeom>
              <a:rect b="b" l="l" r="r" t="t"/>
              <a:pathLst>
                <a:path extrusionOk="0" h="634" w="632">
                  <a:moveTo>
                    <a:pt x="0" y="0"/>
                  </a:moveTo>
                  <a:lnTo>
                    <a:pt x="0" y="634"/>
                  </a:lnTo>
                  <a:lnTo>
                    <a:pt x="632" y="634"/>
                  </a:lnTo>
                  <a:lnTo>
                    <a:pt x="63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57"/>
            <p:cNvSpPr/>
            <p:nvPr/>
          </p:nvSpPr>
          <p:spPr>
            <a:xfrm>
              <a:off x="7102939" y="2077500"/>
              <a:ext cx="18988" cy="19049"/>
            </a:xfrm>
            <a:custGeom>
              <a:rect b="b" l="l" r="r" t="t"/>
              <a:pathLst>
                <a:path extrusionOk="0" h="634" w="632">
                  <a:moveTo>
                    <a:pt x="0" y="0"/>
                  </a:moveTo>
                  <a:lnTo>
                    <a:pt x="0" y="634"/>
                  </a:lnTo>
                  <a:lnTo>
                    <a:pt x="632" y="634"/>
                  </a:lnTo>
                  <a:lnTo>
                    <a:pt x="63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57"/>
            <p:cNvSpPr/>
            <p:nvPr/>
          </p:nvSpPr>
          <p:spPr>
            <a:xfrm>
              <a:off x="6932406" y="2020746"/>
              <a:ext cx="170565" cy="247871"/>
            </a:xfrm>
            <a:custGeom>
              <a:rect b="b" l="l" r="r" t="t"/>
              <a:pathLst>
                <a:path extrusionOk="0" h="8250" w="5677">
                  <a:moveTo>
                    <a:pt x="2842" y="3830"/>
                  </a:moveTo>
                  <a:cubicBezTo>
                    <a:pt x="3711" y="3830"/>
                    <a:pt x="4419" y="4539"/>
                    <a:pt x="4419" y="5407"/>
                  </a:cubicBezTo>
                  <a:lnTo>
                    <a:pt x="3788" y="5407"/>
                  </a:lnTo>
                  <a:cubicBezTo>
                    <a:pt x="3788" y="4883"/>
                    <a:pt x="3356" y="4462"/>
                    <a:pt x="2842" y="4462"/>
                  </a:cubicBezTo>
                  <a:lnTo>
                    <a:pt x="2842" y="3830"/>
                  </a:lnTo>
                  <a:close/>
                  <a:moveTo>
                    <a:pt x="3466" y="1"/>
                  </a:moveTo>
                  <a:cubicBezTo>
                    <a:pt x="2952" y="1"/>
                    <a:pt x="2522" y="422"/>
                    <a:pt x="2522" y="946"/>
                  </a:cubicBezTo>
                  <a:lnTo>
                    <a:pt x="2522" y="1932"/>
                  </a:lnTo>
                  <a:lnTo>
                    <a:pt x="1889" y="1932"/>
                  </a:lnTo>
                  <a:lnTo>
                    <a:pt x="1889" y="2741"/>
                  </a:lnTo>
                  <a:cubicBezTo>
                    <a:pt x="1257" y="2960"/>
                    <a:pt x="717" y="3407"/>
                    <a:pt x="387" y="3982"/>
                  </a:cubicBezTo>
                  <a:cubicBezTo>
                    <a:pt x="134" y="4419"/>
                    <a:pt x="0" y="4909"/>
                    <a:pt x="0" y="5407"/>
                  </a:cubicBezTo>
                  <a:cubicBezTo>
                    <a:pt x="0" y="6976"/>
                    <a:pt x="1274" y="8249"/>
                    <a:pt x="2842" y="8249"/>
                  </a:cubicBezTo>
                  <a:cubicBezTo>
                    <a:pt x="4403" y="8249"/>
                    <a:pt x="5676" y="6976"/>
                    <a:pt x="5676" y="5407"/>
                  </a:cubicBezTo>
                  <a:cubicBezTo>
                    <a:pt x="5676" y="4909"/>
                    <a:pt x="5541" y="4419"/>
                    <a:pt x="5288" y="3990"/>
                  </a:cubicBezTo>
                  <a:cubicBezTo>
                    <a:pt x="4960" y="3407"/>
                    <a:pt x="4419" y="2960"/>
                    <a:pt x="3788" y="2741"/>
                  </a:cubicBezTo>
                  <a:lnTo>
                    <a:pt x="3788" y="1932"/>
                  </a:lnTo>
                  <a:lnTo>
                    <a:pt x="3154" y="1932"/>
                  </a:lnTo>
                  <a:lnTo>
                    <a:pt x="3154" y="946"/>
                  </a:lnTo>
                  <a:cubicBezTo>
                    <a:pt x="3154" y="776"/>
                    <a:pt x="3298" y="632"/>
                    <a:pt x="3466" y="632"/>
                  </a:cubicBezTo>
                  <a:cubicBezTo>
                    <a:pt x="3644" y="632"/>
                    <a:pt x="3788" y="776"/>
                    <a:pt x="3788" y="946"/>
                  </a:cubicBezTo>
                  <a:cubicBezTo>
                    <a:pt x="3788" y="1468"/>
                    <a:pt x="4209" y="1889"/>
                    <a:pt x="4731" y="1889"/>
                  </a:cubicBezTo>
                  <a:lnTo>
                    <a:pt x="5676" y="1889"/>
                  </a:lnTo>
                  <a:lnTo>
                    <a:pt x="5676" y="1266"/>
                  </a:lnTo>
                  <a:lnTo>
                    <a:pt x="4731" y="1266"/>
                  </a:lnTo>
                  <a:cubicBezTo>
                    <a:pt x="4555" y="1266"/>
                    <a:pt x="4419" y="1122"/>
                    <a:pt x="4419" y="946"/>
                  </a:cubicBezTo>
                  <a:cubicBezTo>
                    <a:pt x="4419" y="422"/>
                    <a:pt x="3990" y="1"/>
                    <a:pt x="34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57"/>
            <p:cNvSpPr/>
            <p:nvPr/>
          </p:nvSpPr>
          <p:spPr>
            <a:xfrm>
              <a:off x="6855822" y="2306590"/>
              <a:ext cx="323645" cy="37797"/>
            </a:xfrm>
            <a:custGeom>
              <a:rect b="b" l="l" r="r" t="t"/>
              <a:pathLst>
                <a:path extrusionOk="0" h="1258" w="10772">
                  <a:moveTo>
                    <a:pt x="1" y="0"/>
                  </a:moveTo>
                  <a:cubicBezTo>
                    <a:pt x="1" y="693"/>
                    <a:pt x="568" y="1257"/>
                    <a:pt x="1266" y="1257"/>
                  </a:cubicBezTo>
                  <a:lnTo>
                    <a:pt x="9515" y="1257"/>
                  </a:lnTo>
                  <a:cubicBezTo>
                    <a:pt x="10207" y="1257"/>
                    <a:pt x="10772" y="693"/>
                    <a:pt x="107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57"/>
            <p:cNvSpPr/>
            <p:nvPr/>
          </p:nvSpPr>
          <p:spPr>
            <a:xfrm>
              <a:off x="6875351" y="2135817"/>
              <a:ext cx="142473" cy="151757"/>
            </a:xfrm>
            <a:custGeom>
              <a:rect b="b" l="l" r="r" t="t"/>
              <a:pathLst>
                <a:path extrusionOk="0" h="5051" w="4742">
                  <a:moveTo>
                    <a:pt x="1" y="0"/>
                  </a:moveTo>
                  <a:lnTo>
                    <a:pt x="1" y="5051"/>
                  </a:lnTo>
                  <a:lnTo>
                    <a:pt x="4741" y="5051"/>
                  </a:lnTo>
                  <a:cubicBezTo>
                    <a:pt x="2826" y="5051"/>
                    <a:pt x="1266" y="3492"/>
                    <a:pt x="1266" y="1577"/>
                  </a:cubicBezTo>
                  <a:cubicBezTo>
                    <a:pt x="1266" y="1029"/>
                    <a:pt x="1410" y="488"/>
                    <a:pt x="16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57"/>
            <p:cNvSpPr/>
            <p:nvPr/>
          </p:nvSpPr>
          <p:spPr>
            <a:xfrm>
              <a:off x="7017792" y="2135817"/>
              <a:ext cx="142143" cy="151757"/>
            </a:xfrm>
            <a:custGeom>
              <a:rect b="b" l="l" r="r" t="t"/>
              <a:pathLst>
                <a:path extrusionOk="0" h="5051" w="4731">
                  <a:moveTo>
                    <a:pt x="3071" y="0"/>
                  </a:moveTo>
                  <a:cubicBezTo>
                    <a:pt x="3324" y="480"/>
                    <a:pt x="3466" y="1021"/>
                    <a:pt x="3466" y="1577"/>
                  </a:cubicBezTo>
                  <a:cubicBezTo>
                    <a:pt x="3466" y="3492"/>
                    <a:pt x="1915" y="5051"/>
                    <a:pt x="0" y="5051"/>
                  </a:cubicBezTo>
                  <a:lnTo>
                    <a:pt x="4731" y="5051"/>
                  </a:lnTo>
                  <a:lnTo>
                    <a:pt x="473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 name="Google Shape;978;p57"/>
          <p:cNvGrpSpPr/>
          <p:nvPr/>
        </p:nvGrpSpPr>
        <p:grpSpPr>
          <a:xfrm>
            <a:off x="6154462" y="1999319"/>
            <a:ext cx="323855" cy="323851"/>
            <a:chOff x="6154462" y="2029639"/>
            <a:chExt cx="323855" cy="323851"/>
          </a:xfrm>
        </p:grpSpPr>
        <p:sp>
          <p:nvSpPr>
            <p:cNvPr id="979" name="Google Shape;979;p57"/>
            <p:cNvSpPr/>
            <p:nvPr/>
          </p:nvSpPr>
          <p:spPr>
            <a:xfrm>
              <a:off x="6306728" y="2067645"/>
              <a:ext cx="19079" cy="18988"/>
            </a:xfrm>
            <a:custGeom>
              <a:rect b="b" l="l" r="r" t="t"/>
              <a:pathLst>
                <a:path extrusionOk="0" h="632" w="635">
                  <a:moveTo>
                    <a:pt x="322" y="0"/>
                  </a:moveTo>
                  <a:cubicBezTo>
                    <a:pt x="144" y="0"/>
                    <a:pt x="1" y="144"/>
                    <a:pt x="1" y="320"/>
                  </a:cubicBezTo>
                  <a:lnTo>
                    <a:pt x="1" y="632"/>
                  </a:lnTo>
                  <a:lnTo>
                    <a:pt x="634" y="632"/>
                  </a:lnTo>
                  <a:lnTo>
                    <a:pt x="634" y="320"/>
                  </a:lnTo>
                  <a:cubicBezTo>
                    <a:pt x="634" y="144"/>
                    <a:pt x="490" y="0"/>
                    <a:pt x="3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57"/>
            <p:cNvSpPr/>
            <p:nvPr/>
          </p:nvSpPr>
          <p:spPr>
            <a:xfrm>
              <a:off x="6249974" y="2029639"/>
              <a:ext cx="132799" cy="151817"/>
            </a:xfrm>
            <a:custGeom>
              <a:rect b="b" l="l" r="r" t="t"/>
              <a:pathLst>
                <a:path extrusionOk="0" h="5053" w="4420">
                  <a:moveTo>
                    <a:pt x="2211" y="632"/>
                  </a:moveTo>
                  <a:cubicBezTo>
                    <a:pt x="2734" y="632"/>
                    <a:pt x="3155" y="1063"/>
                    <a:pt x="3155" y="1585"/>
                  </a:cubicBezTo>
                  <a:lnTo>
                    <a:pt x="3155" y="2530"/>
                  </a:lnTo>
                  <a:lnTo>
                    <a:pt x="1266" y="2530"/>
                  </a:lnTo>
                  <a:lnTo>
                    <a:pt x="1266" y="1585"/>
                  </a:lnTo>
                  <a:cubicBezTo>
                    <a:pt x="1266" y="1063"/>
                    <a:pt x="1687" y="632"/>
                    <a:pt x="2211" y="632"/>
                  </a:cubicBezTo>
                  <a:close/>
                  <a:moveTo>
                    <a:pt x="2211" y="0"/>
                  </a:moveTo>
                  <a:cubicBezTo>
                    <a:pt x="1341" y="0"/>
                    <a:pt x="633" y="709"/>
                    <a:pt x="633" y="1585"/>
                  </a:cubicBezTo>
                  <a:lnTo>
                    <a:pt x="633" y="2530"/>
                  </a:lnTo>
                  <a:lnTo>
                    <a:pt x="1" y="2530"/>
                  </a:lnTo>
                  <a:lnTo>
                    <a:pt x="1" y="5053"/>
                  </a:lnTo>
                  <a:lnTo>
                    <a:pt x="4420" y="5053"/>
                  </a:lnTo>
                  <a:lnTo>
                    <a:pt x="4420" y="2530"/>
                  </a:lnTo>
                  <a:lnTo>
                    <a:pt x="3788" y="2530"/>
                  </a:lnTo>
                  <a:lnTo>
                    <a:pt x="3788" y="1585"/>
                  </a:lnTo>
                  <a:cubicBezTo>
                    <a:pt x="3788" y="709"/>
                    <a:pt x="3080" y="0"/>
                    <a:pt x="22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57"/>
            <p:cNvSpPr/>
            <p:nvPr/>
          </p:nvSpPr>
          <p:spPr>
            <a:xfrm>
              <a:off x="6154462" y="2067645"/>
              <a:ext cx="323855" cy="227531"/>
            </a:xfrm>
            <a:custGeom>
              <a:rect b="b" l="l" r="r" t="t"/>
              <a:pathLst>
                <a:path extrusionOk="0" h="7573" w="10779">
                  <a:moveTo>
                    <a:pt x="3180" y="5684"/>
                  </a:moveTo>
                  <a:lnTo>
                    <a:pt x="3180" y="6318"/>
                  </a:lnTo>
                  <a:lnTo>
                    <a:pt x="2546" y="6318"/>
                  </a:lnTo>
                  <a:lnTo>
                    <a:pt x="2546" y="5684"/>
                  </a:lnTo>
                  <a:close/>
                  <a:moveTo>
                    <a:pt x="4445" y="5684"/>
                  </a:moveTo>
                  <a:lnTo>
                    <a:pt x="4445" y="6318"/>
                  </a:lnTo>
                  <a:lnTo>
                    <a:pt x="3812" y="6318"/>
                  </a:lnTo>
                  <a:lnTo>
                    <a:pt x="3812" y="5684"/>
                  </a:lnTo>
                  <a:close/>
                  <a:moveTo>
                    <a:pt x="5702" y="5684"/>
                  </a:moveTo>
                  <a:lnTo>
                    <a:pt x="5702" y="6318"/>
                  </a:lnTo>
                  <a:lnTo>
                    <a:pt x="5069" y="6318"/>
                  </a:lnTo>
                  <a:lnTo>
                    <a:pt x="5069" y="5684"/>
                  </a:lnTo>
                  <a:close/>
                  <a:moveTo>
                    <a:pt x="6967" y="5684"/>
                  </a:moveTo>
                  <a:lnTo>
                    <a:pt x="6967" y="6318"/>
                  </a:lnTo>
                  <a:lnTo>
                    <a:pt x="6334" y="6318"/>
                  </a:lnTo>
                  <a:lnTo>
                    <a:pt x="6334" y="5684"/>
                  </a:lnTo>
                  <a:close/>
                  <a:moveTo>
                    <a:pt x="8232" y="5684"/>
                  </a:moveTo>
                  <a:lnTo>
                    <a:pt x="8232" y="6318"/>
                  </a:lnTo>
                  <a:lnTo>
                    <a:pt x="7599" y="6318"/>
                  </a:lnTo>
                  <a:lnTo>
                    <a:pt x="7599" y="5684"/>
                  </a:lnTo>
                  <a:close/>
                  <a:moveTo>
                    <a:pt x="0" y="0"/>
                  </a:moveTo>
                  <a:lnTo>
                    <a:pt x="0" y="7573"/>
                  </a:lnTo>
                  <a:lnTo>
                    <a:pt x="10779" y="7573"/>
                  </a:lnTo>
                  <a:lnTo>
                    <a:pt x="10779" y="0"/>
                  </a:lnTo>
                  <a:lnTo>
                    <a:pt x="7566" y="0"/>
                  </a:lnTo>
                  <a:cubicBezTo>
                    <a:pt x="7583" y="101"/>
                    <a:pt x="7599" y="211"/>
                    <a:pt x="7599" y="320"/>
                  </a:cubicBezTo>
                  <a:lnTo>
                    <a:pt x="7599" y="632"/>
                  </a:lnTo>
                  <a:lnTo>
                    <a:pt x="8232" y="632"/>
                  </a:lnTo>
                  <a:lnTo>
                    <a:pt x="8232" y="4419"/>
                  </a:lnTo>
                  <a:lnTo>
                    <a:pt x="2546" y="4419"/>
                  </a:lnTo>
                  <a:lnTo>
                    <a:pt x="2546" y="632"/>
                  </a:lnTo>
                  <a:lnTo>
                    <a:pt x="3180" y="632"/>
                  </a:lnTo>
                  <a:lnTo>
                    <a:pt x="3180" y="320"/>
                  </a:lnTo>
                  <a:cubicBezTo>
                    <a:pt x="3180" y="211"/>
                    <a:pt x="3196" y="101"/>
                    <a:pt x="32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57"/>
            <p:cNvSpPr/>
            <p:nvPr/>
          </p:nvSpPr>
          <p:spPr>
            <a:xfrm>
              <a:off x="6230955" y="2314191"/>
              <a:ext cx="170866" cy="39299"/>
            </a:xfrm>
            <a:custGeom>
              <a:rect b="b" l="l" r="r" t="t"/>
              <a:pathLst>
                <a:path extrusionOk="0" h="1308" w="5687">
                  <a:moveTo>
                    <a:pt x="2211" y="0"/>
                  </a:moveTo>
                  <a:lnTo>
                    <a:pt x="2211" y="674"/>
                  </a:lnTo>
                  <a:lnTo>
                    <a:pt x="0" y="674"/>
                  </a:lnTo>
                  <a:lnTo>
                    <a:pt x="0" y="1308"/>
                  </a:lnTo>
                  <a:lnTo>
                    <a:pt x="5686" y="1308"/>
                  </a:lnTo>
                  <a:lnTo>
                    <a:pt x="5686" y="674"/>
                  </a:lnTo>
                  <a:lnTo>
                    <a:pt x="3476" y="674"/>
                  </a:lnTo>
                  <a:lnTo>
                    <a:pt x="347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 name="Google Shape;983;p57"/>
          <p:cNvGrpSpPr/>
          <p:nvPr/>
        </p:nvGrpSpPr>
        <p:grpSpPr>
          <a:xfrm>
            <a:off x="5462175" y="2037955"/>
            <a:ext cx="323645" cy="246579"/>
            <a:chOff x="5462175" y="2066354"/>
            <a:chExt cx="323645" cy="246579"/>
          </a:xfrm>
        </p:grpSpPr>
        <p:sp>
          <p:nvSpPr>
            <p:cNvPr id="984" name="Google Shape;984;p57"/>
            <p:cNvSpPr/>
            <p:nvPr/>
          </p:nvSpPr>
          <p:spPr>
            <a:xfrm>
              <a:off x="5462175" y="2066354"/>
              <a:ext cx="323645" cy="246579"/>
            </a:xfrm>
            <a:custGeom>
              <a:rect b="b" l="l" r="r" t="t"/>
              <a:pathLst>
                <a:path extrusionOk="0" h="8207" w="10772">
                  <a:moveTo>
                    <a:pt x="3197" y="1266"/>
                  </a:moveTo>
                  <a:lnTo>
                    <a:pt x="3197" y="1889"/>
                  </a:lnTo>
                  <a:lnTo>
                    <a:pt x="2563" y="1889"/>
                  </a:lnTo>
                  <a:lnTo>
                    <a:pt x="2563" y="1266"/>
                  </a:lnTo>
                  <a:close/>
                  <a:moveTo>
                    <a:pt x="4462" y="1266"/>
                  </a:moveTo>
                  <a:lnTo>
                    <a:pt x="4462" y="1889"/>
                  </a:lnTo>
                  <a:lnTo>
                    <a:pt x="3828" y="1889"/>
                  </a:lnTo>
                  <a:lnTo>
                    <a:pt x="3828" y="1266"/>
                  </a:lnTo>
                  <a:close/>
                  <a:moveTo>
                    <a:pt x="1308" y="1"/>
                  </a:moveTo>
                  <a:lnTo>
                    <a:pt x="1308" y="4420"/>
                  </a:lnTo>
                  <a:lnTo>
                    <a:pt x="3828" y="4420"/>
                  </a:lnTo>
                  <a:lnTo>
                    <a:pt x="3828" y="5735"/>
                  </a:lnTo>
                  <a:cubicBezTo>
                    <a:pt x="3559" y="5836"/>
                    <a:pt x="3349" y="6047"/>
                    <a:pt x="3256" y="6310"/>
                  </a:cubicBezTo>
                  <a:lnTo>
                    <a:pt x="1266" y="6310"/>
                  </a:lnTo>
                  <a:lnTo>
                    <a:pt x="1266" y="5053"/>
                  </a:lnTo>
                  <a:lnTo>
                    <a:pt x="1" y="5053"/>
                  </a:lnTo>
                  <a:lnTo>
                    <a:pt x="1" y="8207"/>
                  </a:lnTo>
                  <a:lnTo>
                    <a:pt x="1266" y="8207"/>
                  </a:lnTo>
                  <a:lnTo>
                    <a:pt x="1266" y="6942"/>
                  </a:lnTo>
                  <a:lnTo>
                    <a:pt x="3256" y="6942"/>
                  </a:lnTo>
                  <a:cubicBezTo>
                    <a:pt x="3391" y="7312"/>
                    <a:pt x="3737" y="7575"/>
                    <a:pt x="4142" y="7575"/>
                  </a:cubicBezTo>
                  <a:cubicBezTo>
                    <a:pt x="4664" y="7575"/>
                    <a:pt x="5094" y="7152"/>
                    <a:pt x="5094" y="6630"/>
                  </a:cubicBezTo>
                  <a:cubicBezTo>
                    <a:pt x="5094" y="6217"/>
                    <a:pt x="4824" y="5871"/>
                    <a:pt x="4462" y="5735"/>
                  </a:cubicBezTo>
                  <a:lnTo>
                    <a:pt x="4462" y="4420"/>
                  </a:lnTo>
                  <a:lnTo>
                    <a:pt x="6984" y="4420"/>
                  </a:lnTo>
                  <a:lnTo>
                    <a:pt x="6984" y="1889"/>
                  </a:lnTo>
                  <a:lnTo>
                    <a:pt x="9193" y="1889"/>
                  </a:lnTo>
                  <a:cubicBezTo>
                    <a:pt x="10063" y="1889"/>
                    <a:pt x="10771" y="1181"/>
                    <a:pt x="10771" y="312"/>
                  </a:cubicBezTo>
                  <a:lnTo>
                    <a:pt x="1077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57"/>
            <p:cNvSpPr/>
            <p:nvPr/>
          </p:nvSpPr>
          <p:spPr>
            <a:xfrm>
              <a:off x="5690965" y="2141104"/>
              <a:ext cx="57086" cy="39058"/>
            </a:xfrm>
            <a:custGeom>
              <a:rect b="b" l="l" r="r" t="t"/>
              <a:pathLst>
                <a:path extrusionOk="0" h="1300" w="1900">
                  <a:moveTo>
                    <a:pt x="1899" y="0"/>
                  </a:moveTo>
                  <a:cubicBezTo>
                    <a:pt x="1790" y="17"/>
                    <a:pt x="1689" y="35"/>
                    <a:pt x="1578" y="35"/>
                  </a:cubicBezTo>
                  <a:lnTo>
                    <a:pt x="1" y="35"/>
                  </a:lnTo>
                  <a:lnTo>
                    <a:pt x="1" y="1300"/>
                  </a:lnTo>
                  <a:lnTo>
                    <a:pt x="1899" y="1300"/>
                  </a:lnTo>
                  <a:lnTo>
                    <a:pt x="18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 name="Google Shape;986;p57"/>
          <p:cNvGrpSpPr/>
          <p:nvPr/>
        </p:nvGrpSpPr>
        <p:grpSpPr>
          <a:xfrm>
            <a:off x="4760769" y="1999317"/>
            <a:ext cx="323884" cy="323855"/>
            <a:chOff x="4760725" y="2029639"/>
            <a:chExt cx="323884" cy="323855"/>
          </a:xfrm>
        </p:grpSpPr>
        <p:sp>
          <p:nvSpPr>
            <p:cNvPr id="987" name="Google Shape;987;p57"/>
            <p:cNvSpPr/>
            <p:nvPr/>
          </p:nvSpPr>
          <p:spPr>
            <a:xfrm>
              <a:off x="4820033" y="2277447"/>
              <a:ext cx="14512" cy="11958"/>
            </a:xfrm>
            <a:custGeom>
              <a:rect b="b" l="l" r="r" t="t"/>
              <a:pathLst>
                <a:path extrusionOk="0" h="398" w="483">
                  <a:moveTo>
                    <a:pt x="0" y="1"/>
                  </a:moveTo>
                  <a:cubicBezTo>
                    <a:pt x="51" y="152"/>
                    <a:pt x="136" y="278"/>
                    <a:pt x="237" y="397"/>
                  </a:cubicBezTo>
                  <a:cubicBezTo>
                    <a:pt x="346" y="278"/>
                    <a:pt x="423" y="152"/>
                    <a:pt x="4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57"/>
            <p:cNvSpPr/>
            <p:nvPr/>
          </p:nvSpPr>
          <p:spPr>
            <a:xfrm>
              <a:off x="4760725" y="2220663"/>
              <a:ext cx="132859" cy="132829"/>
            </a:xfrm>
            <a:custGeom>
              <a:rect b="b" l="l" r="r" t="t"/>
              <a:pathLst>
                <a:path extrusionOk="0" h="4421" w="4422">
                  <a:moveTo>
                    <a:pt x="3181" y="1265"/>
                  </a:moveTo>
                  <a:lnTo>
                    <a:pt x="3156" y="1603"/>
                  </a:lnTo>
                  <a:cubicBezTo>
                    <a:pt x="3122" y="2144"/>
                    <a:pt x="2845" y="2642"/>
                    <a:pt x="2397" y="2961"/>
                  </a:cubicBezTo>
                  <a:lnTo>
                    <a:pt x="2211" y="3087"/>
                  </a:lnTo>
                  <a:lnTo>
                    <a:pt x="2025" y="2961"/>
                  </a:lnTo>
                  <a:cubicBezTo>
                    <a:pt x="1588" y="2642"/>
                    <a:pt x="1308" y="2144"/>
                    <a:pt x="1266" y="1603"/>
                  </a:cubicBezTo>
                  <a:lnTo>
                    <a:pt x="1250" y="1265"/>
                  </a:lnTo>
                  <a:close/>
                  <a:moveTo>
                    <a:pt x="1" y="0"/>
                  </a:moveTo>
                  <a:lnTo>
                    <a:pt x="1" y="1478"/>
                  </a:lnTo>
                  <a:cubicBezTo>
                    <a:pt x="1" y="2802"/>
                    <a:pt x="853" y="3965"/>
                    <a:pt x="2110" y="4386"/>
                  </a:cubicBezTo>
                  <a:lnTo>
                    <a:pt x="2211" y="4421"/>
                  </a:lnTo>
                  <a:lnTo>
                    <a:pt x="2312" y="4386"/>
                  </a:lnTo>
                  <a:cubicBezTo>
                    <a:pt x="3535" y="3974"/>
                    <a:pt x="4422" y="2852"/>
                    <a:pt x="4422" y="1478"/>
                  </a:cubicBezTo>
                  <a:lnTo>
                    <a:pt x="44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57"/>
            <p:cNvSpPr/>
            <p:nvPr/>
          </p:nvSpPr>
          <p:spPr>
            <a:xfrm>
              <a:off x="4912540" y="2087896"/>
              <a:ext cx="113810" cy="113810"/>
            </a:xfrm>
            <a:custGeom>
              <a:rect b="b" l="l" r="r" t="t"/>
              <a:pathLst>
                <a:path extrusionOk="0" h="3788" w="3788">
                  <a:moveTo>
                    <a:pt x="1891" y="946"/>
                  </a:moveTo>
                  <a:cubicBezTo>
                    <a:pt x="2413" y="946"/>
                    <a:pt x="2842" y="1375"/>
                    <a:pt x="2842" y="1889"/>
                  </a:cubicBezTo>
                  <a:cubicBezTo>
                    <a:pt x="2842" y="2413"/>
                    <a:pt x="2413" y="2842"/>
                    <a:pt x="1891" y="2842"/>
                  </a:cubicBezTo>
                  <a:cubicBezTo>
                    <a:pt x="1375" y="2842"/>
                    <a:pt x="945" y="2413"/>
                    <a:pt x="945" y="1889"/>
                  </a:cubicBezTo>
                  <a:cubicBezTo>
                    <a:pt x="945" y="1375"/>
                    <a:pt x="1375" y="946"/>
                    <a:pt x="1891" y="946"/>
                  </a:cubicBezTo>
                  <a:close/>
                  <a:moveTo>
                    <a:pt x="1891" y="0"/>
                  </a:moveTo>
                  <a:cubicBezTo>
                    <a:pt x="852" y="0"/>
                    <a:pt x="0" y="852"/>
                    <a:pt x="0" y="1889"/>
                  </a:cubicBezTo>
                  <a:cubicBezTo>
                    <a:pt x="0" y="2935"/>
                    <a:pt x="852" y="3788"/>
                    <a:pt x="1891" y="3788"/>
                  </a:cubicBezTo>
                  <a:cubicBezTo>
                    <a:pt x="2935" y="3788"/>
                    <a:pt x="3787" y="2935"/>
                    <a:pt x="3787" y="1889"/>
                  </a:cubicBezTo>
                  <a:cubicBezTo>
                    <a:pt x="3787" y="852"/>
                    <a:pt x="2935" y="0"/>
                    <a:pt x="18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57"/>
            <p:cNvSpPr/>
            <p:nvPr/>
          </p:nvSpPr>
          <p:spPr>
            <a:xfrm>
              <a:off x="4931558" y="2277447"/>
              <a:ext cx="75804" cy="19018"/>
            </a:xfrm>
            <a:custGeom>
              <a:rect b="b" l="l" r="r" t="t"/>
              <a:pathLst>
                <a:path extrusionOk="0" h="633" w="2523">
                  <a:moveTo>
                    <a:pt x="1" y="1"/>
                  </a:moveTo>
                  <a:lnTo>
                    <a:pt x="1" y="632"/>
                  </a:lnTo>
                  <a:lnTo>
                    <a:pt x="2523" y="632"/>
                  </a:lnTo>
                  <a:lnTo>
                    <a:pt x="25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57"/>
            <p:cNvSpPr/>
            <p:nvPr/>
          </p:nvSpPr>
          <p:spPr>
            <a:xfrm>
              <a:off x="4959890" y="2135276"/>
              <a:ext cx="19079" cy="19049"/>
            </a:xfrm>
            <a:custGeom>
              <a:rect b="b" l="l" r="r" t="t"/>
              <a:pathLst>
                <a:path extrusionOk="0" h="634" w="635">
                  <a:moveTo>
                    <a:pt x="315" y="0"/>
                  </a:moveTo>
                  <a:cubicBezTo>
                    <a:pt x="145" y="0"/>
                    <a:pt x="1" y="144"/>
                    <a:pt x="1" y="312"/>
                  </a:cubicBezTo>
                  <a:cubicBezTo>
                    <a:pt x="1" y="490"/>
                    <a:pt x="145" y="634"/>
                    <a:pt x="315" y="634"/>
                  </a:cubicBezTo>
                  <a:cubicBezTo>
                    <a:pt x="491" y="634"/>
                    <a:pt x="635" y="490"/>
                    <a:pt x="635" y="312"/>
                  </a:cubicBezTo>
                  <a:cubicBezTo>
                    <a:pt x="635" y="144"/>
                    <a:pt x="491" y="0"/>
                    <a:pt x="3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57"/>
            <p:cNvSpPr/>
            <p:nvPr/>
          </p:nvSpPr>
          <p:spPr>
            <a:xfrm>
              <a:off x="4855546" y="2029639"/>
              <a:ext cx="229063" cy="323855"/>
            </a:xfrm>
            <a:custGeom>
              <a:rect b="b" l="l" r="r" t="t"/>
              <a:pathLst>
                <a:path extrusionOk="0" h="10779" w="7624">
                  <a:moveTo>
                    <a:pt x="3788" y="1308"/>
                  </a:moveTo>
                  <a:cubicBezTo>
                    <a:pt x="5186" y="1308"/>
                    <a:pt x="6318" y="2437"/>
                    <a:pt x="6318" y="3828"/>
                  </a:cubicBezTo>
                  <a:cubicBezTo>
                    <a:pt x="6318" y="5229"/>
                    <a:pt x="5186" y="6358"/>
                    <a:pt x="3788" y="6358"/>
                  </a:cubicBezTo>
                  <a:cubicBezTo>
                    <a:pt x="2395" y="6358"/>
                    <a:pt x="1266" y="5229"/>
                    <a:pt x="1266" y="3828"/>
                  </a:cubicBezTo>
                  <a:cubicBezTo>
                    <a:pt x="1266" y="2437"/>
                    <a:pt x="2395" y="1308"/>
                    <a:pt x="3788" y="1308"/>
                  </a:cubicBezTo>
                  <a:close/>
                  <a:moveTo>
                    <a:pt x="0" y="0"/>
                  </a:moveTo>
                  <a:lnTo>
                    <a:pt x="0" y="5727"/>
                  </a:lnTo>
                  <a:lnTo>
                    <a:pt x="1897" y="5727"/>
                  </a:lnTo>
                  <a:lnTo>
                    <a:pt x="1897" y="7623"/>
                  </a:lnTo>
                  <a:lnTo>
                    <a:pt x="5684" y="7623"/>
                  </a:lnTo>
                  <a:lnTo>
                    <a:pt x="5684" y="9514"/>
                  </a:lnTo>
                  <a:lnTo>
                    <a:pt x="1897" y="9514"/>
                  </a:lnTo>
                  <a:lnTo>
                    <a:pt x="1897" y="7836"/>
                  </a:lnTo>
                  <a:cubicBezTo>
                    <a:pt x="1897" y="8939"/>
                    <a:pt x="1426" y="10020"/>
                    <a:pt x="430" y="10779"/>
                  </a:cubicBezTo>
                  <a:lnTo>
                    <a:pt x="7624" y="10779"/>
                  </a:lnTo>
                  <a:lnTo>
                    <a:pt x="762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 name="Google Shape;993;p57"/>
          <p:cNvGrpSpPr/>
          <p:nvPr/>
        </p:nvGrpSpPr>
        <p:grpSpPr>
          <a:xfrm>
            <a:off x="4116992" y="1999423"/>
            <a:ext cx="208571" cy="323645"/>
            <a:chOff x="4113595" y="2020746"/>
            <a:chExt cx="208571" cy="323645"/>
          </a:xfrm>
        </p:grpSpPr>
        <p:sp>
          <p:nvSpPr>
            <p:cNvPr id="994" name="Google Shape;994;p57"/>
            <p:cNvSpPr/>
            <p:nvPr/>
          </p:nvSpPr>
          <p:spPr>
            <a:xfrm>
              <a:off x="4189608" y="2020746"/>
              <a:ext cx="132559" cy="323645"/>
            </a:xfrm>
            <a:custGeom>
              <a:rect b="b" l="l" r="r" t="t"/>
              <a:pathLst>
                <a:path extrusionOk="0" h="10772" w="4412">
                  <a:moveTo>
                    <a:pt x="1889" y="4438"/>
                  </a:moveTo>
                  <a:lnTo>
                    <a:pt x="1889" y="6334"/>
                  </a:lnTo>
                  <a:lnTo>
                    <a:pt x="1258" y="6334"/>
                  </a:lnTo>
                  <a:lnTo>
                    <a:pt x="1258" y="4438"/>
                  </a:lnTo>
                  <a:close/>
                  <a:moveTo>
                    <a:pt x="1" y="1"/>
                  </a:moveTo>
                  <a:lnTo>
                    <a:pt x="1" y="10771"/>
                  </a:lnTo>
                  <a:lnTo>
                    <a:pt x="4411" y="9405"/>
                  </a:lnTo>
                  <a:lnTo>
                    <a:pt x="4411" y="1375"/>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57"/>
            <p:cNvSpPr/>
            <p:nvPr/>
          </p:nvSpPr>
          <p:spPr>
            <a:xfrm>
              <a:off x="4113595" y="2040275"/>
              <a:ext cx="57025" cy="284586"/>
            </a:xfrm>
            <a:custGeom>
              <a:rect b="b" l="l" r="r" t="t"/>
              <a:pathLst>
                <a:path extrusionOk="0" h="9472" w="1898">
                  <a:moveTo>
                    <a:pt x="0" y="0"/>
                  </a:moveTo>
                  <a:lnTo>
                    <a:pt x="0" y="9472"/>
                  </a:lnTo>
                  <a:lnTo>
                    <a:pt x="1897" y="9472"/>
                  </a:lnTo>
                  <a:lnTo>
                    <a:pt x="189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 name="Google Shape;996;p57"/>
          <p:cNvGrpSpPr/>
          <p:nvPr/>
        </p:nvGrpSpPr>
        <p:grpSpPr>
          <a:xfrm>
            <a:off x="3362782" y="2028597"/>
            <a:ext cx="323615" cy="265296"/>
            <a:chOff x="3358215" y="2057250"/>
            <a:chExt cx="323615" cy="265296"/>
          </a:xfrm>
        </p:grpSpPr>
        <p:sp>
          <p:nvSpPr>
            <p:cNvPr id="997" name="Google Shape;997;p57"/>
            <p:cNvSpPr/>
            <p:nvPr/>
          </p:nvSpPr>
          <p:spPr>
            <a:xfrm>
              <a:off x="3453486" y="2171029"/>
              <a:ext cx="132799" cy="151517"/>
            </a:xfrm>
            <a:custGeom>
              <a:rect b="b" l="l" r="r" t="t"/>
              <a:pathLst>
                <a:path extrusionOk="0" h="5043" w="4420">
                  <a:moveTo>
                    <a:pt x="2209" y="624"/>
                  </a:moveTo>
                  <a:cubicBezTo>
                    <a:pt x="2734" y="624"/>
                    <a:pt x="3163" y="1055"/>
                    <a:pt x="3163" y="1577"/>
                  </a:cubicBezTo>
                  <a:lnTo>
                    <a:pt x="3163" y="2522"/>
                  </a:lnTo>
                  <a:lnTo>
                    <a:pt x="1266" y="2522"/>
                  </a:lnTo>
                  <a:lnTo>
                    <a:pt x="1266" y="1577"/>
                  </a:lnTo>
                  <a:cubicBezTo>
                    <a:pt x="1266" y="1055"/>
                    <a:pt x="1695" y="624"/>
                    <a:pt x="2209" y="624"/>
                  </a:cubicBezTo>
                  <a:close/>
                  <a:moveTo>
                    <a:pt x="2209" y="0"/>
                  </a:moveTo>
                  <a:cubicBezTo>
                    <a:pt x="1341" y="0"/>
                    <a:pt x="632" y="709"/>
                    <a:pt x="632" y="1577"/>
                  </a:cubicBezTo>
                  <a:lnTo>
                    <a:pt x="632" y="2522"/>
                  </a:lnTo>
                  <a:lnTo>
                    <a:pt x="1" y="2522"/>
                  </a:lnTo>
                  <a:lnTo>
                    <a:pt x="1" y="5043"/>
                  </a:lnTo>
                  <a:lnTo>
                    <a:pt x="4420" y="5043"/>
                  </a:lnTo>
                  <a:lnTo>
                    <a:pt x="4420" y="2522"/>
                  </a:lnTo>
                  <a:lnTo>
                    <a:pt x="3796" y="2522"/>
                  </a:lnTo>
                  <a:lnTo>
                    <a:pt x="3796" y="1577"/>
                  </a:lnTo>
                  <a:cubicBezTo>
                    <a:pt x="3796" y="709"/>
                    <a:pt x="3088" y="0"/>
                    <a:pt x="220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57"/>
            <p:cNvSpPr/>
            <p:nvPr/>
          </p:nvSpPr>
          <p:spPr>
            <a:xfrm>
              <a:off x="3358215" y="2151981"/>
              <a:ext cx="161672" cy="75804"/>
            </a:xfrm>
            <a:custGeom>
              <a:rect b="b" l="l" r="r" t="t"/>
              <a:pathLst>
                <a:path extrusionOk="0" h="2523" w="5381">
                  <a:moveTo>
                    <a:pt x="0" y="1"/>
                  </a:moveTo>
                  <a:lnTo>
                    <a:pt x="0" y="2523"/>
                  </a:lnTo>
                  <a:lnTo>
                    <a:pt x="3172" y="2523"/>
                  </a:lnTo>
                  <a:lnTo>
                    <a:pt x="3172" y="2211"/>
                  </a:lnTo>
                  <a:cubicBezTo>
                    <a:pt x="3172" y="989"/>
                    <a:pt x="4166" y="1"/>
                    <a:pt x="5380" y="1"/>
                  </a:cubicBezTo>
                  <a:lnTo>
                    <a:pt x="3172" y="1"/>
                  </a:lnTo>
                  <a:lnTo>
                    <a:pt x="3172" y="1258"/>
                  </a:lnTo>
                  <a:lnTo>
                    <a:pt x="2546" y="1258"/>
                  </a:lnTo>
                  <a:lnTo>
                    <a:pt x="2546" y="1"/>
                  </a:lnTo>
                  <a:lnTo>
                    <a:pt x="1915" y="1"/>
                  </a:lnTo>
                  <a:lnTo>
                    <a:pt x="1915" y="1258"/>
                  </a:lnTo>
                  <a:lnTo>
                    <a:pt x="1281" y="1258"/>
                  </a:lnTo>
                  <a:lnTo>
                    <a:pt x="128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57"/>
            <p:cNvSpPr/>
            <p:nvPr/>
          </p:nvSpPr>
          <p:spPr>
            <a:xfrm>
              <a:off x="3358215" y="2057250"/>
              <a:ext cx="323615" cy="75804"/>
            </a:xfrm>
            <a:custGeom>
              <a:rect b="b" l="l" r="r" t="t"/>
              <a:pathLst>
                <a:path extrusionOk="0" h="2523" w="10771">
                  <a:moveTo>
                    <a:pt x="8856" y="945"/>
                  </a:moveTo>
                  <a:lnTo>
                    <a:pt x="8856" y="1577"/>
                  </a:lnTo>
                  <a:lnTo>
                    <a:pt x="8222" y="1577"/>
                  </a:lnTo>
                  <a:lnTo>
                    <a:pt x="8222" y="945"/>
                  </a:lnTo>
                  <a:close/>
                  <a:moveTo>
                    <a:pt x="10121" y="945"/>
                  </a:moveTo>
                  <a:lnTo>
                    <a:pt x="10121" y="1577"/>
                  </a:lnTo>
                  <a:lnTo>
                    <a:pt x="9487" y="1577"/>
                  </a:lnTo>
                  <a:lnTo>
                    <a:pt x="9487" y="945"/>
                  </a:lnTo>
                  <a:close/>
                  <a:moveTo>
                    <a:pt x="0" y="0"/>
                  </a:moveTo>
                  <a:lnTo>
                    <a:pt x="0" y="2522"/>
                  </a:lnTo>
                  <a:lnTo>
                    <a:pt x="10771" y="2522"/>
                  </a:lnTo>
                  <a:lnTo>
                    <a:pt x="10771" y="0"/>
                  </a:lnTo>
                  <a:lnTo>
                    <a:pt x="3172" y="0"/>
                  </a:lnTo>
                  <a:lnTo>
                    <a:pt x="3172" y="1257"/>
                  </a:lnTo>
                  <a:lnTo>
                    <a:pt x="2546" y="1257"/>
                  </a:lnTo>
                  <a:lnTo>
                    <a:pt x="2546" y="0"/>
                  </a:lnTo>
                  <a:lnTo>
                    <a:pt x="1915" y="0"/>
                  </a:lnTo>
                  <a:lnTo>
                    <a:pt x="1915" y="1257"/>
                  </a:lnTo>
                  <a:lnTo>
                    <a:pt x="1281" y="1257"/>
                  </a:lnTo>
                  <a:lnTo>
                    <a:pt x="128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57"/>
            <p:cNvSpPr/>
            <p:nvPr/>
          </p:nvSpPr>
          <p:spPr>
            <a:xfrm>
              <a:off x="3519855" y="2151981"/>
              <a:ext cx="161973" cy="75804"/>
            </a:xfrm>
            <a:custGeom>
              <a:rect b="b" l="l" r="r" t="t"/>
              <a:pathLst>
                <a:path extrusionOk="0" h="2523" w="5391">
                  <a:moveTo>
                    <a:pt x="3476" y="946"/>
                  </a:moveTo>
                  <a:lnTo>
                    <a:pt x="3476" y="1578"/>
                  </a:lnTo>
                  <a:lnTo>
                    <a:pt x="2842" y="1578"/>
                  </a:lnTo>
                  <a:lnTo>
                    <a:pt x="2842" y="946"/>
                  </a:lnTo>
                  <a:close/>
                  <a:moveTo>
                    <a:pt x="4741" y="946"/>
                  </a:moveTo>
                  <a:lnTo>
                    <a:pt x="4741" y="1578"/>
                  </a:lnTo>
                  <a:lnTo>
                    <a:pt x="4107" y="1578"/>
                  </a:lnTo>
                  <a:lnTo>
                    <a:pt x="4107" y="946"/>
                  </a:lnTo>
                  <a:close/>
                  <a:moveTo>
                    <a:pt x="0" y="1"/>
                  </a:moveTo>
                  <a:cubicBezTo>
                    <a:pt x="1223" y="1"/>
                    <a:pt x="2211" y="989"/>
                    <a:pt x="2211" y="2211"/>
                  </a:cubicBezTo>
                  <a:lnTo>
                    <a:pt x="2211" y="2523"/>
                  </a:lnTo>
                  <a:lnTo>
                    <a:pt x="5391" y="2523"/>
                  </a:lnTo>
                  <a:lnTo>
                    <a:pt x="539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57"/>
            <p:cNvSpPr/>
            <p:nvPr/>
          </p:nvSpPr>
          <p:spPr>
            <a:xfrm>
              <a:off x="3510481" y="2208795"/>
              <a:ext cx="19079" cy="18988"/>
            </a:xfrm>
            <a:custGeom>
              <a:rect b="b" l="l" r="r" t="t"/>
              <a:pathLst>
                <a:path extrusionOk="0" h="632" w="635">
                  <a:moveTo>
                    <a:pt x="312" y="0"/>
                  </a:moveTo>
                  <a:cubicBezTo>
                    <a:pt x="144" y="0"/>
                    <a:pt x="1" y="142"/>
                    <a:pt x="1" y="320"/>
                  </a:cubicBezTo>
                  <a:lnTo>
                    <a:pt x="1" y="632"/>
                  </a:lnTo>
                  <a:lnTo>
                    <a:pt x="634" y="632"/>
                  </a:lnTo>
                  <a:lnTo>
                    <a:pt x="634" y="320"/>
                  </a:lnTo>
                  <a:cubicBezTo>
                    <a:pt x="634" y="142"/>
                    <a:pt x="490" y="0"/>
                    <a:pt x="3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 name="Google Shape;1002;p57"/>
          <p:cNvGrpSpPr/>
          <p:nvPr/>
        </p:nvGrpSpPr>
        <p:grpSpPr>
          <a:xfrm>
            <a:off x="2695313" y="1999317"/>
            <a:ext cx="246578" cy="323855"/>
            <a:chOff x="2702432" y="2029639"/>
            <a:chExt cx="246578" cy="323855"/>
          </a:xfrm>
        </p:grpSpPr>
        <p:sp>
          <p:nvSpPr>
            <p:cNvPr id="1003" name="Google Shape;1003;p57"/>
            <p:cNvSpPr/>
            <p:nvPr/>
          </p:nvSpPr>
          <p:spPr>
            <a:xfrm>
              <a:off x="2816151" y="2220663"/>
              <a:ext cx="132859" cy="132829"/>
            </a:xfrm>
            <a:custGeom>
              <a:rect b="b" l="l" r="r" t="t"/>
              <a:pathLst>
                <a:path extrusionOk="0" h="4421" w="4422">
                  <a:moveTo>
                    <a:pt x="3172" y="1265"/>
                  </a:moveTo>
                  <a:lnTo>
                    <a:pt x="3156" y="1603"/>
                  </a:lnTo>
                  <a:cubicBezTo>
                    <a:pt x="3114" y="2144"/>
                    <a:pt x="2844" y="2642"/>
                    <a:pt x="2397" y="2961"/>
                  </a:cubicBezTo>
                  <a:lnTo>
                    <a:pt x="2211" y="3087"/>
                  </a:lnTo>
                  <a:lnTo>
                    <a:pt x="2025" y="2961"/>
                  </a:lnTo>
                  <a:cubicBezTo>
                    <a:pt x="1579" y="2642"/>
                    <a:pt x="1308" y="2144"/>
                    <a:pt x="1266" y="1603"/>
                  </a:cubicBezTo>
                  <a:lnTo>
                    <a:pt x="1241" y="1265"/>
                  </a:lnTo>
                  <a:close/>
                  <a:moveTo>
                    <a:pt x="0" y="0"/>
                  </a:moveTo>
                  <a:lnTo>
                    <a:pt x="0" y="1478"/>
                  </a:lnTo>
                  <a:cubicBezTo>
                    <a:pt x="0" y="2802"/>
                    <a:pt x="845" y="3965"/>
                    <a:pt x="2110" y="4386"/>
                  </a:cubicBezTo>
                  <a:lnTo>
                    <a:pt x="2211" y="4421"/>
                  </a:lnTo>
                  <a:lnTo>
                    <a:pt x="2312" y="4386"/>
                  </a:lnTo>
                  <a:cubicBezTo>
                    <a:pt x="3569" y="3965"/>
                    <a:pt x="4421" y="2802"/>
                    <a:pt x="4421" y="1478"/>
                  </a:cubicBezTo>
                  <a:lnTo>
                    <a:pt x="442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57"/>
            <p:cNvSpPr/>
            <p:nvPr/>
          </p:nvSpPr>
          <p:spPr>
            <a:xfrm>
              <a:off x="2875188" y="2277447"/>
              <a:ext cx="14512" cy="11958"/>
            </a:xfrm>
            <a:custGeom>
              <a:rect b="b" l="l" r="r" t="t"/>
              <a:pathLst>
                <a:path extrusionOk="0" h="398" w="483">
                  <a:moveTo>
                    <a:pt x="1" y="1"/>
                  </a:moveTo>
                  <a:cubicBezTo>
                    <a:pt x="60" y="152"/>
                    <a:pt x="137" y="278"/>
                    <a:pt x="246" y="397"/>
                  </a:cubicBezTo>
                  <a:cubicBezTo>
                    <a:pt x="347" y="278"/>
                    <a:pt x="432" y="152"/>
                    <a:pt x="4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57"/>
            <p:cNvSpPr/>
            <p:nvPr/>
          </p:nvSpPr>
          <p:spPr>
            <a:xfrm>
              <a:off x="2759156" y="2087896"/>
              <a:ext cx="76074" cy="19049"/>
            </a:xfrm>
            <a:custGeom>
              <a:rect b="b" l="l" r="r" t="t"/>
              <a:pathLst>
                <a:path extrusionOk="0" h="634" w="2532">
                  <a:moveTo>
                    <a:pt x="1" y="0"/>
                  </a:moveTo>
                  <a:lnTo>
                    <a:pt x="1" y="634"/>
                  </a:lnTo>
                  <a:lnTo>
                    <a:pt x="2531" y="634"/>
                  </a:lnTo>
                  <a:lnTo>
                    <a:pt x="253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57"/>
            <p:cNvSpPr/>
            <p:nvPr/>
          </p:nvSpPr>
          <p:spPr>
            <a:xfrm>
              <a:off x="2759156" y="2125902"/>
              <a:ext cx="76074" cy="18748"/>
            </a:xfrm>
            <a:custGeom>
              <a:rect b="b" l="l" r="r" t="t"/>
              <a:pathLst>
                <a:path extrusionOk="0" h="624" w="2532">
                  <a:moveTo>
                    <a:pt x="1" y="0"/>
                  </a:moveTo>
                  <a:lnTo>
                    <a:pt x="1" y="624"/>
                  </a:lnTo>
                  <a:lnTo>
                    <a:pt x="2531" y="624"/>
                  </a:lnTo>
                  <a:lnTo>
                    <a:pt x="253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57"/>
            <p:cNvSpPr/>
            <p:nvPr/>
          </p:nvSpPr>
          <p:spPr>
            <a:xfrm>
              <a:off x="2702432" y="2029639"/>
              <a:ext cx="189524" cy="323855"/>
            </a:xfrm>
            <a:custGeom>
              <a:rect b="b" l="l" r="r" t="t"/>
              <a:pathLst>
                <a:path extrusionOk="0" h="10779" w="6308">
                  <a:moveTo>
                    <a:pt x="5051" y="1308"/>
                  </a:moveTo>
                  <a:lnTo>
                    <a:pt x="5051" y="4461"/>
                  </a:lnTo>
                  <a:lnTo>
                    <a:pt x="1265" y="4461"/>
                  </a:lnTo>
                  <a:lnTo>
                    <a:pt x="1265" y="1308"/>
                  </a:lnTo>
                  <a:close/>
                  <a:moveTo>
                    <a:pt x="1889" y="7623"/>
                  </a:moveTo>
                  <a:lnTo>
                    <a:pt x="1889" y="8249"/>
                  </a:lnTo>
                  <a:lnTo>
                    <a:pt x="1265" y="8249"/>
                  </a:lnTo>
                  <a:lnTo>
                    <a:pt x="1265" y="7623"/>
                  </a:lnTo>
                  <a:close/>
                  <a:moveTo>
                    <a:pt x="1889" y="8880"/>
                  </a:moveTo>
                  <a:lnTo>
                    <a:pt x="1889" y="9514"/>
                  </a:lnTo>
                  <a:lnTo>
                    <a:pt x="1265" y="9514"/>
                  </a:lnTo>
                  <a:lnTo>
                    <a:pt x="1265" y="8880"/>
                  </a:lnTo>
                  <a:close/>
                  <a:moveTo>
                    <a:pt x="0" y="0"/>
                  </a:moveTo>
                  <a:lnTo>
                    <a:pt x="0" y="10779"/>
                  </a:lnTo>
                  <a:lnTo>
                    <a:pt x="4613" y="10779"/>
                  </a:lnTo>
                  <a:cubicBezTo>
                    <a:pt x="3711" y="10087"/>
                    <a:pt x="3154" y="9016"/>
                    <a:pt x="3154" y="7836"/>
                  </a:cubicBezTo>
                  <a:lnTo>
                    <a:pt x="3154" y="5727"/>
                  </a:lnTo>
                  <a:lnTo>
                    <a:pt x="6308" y="5727"/>
                  </a:lnTo>
                  <a:lnTo>
                    <a:pt x="630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 name="Google Shape;1008;p57"/>
          <p:cNvGrpSpPr/>
          <p:nvPr/>
        </p:nvGrpSpPr>
        <p:grpSpPr>
          <a:xfrm>
            <a:off x="1984127" y="1999318"/>
            <a:ext cx="284346" cy="323854"/>
            <a:chOff x="1982745" y="2029639"/>
            <a:chExt cx="284346" cy="323854"/>
          </a:xfrm>
        </p:grpSpPr>
        <p:sp>
          <p:nvSpPr>
            <p:cNvPr id="1009" name="Google Shape;1009;p57"/>
            <p:cNvSpPr/>
            <p:nvPr/>
          </p:nvSpPr>
          <p:spPr>
            <a:xfrm>
              <a:off x="2031627" y="2029639"/>
              <a:ext cx="186549" cy="78057"/>
            </a:xfrm>
            <a:custGeom>
              <a:rect b="b" l="l" r="r" t="t"/>
              <a:pathLst>
                <a:path extrusionOk="0" h="2598" w="6209">
                  <a:moveTo>
                    <a:pt x="3106" y="0"/>
                  </a:moveTo>
                  <a:cubicBezTo>
                    <a:pt x="2067" y="0"/>
                    <a:pt x="658" y="1188"/>
                    <a:pt x="1" y="2597"/>
                  </a:cubicBezTo>
                  <a:cubicBezTo>
                    <a:pt x="802" y="2126"/>
                    <a:pt x="1974" y="1897"/>
                    <a:pt x="3106" y="1897"/>
                  </a:cubicBezTo>
                  <a:cubicBezTo>
                    <a:pt x="4227" y="1897"/>
                    <a:pt x="5399" y="2126"/>
                    <a:pt x="6209" y="2597"/>
                  </a:cubicBezTo>
                  <a:cubicBezTo>
                    <a:pt x="5551" y="1188"/>
                    <a:pt x="4142" y="0"/>
                    <a:pt x="31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57"/>
            <p:cNvSpPr/>
            <p:nvPr/>
          </p:nvSpPr>
          <p:spPr>
            <a:xfrm>
              <a:off x="1982745" y="2115747"/>
              <a:ext cx="284346" cy="237746"/>
            </a:xfrm>
            <a:custGeom>
              <a:rect b="b" l="l" r="r" t="t"/>
              <a:pathLst>
                <a:path extrusionOk="0" h="7913" w="9464">
                  <a:moveTo>
                    <a:pt x="2538" y="0"/>
                  </a:moveTo>
                  <a:lnTo>
                    <a:pt x="2538" y="0"/>
                  </a:lnTo>
                  <a:cubicBezTo>
                    <a:pt x="1789" y="272"/>
                    <a:pt x="1257" y="685"/>
                    <a:pt x="1257" y="1241"/>
                  </a:cubicBezTo>
                  <a:cubicBezTo>
                    <a:pt x="1257" y="1587"/>
                    <a:pt x="1374" y="1814"/>
                    <a:pt x="1638" y="2187"/>
                  </a:cubicBezTo>
                  <a:lnTo>
                    <a:pt x="1577" y="2187"/>
                  </a:lnTo>
                  <a:cubicBezTo>
                    <a:pt x="700" y="2187"/>
                    <a:pt x="0" y="2895"/>
                    <a:pt x="0" y="3763"/>
                  </a:cubicBezTo>
                  <a:lnTo>
                    <a:pt x="0" y="7913"/>
                  </a:lnTo>
                  <a:lnTo>
                    <a:pt x="1257" y="7913"/>
                  </a:lnTo>
                  <a:lnTo>
                    <a:pt x="1257" y="3452"/>
                  </a:lnTo>
                  <a:lnTo>
                    <a:pt x="8206" y="3452"/>
                  </a:lnTo>
                  <a:lnTo>
                    <a:pt x="8206" y="7913"/>
                  </a:lnTo>
                  <a:lnTo>
                    <a:pt x="9463" y="7913"/>
                  </a:lnTo>
                  <a:lnTo>
                    <a:pt x="9463" y="3763"/>
                  </a:lnTo>
                  <a:cubicBezTo>
                    <a:pt x="9463" y="2895"/>
                    <a:pt x="8755" y="2187"/>
                    <a:pt x="7886" y="2187"/>
                  </a:cubicBezTo>
                  <a:lnTo>
                    <a:pt x="7828" y="2187"/>
                  </a:lnTo>
                  <a:cubicBezTo>
                    <a:pt x="8081" y="1814"/>
                    <a:pt x="8206" y="1587"/>
                    <a:pt x="8206" y="1241"/>
                  </a:cubicBezTo>
                  <a:cubicBezTo>
                    <a:pt x="8206" y="685"/>
                    <a:pt x="7676" y="272"/>
                    <a:pt x="6925" y="0"/>
                  </a:cubicBezTo>
                  <a:lnTo>
                    <a:pt x="6925" y="0"/>
                  </a:lnTo>
                  <a:cubicBezTo>
                    <a:pt x="6984" y="626"/>
                    <a:pt x="6858" y="1233"/>
                    <a:pt x="6536" y="1755"/>
                  </a:cubicBezTo>
                  <a:cubicBezTo>
                    <a:pt x="6123" y="2421"/>
                    <a:pt x="5449" y="2818"/>
                    <a:pt x="4733" y="2818"/>
                  </a:cubicBezTo>
                  <a:cubicBezTo>
                    <a:pt x="4016" y="2818"/>
                    <a:pt x="3340" y="2421"/>
                    <a:pt x="2927" y="1755"/>
                  </a:cubicBezTo>
                  <a:cubicBezTo>
                    <a:pt x="2607" y="1233"/>
                    <a:pt x="2472" y="626"/>
                    <a:pt x="25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57"/>
            <p:cNvSpPr/>
            <p:nvPr/>
          </p:nvSpPr>
          <p:spPr>
            <a:xfrm>
              <a:off x="2039529" y="2238419"/>
              <a:ext cx="170806" cy="115072"/>
            </a:xfrm>
            <a:custGeom>
              <a:rect b="b" l="l" r="r" t="t"/>
              <a:pathLst>
                <a:path extrusionOk="0" h="3830" w="5685">
                  <a:moveTo>
                    <a:pt x="3154" y="634"/>
                  </a:moveTo>
                  <a:lnTo>
                    <a:pt x="3154" y="1257"/>
                  </a:lnTo>
                  <a:lnTo>
                    <a:pt x="2521" y="1257"/>
                  </a:lnTo>
                  <a:lnTo>
                    <a:pt x="2521" y="634"/>
                  </a:lnTo>
                  <a:close/>
                  <a:moveTo>
                    <a:pt x="1" y="0"/>
                  </a:moveTo>
                  <a:lnTo>
                    <a:pt x="1" y="3830"/>
                  </a:lnTo>
                  <a:lnTo>
                    <a:pt x="5685" y="3830"/>
                  </a:lnTo>
                  <a:lnTo>
                    <a:pt x="568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57"/>
            <p:cNvSpPr/>
            <p:nvPr/>
          </p:nvSpPr>
          <p:spPr>
            <a:xfrm>
              <a:off x="2075462" y="2105652"/>
              <a:ext cx="98878" cy="75804"/>
            </a:xfrm>
            <a:custGeom>
              <a:rect b="b" l="l" r="r" t="t"/>
              <a:pathLst>
                <a:path extrusionOk="0" h="2523" w="3291">
                  <a:moveTo>
                    <a:pt x="1647" y="0"/>
                  </a:moveTo>
                  <a:cubicBezTo>
                    <a:pt x="1132" y="0"/>
                    <a:pt x="600" y="51"/>
                    <a:pt x="120" y="152"/>
                  </a:cubicBezTo>
                  <a:cubicBezTo>
                    <a:pt x="1" y="725"/>
                    <a:pt x="86" y="1290"/>
                    <a:pt x="382" y="1763"/>
                  </a:cubicBezTo>
                  <a:cubicBezTo>
                    <a:pt x="677" y="2235"/>
                    <a:pt x="1149" y="2523"/>
                    <a:pt x="1647" y="2523"/>
                  </a:cubicBezTo>
                  <a:cubicBezTo>
                    <a:pt x="2145" y="2523"/>
                    <a:pt x="2616" y="2235"/>
                    <a:pt x="2912" y="1763"/>
                  </a:cubicBezTo>
                  <a:cubicBezTo>
                    <a:pt x="3197" y="1290"/>
                    <a:pt x="3290" y="725"/>
                    <a:pt x="3173" y="152"/>
                  </a:cubicBezTo>
                  <a:cubicBezTo>
                    <a:pt x="2691" y="51"/>
                    <a:pt x="2161" y="0"/>
                    <a:pt x="16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 name="Google Shape;1013;p57"/>
          <p:cNvGrpSpPr/>
          <p:nvPr/>
        </p:nvGrpSpPr>
        <p:grpSpPr>
          <a:xfrm>
            <a:off x="1263088" y="1999317"/>
            <a:ext cx="323645" cy="323855"/>
            <a:chOff x="1263088" y="2029639"/>
            <a:chExt cx="323645" cy="323855"/>
          </a:xfrm>
        </p:grpSpPr>
        <p:sp>
          <p:nvSpPr>
            <p:cNvPr id="1014" name="Google Shape;1014;p57"/>
            <p:cNvSpPr/>
            <p:nvPr/>
          </p:nvSpPr>
          <p:spPr>
            <a:xfrm>
              <a:off x="1263088" y="2029639"/>
              <a:ext cx="323645" cy="323855"/>
            </a:xfrm>
            <a:custGeom>
              <a:rect b="b" l="l" r="r" t="t"/>
              <a:pathLst>
                <a:path extrusionOk="0" h="10779" w="10772">
                  <a:moveTo>
                    <a:pt x="6351" y="1308"/>
                  </a:moveTo>
                  <a:lnTo>
                    <a:pt x="6335" y="1644"/>
                  </a:lnTo>
                  <a:cubicBezTo>
                    <a:pt x="6292" y="2192"/>
                    <a:pt x="6015" y="2690"/>
                    <a:pt x="5567" y="3002"/>
                  </a:cubicBezTo>
                  <a:lnTo>
                    <a:pt x="5389" y="3138"/>
                  </a:lnTo>
                  <a:lnTo>
                    <a:pt x="5205" y="3002"/>
                  </a:lnTo>
                  <a:cubicBezTo>
                    <a:pt x="4758" y="2690"/>
                    <a:pt x="4478" y="2192"/>
                    <a:pt x="4446" y="1644"/>
                  </a:cubicBezTo>
                  <a:lnTo>
                    <a:pt x="4420" y="1308"/>
                  </a:lnTo>
                  <a:close/>
                  <a:moveTo>
                    <a:pt x="3181" y="5727"/>
                  </a:moveTo>
                  <a:lnTo>
                    <a:pt x="3181" y="6358"/>
                  </a:lnTo>
                  <a:lnTo>
                    <a:pt x="1282" y="6358"/>
                  </a:lnTo>
                  <a:lnTo>
                    <a:pt x="1282" y="5727"/>
                  </a:lnTo>
                  <a:close/>
                  <a:moveTo>
                    <a:pt x="9488" y="5727"/>
                  </a:moveTo>
                  <a:lnTo>
                    <a:pt x="9488" y="6358"/>
                  </a:lnTo>
                  <a:lnTo>
                    <a:pt x="7600" y="6358"/>
                  </a:lnTo>
                  <a:lnTo>
                    <a:pt x="7600" y="5727"/>
                  </a:lnTo>
                  <a:close/>
                  <a:moveTo>
                    <a:pt x="3181" y="6992"/>
                  </a:moveTo>
                  <a:lnTo>
                    <a:pt x="3181" y="7623"/>
                  </a:lnTo>
                  <a:lnTo>
                    <a:pt x="1282" y="7623"/>
                  </a:lnTo>
                  <a:lnTo>
                    <a:pt x="1282" y="6992"/>
                  </a:lnTo>
                  <a:close/>
                  <a:moveTo>
                    <a:pt x="9488" y="6992"/>
                  </a:moveTo>
                  <a:lnTo>
                    <a:pt x="9488" y="7623"/>
                  </a:lnTo>
                  <a:lnTo>
                    <a:pt x="7600" y="7623"/>
                  </a:lnTo>
                  <a:lnTo>
                    <a:pt x="7600" y="6992"/>
                  </a:lnTo>
                  <a:close/>
                  <a:moveTo>
                    <a:pt x="2547" y="8880"/>
                  </a:moveTo>
                  <a:lnTo>
                    <a:pt x="2547" y="9514"/>
                  </a:lnTo>
                  <a:lnTo>
                    <a:pt x="1916" y="9514"/>
                  </a:lnTo>
                  <a:lnTo>
                    <a:pt x="1916" y="8880"/>
                  </a:lnTo>
                  <a:close/>
                  <a:moveTo>
                    <a:pt x="8857" y="8880"/>
                  </a:moveTo>
                  <a:lnTo>
                    <a:pt x="8857" y="9514"/>
                  </a:lnTo>
                  <a:lnTo>
                    <a:pt x="8233" y="9514"/>
                  </a:lnTo>
                  <a:lnTo>
                    <a:pt x="8233" y="8880"/>
                  </a:lnTo>
                  <a:close/>
                  <a:moveTo>
                    <a:pt x="3181" y="0"/>
                  </a:moveTo>
                  <a:lnTo>
                    <a:pt x="3181" y="1518"/>
                  </a:lnTo>
                  <a:cubicBezTo>
                    <a:pt x="3181" y="1889"/>
                    <a:pt x="3248" y="2243"/>
                    <a:pt x="3365" y="2573"/>
                  </a:cubicBezTo>
                  <a:lnTo>
                    <a:pt x="1916" y="2573"/>
                  </a:lnTo>
                  <a:lnTo>
                    <a:pt x="1916" y="4461"/>
                  </a:lnTo>
                  <a:lnTo>
                    <a:pt x="1" y="4461"/>
                  </a:lnTo>
                  <a:lnTo>
                    <a:pt x="1" y="10779"/>
                  </a:lnTo>
                  <a:lnTo>
                    <a:pt x="4438" y="10779"/>
                  </a:lnTo>
                  <a:lnTo>
                    <a:pt x="4438" y="4461"/>
                  </a:lnTo>
                  <a:lnTo>
                    <a:pt x="2547" y="4461"/>
                  </a:lnTo>
                  <a:lnTo>
                    <a:pt x="2547" y="3204"/>
                  </a:lnTo>
                  <a:lnTo>
                    <a:pt x="3687" y="3204"/>
                  </a:lnTo>
                  <a:cubicBezTo>
                    <a:pt x="4057" y="3769"/>
                    <a:pt x="4606" y="4225"/>
                    <a:pt x="5288" y="4445"/>
                  </a:cubicBezTo>
                  <a:lnTo>
                    <a:pt x="5389" y="4478"/>
                  </a:lnTo>
                  <a:lnTo>
                    <a:pt x="5490" y="4445"/>
                  </a:lnTo>
                  <a:cubicBezTo>
                    <a:pt x="6167" y="4225"/>
                    <a:pt x="6723" y="3769"/>
                    <a:pt x="7094" y="3204"/>
                  </a:cubicBezTo>
                  <a:lnTo>
                    <a:pt x="8233" y="3204"/>
                  </a:lnTo>
                  <a:lnTo>
                    <a:pt x="8233" y="4461"/>
                  </a:lnTo>
                  <a:lnTo>
                    <a:pt x="6335" y="4461"/>
                  </a:lnTo>
                  <a:lnTo>
                    <a:pt x="6335" y="10779"/>
                  </a:lnTo>
                  <a:lnTo>
                    <a:pt x="10772" y="10779"/>
                  </a:lnTo>
                  <a:lnTo>
                    <a:pt x="10772" y="4461"/>
                  </a:lnTo>
                  <a:lnTo>
                    <a:pt x="8857" y="4461"/>
                  </a:lnTo>
                  <a:lnTo>
                    <a:pt x="8857" y="2573"/>
                  </a:lnTo>
                  <a:lnTo>
                    <a:pt x="7405" y="2573"/>
                  </a:lnTo>
                  <a:cubicBezTo>
                    <a:pt x="7525" y="2243"/>
                    <a:pt x="7600" y="1889"/>
                    <a:pt x="7600" y="1518"/>
                  </a:cubicBezTo>
                  <a:lnTo>
                    <a:pt x="760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57"/>
            <p:cNvSpPr/>
            <p:nvPr/>
          </p:nvSpPr>
          <p:spPr>
            <a:xfrm>
              <a:off x="1417697" y="2087896"/>
              <a:ext cx="14452" cy="11688"/>
            </a:xfrm>
            <a:custGeom>
              <a:rect b="b" l="l" r="r" t="t"/>
              <a:pathLst>
                <a:path extrusionOk="0" h="389" w="481">
                  <a:moveTo>
                    <a:pt x="0" y="0"/>
                  </a:moveTo>
                  <a:cubicBezTo>
                    <a:pt x="59" y="144"/>
                    <a:pt x="134" y="280"/>
                    <a:pt x="243" y="389"/>
                  </a:cubicBezTo>
                  <a:cubicBezTo>
                    <a:pt x="344" y="280"/>
                    <a:pt x="430" y="144"/>
                    <a:pt x="4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 name="Google Shape;1016;p57"/>
          <p:cNvGrpSpPr/>
          <p:nvPr/>
        </p:nvGrpSpPr>
        <p:grpSpPr>
          <a:xfrm>
            <a:off x="7557273" y="1473850"/>
            <a:ext cx="323645" cy="284585"/>
            <a:chOff x="7557273" y="1526392"/>
            <a:chExt cx="323645" cy="284585"/>
          </a:xfrm>
        </p:grpSpPr>
        <p:sp>
          <p:nvSpPr>
            <p:cNvPr id="1017" name="Google Shape;1017;p57"/>
            <p:cNvSpPr/>
            <p:nvPr/>
          </p:nvSpPr>
          <p:spPr>
            <a:xfrm>
              <a:off x="7633556" y="1734902"/>
              <a:ext cx="18988" cy="19018"/>
            </a:xfrm>
            <a:custGeom>
              <a:rect b="b" l="l" r="r" t="t"/>
              <a:pathLst>
                <a:path extrusionOk="0" h="633" w="632">
                  <a:moveTo>
                    <a:pt x="0" y="1"/>
                  </a:moveTo>
                  <a:lnTo>
                    <a:pt x="0" y="633"/>
                  </a:lnTo>
                  <a:lnTo>
                    <a:pt x="632" y="633"/>
                  </a:lnTo>
                  <a:lnTo>
                    <a:pt x="63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57"/>
            <p:cNvSpPr/>
            <p:nvPr/>
          </p:nvSpPr>
          <p:spPr>
            <a:xfrm>
              <a:off x="7785341" y="1734902"/>
              <a:ext cx="19018" cy="19018"/>
            </a:xfrm>
            <a:custGeom>
              <a:rect b="b" l="l" r="r" t="t"/>
              <a:pathLst>
                <a:path extrusionOk="0" h="633" w="633">
                  <a:moveTo>
                    <a:pt x="1" y="1"/>
                  </a:moveTo>
                  <a:lnTo>
                    <a:pt x="1" y="633"/>
                  </a:lnTo>
                  <a:lnTo>
                    <a:pt x="632" y="633"/>
                  </a:lnTo>
                  <a:lnTo>
                    <a:pt x="63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57"/>
            <p:cNvSpPr/>
            <p:nvPr/>
          </p:nvSpPr>
          <p:spPr>
            <a:xfrm>
              <a:off x="7709568" y="1734902"/>
              <a:ext cx="18988" cy="19018"/>
            </a:xfrm>
            <a:custGeom>
              <a:rect b="b" l="l" r="r" t="t"/>
              <a:pathLst>
                <a:path extrusionOk="0" h="633" w="632">
                  <a:moveTo>
                    <a:pt x="0" y="1"/>
                  </a:moveTo>
                  <a:lnTo>
                    <a:pt x="0" y="633"/>
                  </a:lnTo>
                  <a:lnTo>
                    <a:pt x="632" y="633"/>
                  </a:lnTo>
                  <a:lnTo>
                    <a:pt x="63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57"/>
            <p:cNvSpPr/>
            <p:nvPr/>
          </p:nvSpPr>
          <p:spPr>
            <a:xfrm>
              <a:off x="7557273" y="1640171"/>
              <a:ext cx="323645" cy="170806"/>
            </a:xfrm>
            <a:custGeom>
              <a:rect b="b" l="l" r="r" t="t"/>
              <a:pathLst>
                <a:path extrusionOk="0" h="5685" w="10772">
                  <a:moveTo>
                    <a:pt x="3804" y="2531"/>
                  </a:moveTo>
                  <a:lnTo>
                    <a:pt x="3804" y="4419"/>
                  </a:lnTo>
                  <a:lnTo>
                    <a:pt x="1916" y="4419"/>
                  </a:lnTo>
                  <a:lnTo>
                    <a:pt x="1916" y="2531"/>
                  </a:lnTo>
                  <a:close/>
                  <a:moveTo>
                    <a:pt x="6335" y="2531"/>
                  </a:moveTo>
                  <a:lnTo>
                    <a:pt x="6335" y="4419"/>
                  </a:lnTo>
                  <a:lnTo>
                    <a:pt x="4436" y="4419"/>
                  </a:lnTo>
                  <a:lnTo>
                    <a:pt x="4436" y="2531"/>
                  </a:lnTo>
                  <a:close/>
                  <a:moveTo>
                    <a:pt x="8857" y="2531"/>
                  </a:moveTo>
                  <a:lnTo>
                    <a:pt x="8857" y="4419"/>
                  </a:lnTo>
                  <a:lnTo>
                    <a:pt x="6958" y="4419"/>
                  </a:lnTo>
                  <a:lnTo>
                    <a:pt x="6958" y="2531"/>
                  </a:lnTo>
                  <a:close/>
                  <a:moveTo>
                    <a:pt x="1" y="0"/>
                  </a:moveTo>
                  <a:lnTo>
                    <a:pt x="1" y="3154"/>
                  </a:lnTo>
                  <a:lnTo>
                    <a:pt x="651" y="3154"/>
                  </a:lnTo>
                  <a:lnTo>
                    <a:pt x="651" y="3786"/>
                  </a:lnTo>
                  <a:lnTo>
                    <a:pt x="1" y="3786"/>
                  </a:lnTo>
                  <a:lnTo>
                    <a:pt x="1" y="5684"/>
                  </a:lnTo>
                  <a:lnTo>
                    <a:pt x="10772" y="5684"/>
                  </a:lnTo>
                  <a:lnTo>
                    <a:pt x="10772" y="3786"/>
                  </a:lnTo>
                  <a:lnTo>
                    <a:pt x="10122" y="3786"/>
                  </a:lnTo>
                  <a:lnTo>
                    <a:pt x="10122" y="3154"/>
                  </a:lnTo>
                  <a:lnTo>
                    <a:pt x="10772" y="3154"/>
                  </a:lnTo>
                  <a:lnTo>
                    <a:pt x="10772" y="0"/>
                  </a:lnTo>
                  <a:lnTo>
                    <a:pt x="9488" y="0"/>
                  </a:lnTo>
                  <a:lnTo>
                    <a:pt x="9488" y="1577"/>
                  </a:lnTo>
                  <a:lnTo>
                    <a:pt x="8857" y="1577"/>
                  </a:lnTo>
                  <a:lnTo>
                    <a:pt x="8857" y="0"/>
                  </a:lnTo>
                  <a:lnTo>
                    <a:pt x="8223" y="0"/>
                  </a:lnTo>
                  <a:lnTo>
                    <a:pt x="8223" y="1897"/>
                  </a:lnTo>
                  <a:lnTo>
                    <a:pt x="2539" y="1897"/>
                  </a:lnTo>
                  <a:lnTo>
                    <a:pt x="2539" y="0"/>
                  </a:lnTo>
                  <a:lnTo>
                    <a:pt x="1916" y="0"/>
                  </a:lnTo>
                  <a:lnTo>
                    <a:pt x="1916" y="1577"/>
                  </a:lnTo>
                  <a:lnTo>
                    <a:pt x="1282" y="1577"/>
                  </a:lnTo>
                  <a:lnTo>
                    <a:pt x="128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57"/>
            <p:cNvSpPr/>
            <p:nvPr/>
          </p:nvSpPr>
          <p:spPr>
            <a:xfrm>
              <a:off x="7652514" y="1526392"/>
              <a:ext cx="132859" cy="151817"/>
            </a:xfrm>
            <a:custGeom>
              <a:rect b="b" l="l" r="r" t="t"/>
              <a:pathLst>
                <a:path extrusionOk="0" h="5053" w="4422">
                  <a:moveTo>
                    <a:pt x="2211" y="632"/>
                  </a:moveTo>
                  <a:cubicBezTo>
                    <a:pt x="2733" y="632"/>
                    <a:pt x="3165" y="1055"/>
                    <a:pt x="3165" y="1577"/>
                  </a:cubicBezTo>
                  <a:lnTo>
                    <a:pt x="3165" y="2530"/>
                  </a:lnTo>
                  <a:lnTo>
                    <a:pt x="1266" y="2530"/>
                  </a:lnTo>
                  <a:lnTo>
                    <a:pt x="1266" y="1577"/>
                  </a:lnTo>
                  <a:cubicBezTo>
                    <a:pt x="1266" y="1055"/>
                    <a:pt x="1689" y="632"/>
                    <a:pt x="2211" y="632"/>
                  </a:cubicBezTo>
                  <a:close/>
                  <a:moveTo>
                    <a:pt x="2211" y="0"/>
                  </a:moveTo>
                  <a:cubicBezTo>
                    <a:pt x="1343" y="0"/>
                    <a:pt x="634" y="709"/>
                    <a:pt x="634" y="1577"/>
                  </a:cubicBezTo>
                  <a:lnTo>
                    <a:pt x="634" y="2530"/>
                  </a:lnTo>
                  <a:lnTo>
                    <a:pt x="1" y="2530"/>
                  </a:lnTo>
                  <a:lnTo>
                    <a:pt x="1" y="5052"/>
                  </a:lnTo>
                  <a:lnTo>
                    <a:pt x="4422" y="5052"/>
                  </a:lnTo>
                  <a:lnTo>
                    <a:pt x="4422" y="2530"/>
                  </a:lnTo>
                  <a:lnTo>
                    <a:pt x="3788" y="2530"/>
                  </a:lnTo>
                  <a:lnTo>
                    <a:pt x="3788" y="1577"/>
                  </a:lnTo>
                  <a:cubicBezTo>
                    <a:pt x="3788" y="709"/>
                    <a:pt x="3080" y="0"/>
                    <a:pt x="22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 name="Google Shape;1022;p57"/>
          <p:cNvGrpSpPr/>
          <p:nvPr/>
        </p:nvGrpSpPr>
        <p:grpSpPr>
          <a:xfrm>
            <a:off x="6855822" y="1473849"/>
            <a:ext cx="323645" cy="284586"/>
            <a:chOff x="6855822" y="1526392"/>
            <a:chExt cx="323645" cy="284586"/>
          </a:xfrm>
        </p:grpSpPr>
        <p:sp>
          <p:nvSpPr>
            <p:cNvPr id="1023" name="Google Shape;1023;p57"/>
            <p:cNvSpPr/>
            <p:nvPr/>
          </p:nvSpPr>
          <p:spPr>
            <a:xfrm>
              <a:off x="6855822" y="1526392"/>
              <a:ext cx="323645" cy="284586"/>
            </a:xfrm>
            <a:custGeom>
              <a:rect b="b" l="l" r="r" t="t"/>
              <a:pathLst>
                <a:path extrusionOk="0" h="9472" w="10772">
                  <a:moveTo>
                    <a:pt x="6353" y="1265"/>
                  </a:moveTo>
                  <a:lnTo>
                    <a:pt x="6326" y="1601"/>
                  </a:lnTo>
                  <a:cubicBezTo>
                    <a:pt x="6294" y="2150"/>
                    <a:pt x="6015" y="2640"/>
                    <a:pt x="5567" y="2959"/>
                  </a:cubicBezTo>
                  <a:lnTo>
                    <a:pt x="5391" y="3095"/>
                  </a:lnTo>
                  <a:lnTo>
                    <a:pt x="5205" y="2959"/>
                  </a:lnTo>
                  <a:cubicBezTo>
                    <a:pt x="4758" y="2640"/>
                    <a:pt x="4480" y="2150"/>
                    <a:pt x="4446" y="1601"/>
                  </a:cubicBezTo>
                  <a:lnTo>
                    <a:pt x="4422" y="1265"/>
                  </a:lnTo>
                  <a:close/>
                  <a:moveTo>
                    <a:pt x="3181" y="0"/>
                  </a:moveTo>
                  <a:lnTo>
                    <a:pt x="3181" y="1476"/>
                  </a:lnTo>
                  <a:cubicBezTo>
                    <a:pt x="3181" y="2725"/>
                    <a:pt x="3932" y="3838"/>
                    <a:pt x="5071" y="4310"/>
                  </a:cubicBezTo>
                  <a:lnTo>
                    <a:pt x="5071" y="6318"/>
                  </a:lnTo>
                  <a:lnTo>
                    <a:pt x="4422" y="6318"/>
                  </a:lnTo>
                  <a:lnTo>
                    <a:pt x="4422" y="5052"/>
                  </a:lnTo>
                  <a:lnTo>
                    <a:pt x="1" y="5052"/>
                  </a:lnTo>
                  <a:lnTo>
                    <a:pt x="1" y="8206"/>
                  </a:lnTo>
                  <a:lnTo>
                    <a:pt x="1892" y="8206"/>
                  </a:lnTo>
                  <a:lnTo>
                    <a:pt x="1892" y="8838"/>
                  </a:lnTo>
                  <a:lnTo>
                    <a:pt x="634" y="8838"/>
                  </a:lnTo>
                  <a:lnTo>
                    <a:pt x="634" y="9471"/>
                  </a:lnTo>
                  <a:lnTo>
                    <a:pt x="3788" y="9471"/>
                  </a:lnTo>
                  <a:lnTo>
                    <a:pt x="3788" y="8838"/>
                  </a:lnTo>
                  <a:lnTo>
                    <a:pt x="2523" y="8838"/>
                  </a:lnTo>
                  <a:lnTo>
                    <a:pt x="2523" y="8206"/>
                  </a:lnTo>
                  <a:lnTo>
                    <a:pt x="4422" y="8206"/>
                  </a:lnTo>
                  <a:lnTo>
                    <a:pt x="4422" y="6941"/>
                  </a:lnTo>
                  <a:lnTo>
                    <a:pt x="6353" y="6941"/>
                  </a:lnTo>
                  <a:lnTo>
                    <a:pt x="6353" y="8206"/>
                  </a:lnTo>
                  <a:lnTo>
                    <a:pt x="8249" y="8206"/>
                  </a:lnTo>
                  <a:lnTo>
                    <a:pt x="8249" y="8838"/>
                  </a:lnTo>
                  <a:lnTo>
                    <a:pt x="6984" y="8838"/>
                  </a:lnTo>
                  <a:lnTo>
                    <a:pt x="6984" y="9471"/>
                  </a:lnTo>
                  <a:lnTo>
                    <a:pt x="10140" y="9471"/>
                  </a:lnTo>
                  <a:lnTo>
                    <a:pt x="10140" y="8838"/>
                  </a:lnTo>
                  <a:lnTo>
                    <a:pt x="8883" y="8838"/>
                  </a:lnTo>
                  <a:lnTo>
                    <a:pt x="8883" y="8206"/>
                  </a:lnTo>
                  <a:lnTo>
                    <a:pt x="10772" y="8206"/>
                  </a:lnTo>
                  <a:lnTo>
                    <a:pt x="10772" y="5052"/>
                  </a:lnTo>
                  <a:lnTo>
                    <a:pt x="6353" y="5052"/>
                  </a:lnTo>
                  <a:lnTo>
                    <a:pt x="6353" y="6318"/>
                  </a:lnTo>
                  <a:lnTo>
                    <a:pt x="5703" y="6318"/>
                  </a:lnTo>
                  <a:lnTo>
                    <a:pt x="5703" y="4310"/>
                  </a:lnTo>
                  <a:cubicBezTo>
                    <a:pt x="6843" y="3838"/>
                    <a:pt x="7602" y="2725"/>
                    <a:pt x="7602" y="1476"/>
                  </a:cubicBezTo>
                  <a:lnTo>
                    <a:pt x="760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57"/>
            <p:cNvSpPr/>
            <p:nvPr/>
          </p:nvSpPr>
          <p:spPr>
            <a:xfrm>
              <a:off x="7010431" y="1583357"/>
              <a:ext cx="14512" cy="11718"/>
            </a:xfrm>
            <a:custGeom>
              <a:rect b="b" l="l" r="r" t="t"/>
              <a:pathLst>
                <a:path extrusionOk="0" h="390" w="483">
                  <a:moveTo>
                    <a:pt x="0" y="1"/>
                  </a:moveTo>
                  <a:cubicBezTo>
                    <a:pt x="51" y="144"/>
                    <a:pt x="136" y="280"/>
                    <a:pt x="245" y="389"/>
                  </a:cubicBezTo>
                  <a:cubicBezTo>
                    <a:pt x="347" y="280"/>
                    <a:pt x="432" y="144"/>
                    <a:pt x="4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 name="Google Shape;1025;p57"/>
          <p:cNvGrpSpPr/>
          <p:nvPr/>
        </p:nvGrpSpPr>
        <p:grpSpPr>
          <a:xfrm>
            <a:off x="6154462" y="1454201"/>
            <a:ext cx="323855" cy="323883"/>
            <a:chOff x="6154462" y="1508125"/>
            <a:chExt cx="323855" cy="323883"/>
          </a:xfrm>
        </p:grpSpPr>
        <p:sp>
          <p:nvSpPr>
            <p:cNvPr id="1026" name="Google Shape;1026;p57"/>
            <p:cNvSpPr/>
            <p:nvPr/>
          </p:nvSpPr>
          <p:spPr>
            <a:xfrm>
              <a:off x="6306728" y="1716905"/>
              <a:ext cx="19079" cy="19079"/>
            </a:xfrm>
            <a:custGeom>
              <a:rect b="b" l="l" r="r" t="t"/>
              <a:pathLst>
                <a:path extrusionOk="0" h="635" w="635">
                  <a:moveTo>
                    <a:pt x="322" y="1"/>
                  </a:moveTo>
                  <a:cubicBezTo>
                    <a:pt x="144" y="1"/>
                    <a:pt x="1" y="136"/>
                    <a:pt x="1" y="313"/>
                  </a:cubicBezTo>
                  <a:lnTo>
                    <a:pt x="1" y="634"/>
                  </a:lnTo>
                  <a:lnTo>
                    <a:pt x="634" y="634"/>
                  </a:lnTo>
                  <a:lnTo>
                    <a:pt x="634" y="313"/>
                  </a:lnTo>
                  <a:cubicBezTo>
                    <a:pt x="634" y="136"/>
                    <a:pt x="490" y="1"/>
                    <a:pt x="3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57"/>
            <p:cNvSpPr/>
            <p:nvPr/>
          </p:nvSpPr>
          <p:spPr>
            <a:xfrm>
              <a:off x="6249974" y="1678898"/>
              <a:ext cx="132799" cy="153109"/>
            </a:xfrm>
            <a:custGeom>
              <a:rect b="b" l="l" r="r" t="t"/>
              <a:pathLst>
                <a:path extrusionOk="0" h="5096" w="4420">
                  <a:moveTo>
                    <a:pt x="2211" y="634"/>
                  </a:moveTo>
                  <a:cubicBezTo>
                    <a:pt x="2734" y="634"/>
                    <a:pt x="3155" y="1055"/>
                    <a:pt x="3155" y="1578"/>
                  </a:cubicBezTo>
                  <a:lnTo>
                    <a:pt x="3155" y="2523"/>
                  </a:lnTo>
                  <a:lnTo>
                    <a:pt x="1266" y="2523"/>
                  </a:lnTo>
                  <a:lnTo>
                    <a:pt x="1266" y="1578"/>
                  </a:lnTo>
                  <a:cubicBezTo>
                    <a:pt x="1266" y="1055"/>
                    <a:pt x="1687" y="634"/>
                    <a:pt x="2211" y="634"/>
                  </a:cubicBezTo>
                  <a:close/>
                  <a:moveTo>
                    <a:pt x="2211" y="1"/>
                  </a:moveTo>
                  <a:cubicBezTo>
                    <a:pt x="1341" y="1"/>
                    <a:pt x="633" y="709"/>
                    <a:pt x="633" y="1578"/>
                  </a:cubicBezTo>
                  <a:lnTo>
                    <a:pt x="633" y="2523"/>
                  </a:lnTo>
                  <a:lnTo>
                    <a:pt x="1" y="2523"/>
                  </a:lnTo>
                  <a:lnTo>
                    <a:pt x="1" y="5096"/>
                  </a:lnTo>
                  <a:lnTo>
                    <a:pt x="4420" y="5096"/>
                  </a:lnTo>
                  <a:lnTo>
                    <a:pt x="4420" y="2523"/>
                  </a:lnTo>
                  <a:lnTo>
                    <a:pt x="3788" y="2523"/>
                  </a:lnTo>
                  <a:lnTo>
                    <a:pt x="3788" y="1578"/>
                  </a:lnTo>
                  <a:cubicBezTo>
                    <a:pt x="3788" y="709"/>
                    <a:pt x="3080" y="1"/>
                    <a:pt x="22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57"/>
            <p:cNvSpPr/>
            <p:nvPr/>
          </p:nvSpPr>
          <p:spPr>
            <a:xfrm>
              <a:off x="6213740" y="1621934"/>
              <a:ext cx="53480" cy="18988"/>
            </a:xfrm>
            <a:custGeom>
              <a:rect b="b" l="l" r="r" t="t"/>
              <a:pathLst>
                <a:path extrusionOk="0" h="632" w="1780">
                  <a:moveTo>
                    <a:pt x="887" y="0"/>
                  </a:moveTo>
                  <a:cubicBezTo>
                    <a:pt x="482" y="0"/>
                    <a:pt x="128" y="269"/>
                    <a:pt x="1" y="632"/>
                  </a:cubicBezTo>
                  <a:lnTo>
                    <a:pt x="1780" y="632"/>
                  </a:lnTo>
                  <a:cubicBezTo>
                    <a:pt x="1654" y="269"/>
                    <a:pt x="1300" y="0"/>
                    <a:pt x="8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57"/>
            <p:cNvSpPr/>
            <p:nvPr/>
          </p:nvSpPr>
          <p:spPr>
            <a:xfrm>
              <a:off x="6230955" y="1565120"/>
              <a:ext cx="19049" cy="19079"/>
            </a:xfrm>
            <a:custGeom>
              <a:rect b="b" l="l" r="r" t="t"/>
              <a:pathLst>
                <a:path extrusionOk="0" h="635" w="634">
                  <a:moveTo>
                    <a:pt x="314" y="0"/>
                  </a:moveTo>
                  <a:cubicBezTo>
                    <a:pt x="144" y="0"/>
                    <a:pt x="0" y="144"/>
                    <a:pt x="0" y="312"/>
                  </a:cubicBezTo>
                  <a:cubicBezTo>
                    <a:pt x="0" y="490"/>
                    <a:pt x="144" y="634"/>
                    <a:pt x="314" y="634"/>
                  </a:cubicBezTo>
                  <a:cubicBezTo>
                    <a:pt x="490" y="634"/>
                    <a:pt x="634" y="490"/>
                    <a:pt x="634" y="312"/>
                  </a:cubicBezTo>
                  <a:cubicBezTo>
                    <a:pt x="634" y="144"/>
                    <a:pt x="490" y="0"/>
                    <a:pt x="3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57"/>
            <p:cNvSpPr/>
            <p:nvPr/>
          </p:nvSpPr>
          <p:spPr>
            <a:xfrm>
              <a:off x="6154462" y="1508125"/>
              <a:ext cx="323855" cy="227861"/>
            </a:xfrm>
            <a:custGeom>
              <a:rect b="b" l="l" r="r" t="t"/>
              <a:pathLst>
                <a:path extrusionOk="0" h="7584" w="10779">
                  <a:moveTo>
                    <a:pt x="6334" y="1897"/>
                  </a:moveTo>
                  <a:lnTo>
                    <a:pt x="6334" y="2531"/>
                  </a:lnTo>
                  <a:lnTo>
                    <a:pt x="5069" y="2531"/>
                  </a:lnTo>
                  <a:lnTo>
                    <a:pt x="5069" y="1897"/>
                  </a:lnTo>
                  <a:close/>
                  <a:moveTo>
                    <a:pt x="9489" y="1897"/>
                  </a:moveTo>
                  <a:lnTo>
                    <a:pt x="9489" y="2531"/>
                  </a:lnTo>
                  <a:lnTo>
                    <a:pt x="6967" y="2531"/>
                  </a:lnTo>
                  <a:lnTo>
                    <a:pt x="6967" y="1897"/>
                  </a:lnTo>
                  <a:close/>
                  <a:moveTo>
                    <a:pt x="9489" y="3163"/>
                  </a:moveTo>
                  <a:lnTo>
                    <a:pt x="9489" y="3788"/>
                  </a:lnTo>
                  <a:lnTo>
                    <a:pt x="5069" y="3788"/>
                  </a:lnTo>
                  <a:lnTo>
                    <a:pt x="5069" y="3163"/>
                  </a:lnTo>
                  <a:close/>
                  <a:moveTo>
                    <a:pt x="2860" y="1266"/>
                  </a:moveTo>
                  <a:cubicBezTo>
                    <a:pt x="3382" y="1266"/>
                    <a:pt x="3812" y="1687"/>
                    <a:pt x="3812" y="2209"/>
                  </a:cubicBezTo>
                  <a:cubicBezTo>
                    <a:pt x="3812" y="2733"/>
                    <a:pt x="3382" y="3163"/>
                    <a:pt x="2860" y="3163"/>
                  </a:cubicBezTo>
                  <a:cubicBezTo>
                    <a:pt x="3737" y="3163"/>
                    <a:pt x="4445" y="3871"/>
                    <a:pt x="4445" y="4739"/>
                  </a:cubicBezTo>
                  <a:lnTo>
                    <a:pt x="4445" y="5053"/>
                  </a:lnTo>
                  <a:lnTo>
                    <a:pt x="1281" y="5053"/>
                  </a:lnTo>
                  <a:lnTo>
                    <a:pt x="1281" y="4739"/>
                  </a:lnTo>
                  <a:cubicBezTo>
                    <a:pt x="1281" y="3871"/>
                    <a:pt x="1990" y="3163"/>
                    <a:pt x="2860" y="3163"/>
                  </a:cubicBezTo>
                  <a:cubicBezTo>
                    <a:pt x="2344" y="3163"/>
                    <a:pt x="1915" y="2733"/>
                    <a:pt x="1915" y="2209"/>
                  </a:cubicBezTo>
                  <a:cubicBezTo>
                    <a:pt x="1915" y="1687"/>
                    <a:pt x="2344" y="1266"/>
                    <a:pt x="2860" y="1266"/>
                  </a:cubicBezTo>
                  <a:close/>
                  <a:moveTo>
                    <a:pt x="0" y="1"/>
                  </a:moveTo>
                  <a:lnTo>
                    <a:pt x="0" y="7583"/>
                  </a:lnTo>
                  <a:lnTo>
                    <a:pt x="3180" y="7583"/>
                  </a:lnTo>
                  <a:lnTo>
                    <a:pt x="3180" y="7262"/>
                  </a:lnTo>
                  <a:cubicBezTo>
                    <a:pt x="3180" y="6047"/>
                    <a:pt x="4166" y="5053"/>
                    <a:pt x="5390" y="5053"/>
                  </a:cubicBezTo>
                  <a:lnTo>
                    <a:pt x="5069" y="5053"/>
                  </a:lnTo>
                  <a:lnTo>
                    <a:pt x="5069" y="4420"/>
                  </a:lnTo>
                  <a:lnTo>
                    <a:pt x="8232" y="4420"/>
                  </a:lnTo>
                  <a:lnTo>
                    <a:pt x="8232" y="5053"/>
                  </a:lnTo>
                  <a:lnTo>
                    <a:pt x="5390" y="5053"/>
                  </a:lnTo>
                  <a:cubicBezTo>
                    <a:pt x="6605" y="5053"/>
                    <a:pt x="7599" y="6047"/>
                    <a:pt x="7599" y="7262"/>
                  </a:cubicBezTo>
                  <a:lnTo>
                    <a:pt x="7599" y="7583"/>
                  </a:lnTo>
                  <a:lnTo>
                    <a:pt x="10779" y="7583"/>
                  </a:lnTo>
                  <a:lnTo>
                    <a:pt x="1077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 name="Google Shape;1031;p57"/>
          <p:cNvGrpSpPr/>
          <p:nvPr/>
        </p:nvGrpSpPr>
        <p:grpSpPr>
          <a:xfrm>
            <a:off x="5501235" y="1454201"/>
            <a:ext cx="245526" cy="323882"/>
            <a:chOff x="5498439" y="1508125"/>
            <a:chExt cx="245526" cy="323882"/>
          </a:xfrm>
        </p:grpSpPr>
        <p:sp>
          <p:nvSpPr>
            <p:cNvPr id="1032" name="Google Shape;1032;p57"/>
            <p:cNvSpPr/>
            <p:nvPr/>
          </p:nvSpPr>
          <p:spPr>
            <a:xfrm>
              <a:off x="5613990" y="1566381"/>
              <a:ext cx="14422" cy="11718"/>
            </a:xfrm>
            <a:custGeom>
              <a:rect b="b" l="l" r="r" t="t"/>
              <a:pathLst>
                <a:path extrusionOk="0" h="390" w="480">
                  <a:moveTo>
                    <a:pt x="0" y="1"/>
                  </a:moveTo>
                  <a:cubicBezTo>
                    <a:pt x="51" y="145"/>
                    <a:pt x="134" y="280"/>
                    <a:pt x="243" y="390"/>
                  </a:cubicBezTo>
                  <a:cubicBezTo>
                    <a:pt x="344" y="280"/>
                    <a:pt x="429" y="145"/>
                    <a:pt x="4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57"/>
            <p:cNvSpPr/>
            <p:nvPr/>
          </p:nvSpPr>
          <p:spPr>
            <a:xfrm>
              <a:off x="5554923" y="1508125"/>
              <a:ext cx="132559" cy="134572"/>
            </a:xfrm>
            <a:custGeom>
              <a:rect b="b" l="l" r="r" t="t"/>
              <a:pathLst>
                <a:path extrusionOk="0" h="4479" w="4412">
                  <a:moveTo>
                    <a:pt x="3170" y="1308"/>
                  </a:moveTo>
                  <a:lnTo>
                    <a:pt x="3146" y="1644"/>
                  </a:lnTo>
                  <a:cubicBezTo>
                    <a:pt x="3112" y="2193"/>
                    <a:pt x="2834" y="2691"/>
                    <a:pt x="2387" y="3003"/>
                  </a:cubicBezTo>
                  <a:lnTo>
                    <a:pt x="2209" y="3138"/>
                  </a:lnTo>
                  <a:lnTo>
                    <a:pt x="2025" y="3003"/>
                  </a:lnTo>
                  <a:cubicBezTo>
                    <a:pt x="1577" y="2691"/>
                    <a:pt x="1298" y="2193"/>
                    <a:pt x="1266" y="1644"/>
                  </a:cubicBezTo>
                  <a:lnTo>
                    <a:pt x="1239" y="1308"/>
                  </a:lnTo>
                  <a:close/>
                  <a:moveTo>
                    <a:pt x="1" y="1"/>
                  </a:moveTo>
                  <a:lnTo>
                    <a:pt x="1" y="1519"/>
                  </a:lnTo>
                  <a:cubicBezTo>
                    <a:pt x="1" y="2169"/>
                    <a:pt x="195" y="2792"/>
                    <a:pt x="582" y="3333"/>
                  </a:cubicBezTo>
                  <a:cubicBezTo>
                    <a:pt x="970" y="3863"/>
                    <a:pt x="1501" y="4244"/>
                    <a:pt x="2108" y="4446"/>
                  </a:cubicBezTo>
                  <a:lnTo>
                    <a:pt x="2209" y="4478"/>
                  </a:lnTo>
                  <a:lnTo>
                    <a:pt x="2302" y="4446"/>
                  </a:lnTo>
                  <a:cubicBezTo>
                    <a:pt x="2909" y="4244"/>
                    <a:pt x="3442" y="3863"/>
                    <a:pt x="3828" y="3333"/>
                  </a:cubicBezTo>
                  <a:cubicBezTo>
                    <a:pt x="4217" y="2792"/>
                    <a:pt x="4411" y="2169"/>
                    <a:pt x="4411" y="1519"/>
                  </a:cubicBezTo>
                  <a:lnTo>
                    <a:pt x="44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57"/>
            <p:cNvSpPr/>
            <p:nvPr/>
          </p:nvSpPr>
          <p:spPr>
            <a:xfrm>
              <a:off x="5574151" y="1645459"/>
              <a:ext cx="37556" cy="53720"/>
            </a:xfrm>
            <a:custGeom>
              <a:rect b="b" l="l" r="r" t="t"/>
              <a:pathLst>
                <a:path extrusionOk="0" h="1788" w="1250">
                  <a:moveTo>
                    <a:pt x="322" y="0"/>
                  </a:moveTo>
                  <a:cubicBezTo>
                    <a:pt x="136" y="515"/>
                    <a:pt x="27" y="1130"/>
                    <a:pt x="0" y="1788"/>
                  </a:cubicBezTo>
                  <a:lnTo>
                    <a:pt x="1249" y="1788"/>
                  </a:lnTo>
                  <a:lnTo>
                    <a:pt x="1249" y="472"/>
                  </a:lnTo>
                  <a:cubicBezTo>
                    <a:pt x="921" y="355"/>
                    <a:pt x="607" y="195"/>
                    <a:pt x="3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57"/>
            <p:cNvSpPr/>
            <p:nvPr/>
          </p:nvSpPr>
          <p:spPr>
            <a:xfrm>
              <a:off x="5574151" y="1718197"/>
              <a:ext cx="37556" cy="91968"/>
            </a:xfrm>
            <a:custGeom>
              <a:rect b="b" l="l" r="r" t="t"/>
              <a:pathLst>
                <a:path extrusionOk="0" h="3061" w="1250">
                  <a:moveTo>
                    <a:pt x="0" y="0"/>
                  </a:moveTo>
                  <a:cubicBezTo>
                    <a:pt x="77" y="1593"/>
                    <a:pt x="642" y="2757"/>
                    <a:pt x="1249" y="3061"/>
                  </a:cubicBezTo>
                  <a:lnTo>
                    <a:pt x="124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57"/>
            <p:cNvSpPr/>
            <p:nvPr/>
          </p:nvSpPr>
          <p:spPr>
            <a:xfrm>
              <a:off x="5673749" y="1608234"/>
              <a:ext cx="70215" cy="90946"/>
            </a:xfrm>
            <a:custGeom>
              <a:rect b="b" l="l" r="r" t="t"/>
              <a:pathLst>
                <a:path extrusionOk="0" h="3027" w="2337">
                  <a:moveTo>
                    <a:pt x="608" y="1"/>
                  </a:moveTo>
                  <a:cubicBezTo>
                    <a:pt x="541" y="126"/>
                    <a:pt x="472" y="244"/>
                    <a:pt x="389" y="363"/>
                  </a:cubicBezTo>
                  <a:cubicBezTo>
                    <a:pt x="270" y="523"/>
                    <a:pt x="145" y="675"/>
                    <a:pt x="1" y="818"/>
                  </a:cubicBezTo>
                  <a:cubicBezTo>
                    <a:pt x="262" y="1442"/>
                    <a:pt x="414" y="2209"/>
                    <a:pt x="448" y="3027"/>
                  </a:cubicBezTo>
                  <a:lnTo>
                    <a:pt x="2337" y="3027"/>
                  </a:lnTo>
                  <a:cubicBezTo>
                    <a:pt x="2236" y="1812"/>
                    <a:pt x="1594" y="699"/>
                    <a:pt x="6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57"/>
            <p:cNvSpPr/>
            <p:nvPr/>
          </p:nvSpPr>
          <p:spPr>
            <a:xfrm>
              <a:off x="5630695" y="1718197"/>
              <a:ext cx="37496" cy="91968"/>
            </a:xfrm>
            <a:custGeom>
              <a:rect b="b" l="l" r="r" t="t"/>
              <a:pathLst>
                <a:path extrusionOk="0" h="3061" w="1248">
                  <a:moveTo>
                    <a:pt x="1" y="0"/>
                  </a:moveTo>
                  <a:lnTo>
                    <a:pt x="1" y="3061"/>
                  </a:lnTo>
                  <a:cubicBezTo>
                    <a:pt x="608" y="2757"/>
                    <a:pt x="1173" y="1593"/>
                    <a:pt x="12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57"/>
            <p:cNvSpPr/>
            <p:nvPr/>
          </p:nvSpPr>
          <p:spPr>
            <a:xfrm>
              <a:off x="5498439" y="1608234"/>
              <a:ext cx="70215" cy="90946"/>
            </a:xfrm>
            <a:custGeom>
              <a:rect b="b" l="l" r="r" t="t"/>
              <a:pathLst>
                <a:path extrusionOk="0" h="3027" w="2337">
                  <a:moveTo>
                    <a:pt x="1729" y="1"/>
                  </a:moveTo>
                  <a:cubicBezTo>
                    <a:pt x="741" y="699"/>
                    <a:pt x="101" y="1812"/>
                    <a:pt x="0" y="3027"/>
                  </a:cubicBezTo>
                  <a:lnTo>
                    <a:pt x="1889" y="3027"/>
                  </a:lnTo>
                  <a:cubicBezTo>
                    <a:pt x="1923" y="2209"/>
                    <a:pt x="2075" y="1450"/>
                    <a:pt x="2336" y="818"/>
                  </a:cubicBezTo>
                  <a:cubicBezTo>
                    <a:pt x="2200" y="683"/>
                    <a:pt x="2075" y="531"/>
                    <a:pt x="1955" y="379"/>
                  </a:cubicBezTo>
                  <a:cubicBezTo>
                    <a:pt x="1872" y="254"/>
                    <a:pt x="1796" y="126"/>
                    <a:pt x="17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57"/>
            <p:cNvSpPr/>
            <p:nvPr/>
          </p:nvSpPr>
          <p:spPr>
            <a:xfrm>
              <a:off x="5498439" y="1718197"/>
              <a:ext cx="122854" cy="113810"/>
            </a:xfrm>
            <a:custGeom>
              <a:rect b="b" l="l" r="r" t="t"/>
              <a:pathLst>
                <a:path extrusionOk="0" h="3788" w="4089">
                  <a:moveTo>
                    <a:pt x="0" y="0"/>
                  </a:moveTo>
                  <a:cubicBezTo>
                    <a:pt x="160" y="2110"/>
                    <a:pt x="1931" y="3788"/>
                    <a:pt x="4089" y="3788"/>
                  </a:cubicBezTo>
                  <a:cubicBezTo>
                    <a:pt x="2901" y="3788"/>
                    <a:pt x="1974" y="2142"/>
                    <a:pt x="18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57"/>
            <p:cNvSpPr/>
            <p:nvPr/>
          </p:nvSpPr>
          <p:spPr>
            <a:xfrm>
              <a:off x="5630695" y="1645459"/>
              <a:ext cx="37496" cy="53720"/>
            </a:xfrm>
            <a:custGeom>
              <a:rect b="b" l="l" r="r" t="t"/>
              <a:pathLst>
                <a:path extrusionOk="0" h="1788" w="1248">
                  <a:moveTo>
                    <a:pt x="928" y="0"/>
                  </a:moveTo>
                  <a:cubicBezTo>
                    <a:pt x="640" y="195"/>
                    <a:pt x="329" y="355"/>
                    <a:pt x="1" y="472"/>
                  </a:cubicBezTo>
                  <a:lnTo>
                    <a:pt x="1" y="1788"/>
                  </a:lnTo>
                  <a:lnTo>
                    <a:pt x="1248" y="1788"/>
                  </a:lnTo>
                  <a:cubicBezTo>
                    <a:pt x="1223" y="1130"/>
                    <a:pt x="1114" y="515"/>
                    <a:pt x="9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57"/>
            <p:cNvSpPr/>
            <p:nvPr/>
          </p:nvSpPr>
          <p:spPr>
            <a:xfrm>
              <a:off x="5621261" y="1718197"/>
              <a:ext cx="122704" cy="113810"/>
            </a:xfrm>
            <a:custGeom>
              <a:rect b="b" l="l" r="r" t="t"/>
              <a:pathLst>
                <a:path extrusionOk="0" h="3788" w="4084">
                  <a:moveTo>
                    <a:pt x="2195" y="0"/>
                  </a:moveTo>
                  <a:cubicBezTo>
                    <a:pt x="2110" y="2142"/>
                    <a:pt x="1183" y="3788"/>
                    <a:pt x="1" y="3788"/>
                  </a:cubicBezTo>
                  <a:cubicBezTo>
                    <a:pt x="2153" y="3788"/>
                    <a:pt x="3924" y="2110"/>
                    <a:pt x="40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 name="Google Shape;1042;p57"/>
          <p:cNvGrpSpPr/>
          <p:nvPr/>
        </p:nvGrpSpPr>
        <p:grpSpPr>
          <a:xfrm>
            <a:off x="4760771" y="1454202"/>
            <a:ext cx="323881" cy="323881"/>
            <a:chOff x="4760725" y="1508125"/>
            <a:chExt cx="323881" cy="323881"/>
          </a:xfrm>
        </p:grpSpPr>
        <p:sp>
          <p:nvSpPr>
            <p:cNvPr id="1043" name="Google Shape;1043;p57"/>
            <p:cNvSpPr/>
            <p:nvPr/>
          </p:nvSpPr>
          <p:spPr>
            <a:xfrm>
              <a:off x="5027581" y="1508125"/>
              <a:ext cx="57025" cy="57025"/>
            </a:xfrm>
            <a:custGeom>
              <a:rect b="b" l="l" r="r" t="t"/>
              <a:pathLst>
                <a:path extrusionOk="0" h="1898" w="1898">
                  <a:moveTo>
                    <a:pt x="1" y="1"/>
                  </a:moveTo>
                  <a:lnTo>
                    <a:pt x="1" y="632"/>
                  </a:lnTo>
                  <a:lnTo>
                    <a:pt x="1266" y="632"/>
                  </a:lnTo>
                  <a:lnTo>
                    <a:pt x="1266" y="1897"/>
                  </a:lnTo>
                  <a:lnTo>
                    <a:pt x="1898" y="1897"/>
                  </a:lnTo>
                  <a:lnTo>
                    <a:pt x="189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57"/>
            <p:cNvSpPr/>
            <p:nvPr/>
          </p:nvSpPr>
          <p:spPr>
            <a:xfrm>
              <a:off x="5027581" y="1774921"/>
              <a:ext cx="57025" cy="57085"/>
            </a:xfrm>
            <a:custGeom>
              <a:rect b="b" l="l" r="r" t="t"/>
              <a:pathLst>
                <a:path extrusionOk="0" h="1900" w="1898">
                  <a:moveTo>
                    <a:pt x="1266" y="1"/>
                  </a:moveTo>
                  <a:lnTo>
                    <a:pt x="1266" y="1266"/>
                  </a:lnTo>
                  <a:lnTo>
                    <a:pt x="1" y="1266"/>
                  </a:lnTo>
                  <a:lnTo>
                    <a:pt x="1" y="1900"/>
                  </a:lnTo>
                  <a:lnTo>
                    <a:pt x="1898" y="1900"/>
                  </a:lnTo>
                  <a:lnTo>
                    <a:pt x="189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57"/>
            <p:cNvSpPr/>
            <p:nvPr/>
          </p:nvSpPr>
          <p:spPr>
            <a:xfrm>
              <a:off x="4760725" y="1774921"/>
              <a:ext cx="57086" cy="57085"/>
            </a:xfrm>
            <a:custGeom>
              <a:rect b="b" l="l" r="r" t="t"/>
              <a:pathLst>
                <a:path extrusionOk="0" h="1900" w="1900">
                  <a:moveTo>
                    <a:pt x="1" y="1"/>
                  </a:moveTo>
                  <a:lnTo>
                    <a:pt x="1" y="1900"/>
                  </a:lnTo>
                  <a:lnTo>
                    <a:pt x="1899" y="1900"/>
                  </a:lnTo>
                  <a:lnTo>
                    <a:pt x="1899" y="1266"/>
                  </a:lnTo>
                  <a:lnTo>
                    <a:pt x="634" y="1266"/>
                  </a:lnTo>
                  <a:lnTo>
                    <a:pt x="63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57"/>
            <p:cNvSpPr/>
            <p:nvPr/>
          </p:nvSpPr>
          <p:spPr>
            <a:xfrm>
              <a:off x="4760725" y="1508125"/>
              <a:ext cx="57086" cy="57025"/>
            </a:xfrm>
            <a:custGeom>
              <a:rect b="b" l="l" r="r" t="t"/>
              <a:pathLst>
                <a:path extrusionOk="0" h="1898" w="1900">
                  <a:moveTo>
                    <a:pt x="1" y="1"/>
                  </a:moveTo>
                  <a:lnTo>
                    <a:pt x="1" y="1897"/>
                  </a:lnTo>
                  <a:lnTo>
                    <a:pt x="634" y="1897"/>
                  </a:lnTo>
                  <a:lnTo>
                    <a:pt x="634" y="632"/>
                  </a:lnTo>
                  <a:lnTo>
                    <a:pt x="1899" y="632"/>
                  </a:lnTo>
                  <a:lnTo>
                    <a:pt x="189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57"/>
            <p:cNvSpPr/>
            <p:nvPr/>
          </p:nvSpPr>
          <p:spPr>
            <a:xfrm>
              <a:off x="4799302" y="1603667"/>
              <a:ext cx="246579" cy="208813"/>
            </a:xfrm>
            <a:custGeom>
              <a:rect b="b" l="l" r="r" t="t"/>
              <a:pathLst>
                <a:path extrusionOk="0" h="6950" w="8207">
                  <a:moveTo>
                    <a:pt x="3162" y="1897"/>
                  </a:moveTo>
                  <a:lnTo>
                    <a:pt x="3162" y="2521"/>
                  </a:lnTo>
                  <a:lnTo>
                    <a:pt x="2530" y="2521"/>
                  </a:lnTo>
                  <a:lnTo>
                    <a:pt x="2530" y="1897"/>
                  </a:lnTo>
                  <a:close/>
                  <a:moveTo>
                    <a:pt x="5684" y="1897"/>
                  </a:moveTo>
                  <a:lnTo>
                    <a:pt x="5684" y="2521"/>
                  </a:lnTo>
                  <a:lnTo>
                    <a:pt x="5052" y="2521"/>
                  </a:lnTo>
                  <a:lnTo>
                    <a:pt x="5052" y="1897"/>
                  </a:lnTo>
                  <a:close/>
                  <a:moveTo>
                    <a:pt x="4419" y="2521"/>
                  </a:moveTo>
                  <a:lnTo>
                    <a:pt x="4419" y="3474"/>
                  </a:lnTo>
                  <a:lnTo>
                    <a:pt x="4739" y="3474"/>
                  </a:lnTo>
                  <a:lnTo>
                    <a:pt x="4739" y="4108"/>
                  </a:lnTo>
                  <a:lnTo>
                    <a:pt x="3787" y="4108"/>
                  </a:lnTo>
                  <a:lnTo>
                    <a:pt x="3787" y="2521"/>
                  </a:lnTo>
                  <a:close/>
                  <a:moveTo>
                    <a:pt x="4925" y="4580"/>
                  </a:moveTo>
                  <a:lnTo>
                    <a:pt x="5474" y="4891"/>
                  </a:lnTo>
                  <a:cubicBezTo>
                    <a:pt x="5194" y="5381"/>
                    <a:pt x="4664" y="5685"/>
                    <a:pt x="4107" y="5685"/>
                  </a:cubicBezTo>
                  <a:cubicBezTo>
                    <a:pt x="3542" y="5685"/>
                    <a:pt x="3018" y="5381"/>
                    <a:pt x="2741" y="4891"/>
                  </a:cubicBezTo>
                  <a:lnTo>
                    <a:pt x="3289" y="4580"/>
                  </a:lnTo>
                  <a:cubicBezTo>
                    <a:pt x="3457" y="4867"/>
                    <a:pt x="3769" y="5051"/>
                    <a:pt x="4107" y="5051"/>
                  </a:cubicBezTo>
                  <a:cubicBezTo>
                    <a:pt x="4445" y="5051"/>
                    <a:pt x="4757" y="4867"/>
                    <a:pt x="4925" y="4580"/>
                  </a:cubicBezTo>
                  <a:close/>
                  <a:moveTo>
                    <a:pt x="1897" y="1"/>
                  </a:moveTo>
                  <a:lnTo>
                    <a:pt x="1897" y="313"/>
                  </a:lnTo>
                  <a:cubicBezTo>
                    <a:pt x="1897" y="835"/>
                    <a:pt x="1476" y="1266"/>
                    <a:pt x="953" y="1266"/>
                  </a:cubicBezTo>
                  <a:cubicBezTo>
                    <a:pt x="429" y="1266"/>
                    <a:pt x="0" y="1687"/>
                    <a:pt x="0" y="2209"/>
                  </a:cubicBezTo>
                  <a:cubicBezTo>
                    <a:pt x="0" y="2622"/>
                    <a:pt x="269" y="2968"/>
                    <a:pt x="632" y="3104"/>
                  </a:cubicBezTo>
                  <a:lnTo>
                    <a:pt x="632" y="3341"/>
                  </a:lnTo>
                  <a:cubicBezTo>
                    <a:pt x="632" y="5254"/>
                    <a:pt x="2134" y="6950"/>
                    <a:pt x="4107" y="6950"/>
                  </a:cubicBezTo>
                  <a:cubicBezTo>
                    <a:pt x="6046" y="6950"/>
                    <a:pt x="7583" y="5355"/>
                    <a:pt x="7583" y="3474"/>
                  </a:cubicBezTo>
                  <a:lnTo>
                    <a:pt x="7583" y="3104"/>
                  </a:lnTo>
                  <a:cubicBezTo>
                    <a:pt x="7945" y="2968"/>
                    <a:pt x="8206" y="2622"/>
                    <a:pt x="8206" y="2209"/>
                  </a:cubicBezTo>
                  <a:cubicBezTo>
                    <a:pt x="8206" y="1687"/>
                    <a:pt x="7785" y="1266"/>
                    <a:pt x="7261" y="1266"/>
                  </a:cubicBezTo>
                  <a:cubicBezTo>
                    <a:pt x="6739" y="1266"/>
                    <a:pt x="6318" y="835"/>
                    <a:pt x="6318" y="313"/>
                  </a:cubicBezTo>
                  <a:lnTo>
                    <a:pt x="631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57"/>
            <p:cNvSpPr/>
            <p:nvPr/>
          </p:nvSpPr>
          <p:spPr>
            <a:xfrm>
              <a:off x="4799302" y="1527894"/>
              <a:ext cx="246579" cy="104406"/>
            </a:xfrm>
            <a:custGeom>
              <a:rect b="b" l="l" r="r" t="t"/>
              <a:pathLst>
                <a:path extrusionOk="0" h="3475" w="8207">
                  <a:moveTo>
                    <a:pt x="3474" y="1"/>
                  </a:moveTo>
                  <a:cubicBezTo>
                    <a:pt x="1561" y="1"/>
                    <a:pt x="0" y="1551"/>
                    <a:pt x="0" y="3466"/>
                  </a:cubicBezTo>
                  <a:lnTo>
                    <a:pt x="0" y="3474"/>
                  </a:lnTo>
                  <a:cubicBezTo>
                    <a:pt x="269" y="3282"/>
                    <a:pt x="589" y="3154"/>
                    <a:pt x="953" y="3154"/>
                  </a:cubicBezTo>
                  <a:cubicBezTo>
                    <a:pt x="1122" y="3154"/>
                    <a:pt x="1265" y="3011"/>
                    <a:pt x="1265" y="2835"/>
                  </a:cubicBezTo>
                  <a:lnTo>
                    <a:pt x="1265" y="1889"/>
                  </a:lnTo>
                  <a:lnTo>
                    <a:pt x="6949" y="1889"/>
                  </a:lnTo>
                  <a:lnTo>
                    <a:pt x="6949" y="2835"/>
                  </a:lnTo>
                  <a:cubicBezTo>
                    <a:pt x="6949" y="3011"/>
                    <a:pt x="7085" y="3154"/>
                    <a:pt x="7261" y="3154"/>
                  </a:cubicBezTo>
                  <a:cubicBezTo>
                    <a:pt x="7615" y="3154"/>
                    <a:pt x="7945" y="3282"/>
                    <a:pt x="8206" y="3474"/>
                  </a:cubicBezTo>
                  <a:lnTo>
                    <a:pt x="8206" y="3466"/>
                  </a:lnTo>
                  <a:cubicBezTo>
                    <a:pt x="8206" y="1551"/>
                    <a:pt x="6654" y="1"/>
                    <a:pt x="47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 name="Google Shape;1049;p57"/>
          <p:cNvGrpSpPr/>
          <p:nvPr/>
        </p:nvGrpSpPr>
        <p:grpSpPr>
          <a:xfrm>
            <a:off x="4059337" y="1454202"/>
            <a:ext cx="323881" cy="323881"/>
            <a:chOff x="4059335" y="1508125"/>
            <a:chExt cx="323881" cy="323881"/>
          </a:xfrm>
        </p:grpSpPr>
        <p:sp>
          <p:nvSpPr>
            <p:cNvPr id="1050" name="Google Shape;1050;p57"/>
            <p:cNvSpPr/>
            <p:nvPr/>
          </p:nvSpPr>
          <p:spPr>
            <a:xfrm>
              <a:off x="4326190" y="1508125"/>
              <a:ext cx="57025" cy="57025"/>
            </a:xfrm>
            <a:custGeom>
              <a:rect b="b" l="l" r="r" t="t"/>
              <a:pathLst>
                <a:path extrusionOk="0" h="1898" w="1898">
                  <a:moveTo>
                    <a:pt x="1" y="1"/>
                  </a:moveTo>
                  <a:lnTo>
                    <a:pt x="1" y="632"/>
                  </a:lnTo>
                  <a:lnTo>
                    <a:pt x="1266" y="632"/>
                  </a:lnTo>
                  <a:lnTo>
                    <a:pt x="1266" y="1897"/>
                  </a:lnTo>
                  <a:lnTo>
                    <a:pt x="1898" y="1897"/>
                  </a:lnTo>
                  <a:lnTo>
                    <a:pt x="189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57"/>
            <p:cNvSpPr/>
            <p:nvPr/>
          </p:nvSpPr>
          <p:spPr>
            <a:xfrm>
              <a:off x="4059335" y="1508125"/>
              <a:ext cx="57086" cy="57025"/>
            </a:xfrm>
            <a:custGeom>
              <a:rect b="b" l="l" r="r" t="t"/>
              <a:pathLst>
                <a:path extrusionOk="0" h="1898" w="1900">
                  <a:moveTo>
                    <a:pt x="1" y="1"/>
                  </a:moveTo>
                  <a:lnTo>
                    <a:pt x="1" y="1897"/>
                  </a:lnTo>
                  <a:lnTo>
                    <a:pt x="634" y="1897"/>
                  </a:lnTo>
                  <a:lnTo>
                    <a:pt x="634" y="632"/>
                  </a:lnTo>
                  <a:lnTo>
                    <a:pt x="1900" y="632"/>
                  </a:lnTo>
                  <a:lnTo>
                    <a:pt x="190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57"/>
            <p:cNvSpPr/>
            <p:nvPr/>
          </p:nvSpPr>
          <p:spPr>
            <a:xfrm>
              <a:off x="4326190" y="1774921"/>
              <a:ext cx="57025" cy="57085"/>
            </a:xfrm>
            <a:custGeom>
              <a:rect b="b" l="l" r="r" t="t"/>
              <a:pathLst>
                <a:path extrusionOk="0" h="1900" w="1898">
                  <a:moveTo>
                    <a:pt x="1266" y="1"/>
                  </a:moveTo>
                  <a:lnTo>
                    <a:pt x="1266" y="1266"/>
                  </a:lnTo>
                  <a:lnTo>
                    <a:pt x="1" y="1266"/>
                  </a:lnTo>
                  <a:lnTo>
                    <a:pt x="1" y="1900"/>
                  </a:lnTo>
                  <a:lnTo>
                    <a:pt x="1898" y="1900"/>
                  </a:lnTo>
                  <a:lnTo>
                    <a:pt x="189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57"/>
            <p:cNvSpPr/>
            <p:nvPr/>
          </p:nvSpPr>
          <p:spPr>
            <a:xfrm>
              <a:off x="4059335" y="1774921"/>
              <a:ext cx="57086" cy="57085"/>
            </a:xfrm>
            <a:custGeom>
              <a:rect b="b" l="l" r="r" t="t"/>
              <a:pathLst>
                <a:path extrusionOk="0" h="1900" w="1900">
                  <a:moveTo>
                    <a:pt x="1" y="1"/>
                  </a:moveTo>
                  <a:lnTo>
                    <a:pt x="1" y="1900"/>
                  </a:lnTo>
                  <a:lnTo>
                    <a:pt x="1900" y="1900"/>
                  </a:lnTo>
                  <a:lnTo>
                    <a:pt x="1900" y="1266"/>
                  </a:lnTo>
                  <a:lnTo>
                    <a:pt x="634" y="1266"/>
                  </a:lnTo>
                  <a:lnTo>
                    <a:pt x="63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57"/>
            <p:cNvSpPr/>
            <p:nvPr/>
          </p:nvSpPr>
          <p:spPr>
            <a:xfrm>
              <a:off x="4185281" y="1527894"/>
              <a:ext cx="126970" cy="79589"/>
            </a:xfrm>
            <a:custGeom>
              <a:rect b="b" l="l" r="r" t="t"/>
              <a:pathLst>
                <a:path extrusionOk="0" h="2649" w="4226">
                  <a:moveTo>
                    <a:pt x="1199" y="1"/>
                  </a:moveTo>
                  <a:cubicBezTo>
                    <a:pt x="784" y="1"/>
                    <a:pt x="379" y="94"/>
                    <a:pt x="1" y="286"/>
                  </a:cubicBezTo>
                  <a:lnTo>
                    <a:pt x="278" y="853"/>
                  </a:lnTo>
                  <a:cubicBezTo>
                    <a:pt x="574" y="701"/>
                    <a:pt x="886" y="632"/>
                    <a:pt x="1199" y="632"/>
                  </a:cubicBezTo>
                  <a:cubicBezTo>
                    <a:pt x="2193" y="632"/>
                    <a:pt x="3130" y="1399"/>
                    <a:pt x="3644" y="2648"/>
                  </a:cubicBezTo>
                  <a:lnTo>
                    <a:pt x="4225" y="2403"/>
                  </a:lnTo>
                  <a:cubicBezTo>
                    <a:pt x="3610" y="920"/>
                    <a:pt x="2454" y="1"/>
                    <a:pt x="11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57"/>
            <p:cNvSpPr/>
            <p:nvPr/>
          </p:nvSpPr>
          <p:spPr>
            <a:xfrm>
              <a:off x="4151361" y="1638639"/>
              <a:ext cx="174321" cy="173600"/>
            </a:xfrm>
            <a:custGeom>
              <a:rect b="b" l="l" r="r" t="t"/>
              <a:pathLst>
                <a:path extrusionOk="0" h="5778" w="5802">
                  <a:moveTo>
                    <a:pt x="5719" y="1"/>
                  </a:moveTo>
                  <a:lnTo>
                    <a:pt x="5093" y="110"/>
                  </a:lnTo>
                  <a:cubicBezTo>
                    <a:pt x="5144" y="414"/>
                    <a:pt x="5170" y="725"/>
                    <a:pt x="5170" y="1045"/>
                  </a:cubicBezTo>
                  <a:cubicBezTo>
                    <a:pt x="5170" y="3306"/>
                    <a:pt x="3897" y="5152"/>
                    <a:pt x="2328" y="5152"/>
                  </a:cubicBezTo>
                  <a:cubicBezTo>
                    <a:pt x="1660" y="5152"/>
                    <a:pt x="1002" y="4798"/>
                    <a:pt x="496" y="4175"/>
                  </a:cubicBezTo>
                  <a:lnTo>
                    <a:pt x="0" y="4571"/>
                  </a:lnTo>
                  <a:cubicBezTo>
                    <a:pt x="640" y="5347"/>
                    <a:pt x="1468" y="5778"/>
                    <a:pt x="2328" y="5778"/>
                  </a:cubicBezTo>
                  <a:cubicBezTo>
                    <a:pt x="4241" y="5778"/>
                    <a:pt x="5802" y="3660"/>
                    <a:pt x="5802" y="1045"/>
                  </a:cubicBezTo>
                  <a:cubicBezTo>
                    <a:pt x="5802" y="691"/>
                    <a:pt x="5769" y="345"/>
                    <a:pt x="57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57"/>
            <p:cNvSpPr/>
            <p:nvPr/>
          </p:nvSpPr>
          <p:spPr>
            <a:xfrm>
              <a:off x="4116870" y="1563587"/>
              <a:ext cx="49724" cy="177205"/>
            </a:xfrm>
            <a:custGeom>
              <a:rect b="b" l="l" r="r" t="t"/>
              <a:pathLst>
                <a:path extrusionOk="0" h="5898" w="1655">
                  <a:moveTo>
                    <a:pt x="1173" y="1"/>
                  </a:moveTo>
                  <a:cubicBezTo>
                    <a:pt x="430" y="896"/>
                    <a:pt x="1" y="2185"/>
                    <a:pt x="1" y="3543"/>
                  </a:cubicBezTo>
                  <a:cubicBezTo>
                    <a:pt x="1" y="4371"/>
                    <a:pt x="161" y="5189"/>
                    <a:pt x="464" y="5897"/>
                  </a:cubicBezTo>
                  <a:lnTo>
                    <a:pt x="1047" y="5652"/>
                  </a:lnTo>
                  <a:cubicBezTo>
                    <a:pt x="776" y="5019"/>
                    <a:pt x="632" y="4286"/>
                    <a:pt x="632" y="3543"/>
                  </a:cubicBezTo>
                  <a:cubicBezTo>
                    <a:pt x="632" y="2329"/>
                    <a:pt x="1005" y="1183"/>
                    <a:pt x="1654" y="398"/>
                  </a:cubicBezTo>
                  <a:lnTo>
                    <a:pt x="117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57"/>
            <p:cNvSpPr/>
            <p:nvPr/>
          </p:nvSpPr>
          <p:spPr>
            <a:xfrm>
              <a:off x="4159924" y="1565660"/>
              <a:ext cx="127751" cy="158157"/>
            </a:xfrm>
            <a:custGeom>
              <a:rect b="b" l="l" r="r" t="t"/>
              <a:pathLst>
                <a:path extrusionOk="0" h="5264" w="4252">
                  <a:moveTo>
                    <a:pt x="2043" y="1"/>
                  </a:moveTo>
                  <a:cubicBezTo>
                    <a:pt x="1140" y="1"/>
                    <a:pt x="339" y="835"/>
                    <a:pt x="1" y="2134"/>
                  </a:cubicBezTo>
                  <a:lnTo>
                    <a:pt x="608" y="2294"/>
                  </a:lnTo>
                  <a:cubicBezTo>
                    <a:pt x="869" y="1298"/>
                    <a:pt x="1444" y="632"/>
                    <a:pt x="2043" y="632"/>
                  </a:cubicBezTo>
                  <a:cubicBezTo>
                    <a:pt x="2904" y="632"/>
                    <a:pt x="3620" y="1932"/>
                    <a:pt x="3620" y="3474"/>
                  </a:cubicBezTo>
                  <a:cubicBezTo>
                    <a:pt x="3620" y="4031"/>
                    <a:pt x="3527" y="4571"/>
                    <a:pt x="3349" y="5035"/>
                  </a:cubicBezTo>
                  <a:lnTo>
                    <a:pt x="3940" y="5264"/>
                  </a:lnTo>
                  <a:cubicBezTo>
                    <a:pt x="4142" y="4723"/>
                    <a:pt x="4252" y="4108"/>
                    <a:pt x="4252" y="3474"/>
                  </a:cubicBezTo>
                  <a:cubicBezTo>
                    <a:pt x="4252" y="1527"/>
                    <a:pt x="3282" y="1"/>
                    <a:pt x="20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57"/>
            <p:cNvSpPr/>
            <p:nvPr/>
          </p:nvSpPr>
          <p:spPr>
            <a:xfrm>
              <a:off x="4154876" y="1670035"/>
              <a:ext cx="100861" cy="104436"/>
            </a:xfrm>
            <a:custGeom>
              <a:rect b="b" l="l" r="r" t="t"/>
              <a:pathLst>
                <a:path extrusionOk="0" h="3476" w="3357">
                  <a:moveTo>
                    <a:pt x="1" y="0"/>
                  </a:moveTo>
                  <a:cubicBezTo>
                    <a:pt x="1" y="1949"/>
                    <a:pt x="970" y="3476"/>
                    <a:pt x="2211" y="3476"/>
                  </a:cubicBezTo>
                  <a:cubicBezTo>
                    <a:pt x="2624" y="3476"/>
                    <a:pt x="3021" y="3308"/>
                    <a:pt x="3357" y="2978"/>
                  </a:cubicBezTo>
                  <a:lnTo>
                    <a:pt x="2928" y="2522"/>
                  </a:lnTo>
                  <a:cubicBezTo>
                    <a:pt x="2699" y="2733"/>
                    <a:pt x="2464" y="2842"/>
                    <a:pt x="2211" y="2842"/>
                  </a:cubicBezTo>
                  <a:cubicBezTo>
                    <a:pt x="1359" y="2842"/>
                    <a:pt x="632" y="1545"/>
                    <a:pt x="6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57"/>
            <p:cNvSpPr/>
            <p:nvPr/>
          </p:nvSpPr>
          <p:spPr>
            <a:xfrm>
              <a:off x="4192883" y="1603667"/>
              <a:ext cx="55824" cy="132799"/>
            </a:xfrm>
            <a:custGeom>
              <a:rect b="b" l="l" r="r" t="t"/>
              <a:pathLst>
                <a:path extrusionOk="0" h="4420" w="1858">
                  <a:moveTo>
                    <a:pt x="946" y="1"/>
                  </a:moveTo>
                  <a:cubicBezTo>
                    <a:pt x="296" y="1"/>
                    <a:pt x="1" y="1114"/>
                    <a:pt x="1" y="2209"/>
                  </a:cubicBezTo>
                  <a:cubicBezTo>
                    <a:pt x="1" y="3306"/>
                    <a:pt x="296" y="4420"/>
                    <a:pt x="946" y="4420"/>
                  </a:cubicBezTo>
                  <a:cubicBezTo>
                    <a:pt x="1410" y="4420"/>
                    <a:pt x="1738" y="3855"/>
                    <a:pt x="1857" y="2875"/>
                  </a:cubicBezTo>
                  <a:lnTo>
                    <a:pt x="1232" y="2808"/>
                  </a:lnTo>
                  <a:cubicBezTo>
                    <a:pt x="1165" y="3349"/>
                    <a:pt x="1029" y="3652"/>
                    <a:pt x="946" y="3762"/>
                  </a:cubicBezTo>
                  <a:cubicBezTo>
                    <a:pt x="827" y="3610"/>
                    <a:pt x="633" y="3078"/>
                    <a:pt x="633" y="2209"/>
                  </a:cubicBezTo>
                  <a:cubicBezTo>
                    <a:pt x="633" y="1341"/>
                    <a:pt x="827" y="810"/>
                    <a:pt x="946" y="659"/>
                  </a:cubicBezTo>
                  <a:cubicBezTo>
                    <a:pt x="1029" y="768"/>
                    <a:pt x="1165" y="1072"/>
                    <a:pt x="1232" y="1620"/>
                  </a:cubicBezTo>
                  <a:lnTo>
                    <a:pt x="1857" y="1543"/>
                  </a:lnTo>
                  <a:cubicBezTo>
                    <a:pt x="1738" y="566"/>
                    <a:pt x="1410" y="1"/>
                    <a:pt x="9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 name="Google Shape;1060;p57"/>
          <p:cNvGrpSpPr/>
          <p:nvPr/>
        </p:nvGrpSpPr>
        <p:grpSpPr>
          <a:xfrm>
            <a:off x="3362647" y="1454200"/>
            <a:ext cx="323884" cy="323885"/>
            <a:chOff x="3367078" y="1508125"/>
            <a:chExt cx="323884" cy="323885"/>
          </a:xfrm>
        </p:grpSpPr>
        <p:sp>
          <p:nvSpPr>
            <p:cNvPr id="1061" name="Google Shape;1061;p57"/>
            <p:cNvSpPr/>
            <p:nvPr/>
          </p:nvSpPr>
          <p:spPr>
            <a:xfrm>
              <a:off x="3439816" y="1603667"/>
              <a:ext cx="251146" cy="132799"/>
            </a:xfrm>
            <a:custGeom>
              <a:rect b="b" l="l" r="r" t="t"/>
              <a:pathLst>
                <a:path extrusionOk="0" h="4420" w="8359">
                  <a:moveTo>
                    <a:pt x="6771" y="1897"/>
                  </a:moveTo>
                  <a:lnTo>
                    <a:pt x="6771" y="2521"/>
                  </a:lnTo>
                  <a:lnTo>
                    <a:pt x="6148" y="2521"/>
                  </a:lnTo>
                  <a:lnTo>
                    <a:pt x="6148" y="1897"/>
                  </a:lnTo>
                  <a:close/>
                  <a:moveTo>
                    <a:pt x="6148" y="1"/>
                  </a:moveTo>
                  <a:cubicBezTo>
                    <a:pt x="5296" y="1"/>
                    <a:pt x="4521" y="497"/>
                    <a:pt x="4158" y="1266"/>
                  </a:cubicBezTo>
                  <a:lnTo>
                    <a:pt x="944" y="1266"/>
                  </a:lnTo>
                  <a:lnTo>
                    <a:pt x="0" y="2209"/>
                  </a:lnTo>
                  <a:lnTo>
                    <a:pt x="944" y="3154"/>
                  </a:lnTo>
                  <a:lnTo>
                    <a:pt x="4158" y="3154"/>
                  </a:lnTo>
                  <a:cubicBezTo>
                    <a:pt x="4521" y="3922"/>
                    <a:pt x="5296" y="4420"/>
                    <a:pt x="6148" y="4420"/>
                  </a:cubicBezTo>
                  <a:cubicBezTo>
                    <a:pt x="7362" y="4420"/>
                    <a:pt x="8358" y="3424"/>
                    <a:pt x="8358" y="2209"/>
                  </a:cubicBezTo>
                  <a:cubicBezTo>
                    <a:pt x="8358" y="995"/>
                    <a:pt x="7362" y="1"/>
                    <a:pt x="61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57"/>
            <p:cNvSpPr/>
            <p:nvPr/>
          </p:nvSpPr>
          <p:spPr>
            <a:xfrm>
              <a:off x="3367078" y="1508125"/>
              <a:ext cx="210105" cy="323885"/>
            </a:xfrm>
            <a:custGeom>
              <a:rect b="b" l="l" r="r" t="t"/>
              <a:pathLst>
                <a:path extrusionOk="0" h="10780" w="6993">
                  <a:moveTo>
                    <a:pt x="4446" y="1290"/>
                  </a:moveTo>
                  <a:lnTo>
                    <a:pt x="4446" y="1916"/>
                  </a:lnTo>
                  <a:lnTo>
                    <a:pt x="2547" y="1916"/>
                  </a:lnTo>
                  <a:lnTo>
                    <a:pt x="2547" y="1290"/>
                  </a:lnTo>
                  <a:close/>
                  <a:moveTo>
                    <a:pt x="4446" y="8865"/>
                  </a:moveTo>
                  <a:lnTo>
                    <a:pt x="4446" y="9496"/>
                  </a:lnTo>
                  <a:lnTo>
                    <a:pt x="2547" y="9496"/>
                  </a:lnTo>
                  <a:lnTo>
                    <a:pt x="2547" y="8865"/>
                  </a:lnTo>
                  <a:close/>
                  <a:moveTo>
                    <a:pt x="1" y="1"/>
                  </a:moveTo>
                  <a:lnTo>
                    <a:pt x="1" y="10780"/>
                  </a:lnTo>
                  <a:lnTo>
                    <a:pt x="6992" y="10780"/>
                  </a:lnTo>
                  <a:lnTo>
                    <a:pt x="6992" y="7743"/>
                  </a:lnTo>
                  <a:cubicBezTo>
                    <a:pt x="6688" y="7533"/>
                    <a:pt x="6419" y="7280"/>
                    <a:pt x="6217" y="6966"/>
                  </a:cubicBezTo>
                  <a:lnTo>
                    <a:pt x="3104" y="6966"/>
                  </a:lnTo>
                  <a:lnTo>
                    <a:pt x="1527" y="5389"/>
                  </a:lnTo>
                  <a:lnTo>
                    <a:pt x="3104" y="3812"/>
                  </a:lnTo>
                  <a:lnTo>
                    <a:pt x="6217" y="3812"/>
                  </a:lnTo>
                  <a:cubicBezTo>
                    <a:pt x="6419" y="3501"/>
                    <a:pt x="6688" y="3248"/>
                    <a:pt x="6992" y="3037"/>
                  </a:cubicBezTo>
                  <a:lnTo>
                    <a:pt x="699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 name="Google Shape;1063;p57"/>
          <p:cNvGrpSpPr/>
          <p:nvPr/>
        </p:nvGrpSpPr>
        <p:grpSpPr>
          <a:xfrm>
            <a:off x="2656659" y="1454202"/>
            <a:ext cx="323885" cy="323881"/>
            <a:chOff x="2665628" y="1508125"/>
            <a:chExt cx="323885" cy="323881"/>
          </a:xfrm>
        </p:grpSpPr>
        <p:sp>
          <p:nvSpPr>
            <p:cNvPr id="1064" name="Google Shape;1064;p57"/>
            <p:cNvSpPr/>
            <p:nvPr/>
          </p:nvSpPr>
          <p:spPr>
            <a:xfrm>
              <a:off x="2665628" y="1547423"/>
              <a:ext cx="323885" cy="227531"/>
            </a:xfrm>
            <a:custGeom>
              <a:rect b="b" l="l" r="r" t="t"/>
              <a:pathLst>
                <a:path extrusionOk="0" h="7573" w="10780">
                  <a:moveTo>
                    <a:pt x="1" y="0"/>
                  </a:moveTo>
                  <a:lnTo>
                    <a:pt x="1" y="7573"/>
                  </a:lnTo>
                  <a:lnTo>
                    <a:pt x="10779" y="7573"/>
                  </a:lnTo>
                  <a:lnTo>
                    <a:pt x="10779" y="0"/>
                  </a:lnTo>
                  <a:lnTo>
                    <a:pt x="6656" y="0"/>
                  </a:lnTo>
                  <a:lnTo>
                    <a:pt x="6656" y="1897"/>
                  </a:lnTo>
                  <a:lnTo>
                    <a:pt x="8419" y="1897"/>
                  </a:lnTo>
                  <a:lnTo>
                    <a:pt x="5897" y="5684"/>
                  </a:lnTo>
                  <a:lnTo>
                    <a:pt x="7601" y="5684"/>
                  </a:lnTo>
                  <a:lnTo>
                    <a:pt x="7601" y="5051"/>
                  </a:lnTo>
                  <a:lnTo>
                    <a:pt x="8233" y="5051"/>
                  </a:lnTo>
                  <a:lnTo>
                    <a:pt x="8233" y="6316"/>
                  </a:lnTo>
                  <a:lnTo>
                    <a:pt x="2549" y="6316"/>
                  </a:lnTo>
                  <a:lnTo>
                    <a:pt x="2549" y="5051"/>
                  </a:lnTo>
                  <a:lnTo>
                    <a:pt x="3181" y="5051"/>
                  </a:lnTo>
                  <a:lnTo>
                    <a:pt x="3181" y="5684"/>
                  </a:lnTo>
                  <a:lnTo>
                    <a:pt x="4885" y="5684"/>
                  </a:lnTo>
                  <a:lnTo>
                    <a:pt x="2363" y="1897"/>
                  </a:lnTo>
                  <a:lnTo>
                    <a:pt x="4126" y="1897"/>
                  </a:lnTo>
                  <a:lnTo>
                    <a:pt x="412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57"/>
            <p:cNvSpPr/>
            <p:nvPr/>
          </p:nvSpPr>
          <p:spPr>
            <a:xfrm>
              <a:off x="2742211" y="1793969"/>
              <a:ext cx="170776" cy="38037"/>
            </a:xfrm>
            <a:custGeom>
              <a:rect b="b" l="l" r="r" t="t"/>
              <a:pathLst>
                <a:path extrusionOk="0" h="1266" w="5684">
                  <a:moveTo>
                    <a:pt x="2208" y="0"/>
                  </a:moveTo>
                  <a:lnTo>
                    <a:pt x="2208" y="632"/>
                  </a:lnTo>
                  <a:lnTo>
                    <a:pt x="0" y="632"/>
                  </a:lnTo>
                  <a:lnTo>
                    <a:pt x="0" y="1266"/>
                  </a:lnTo>
                  <a:lnTo>
                    <a:pt x="5684" y="1266"/>
                  </a:lnTo>
                  <a:lnTo>
                    <a:pt x="5684" y="632"/>
                  </a:lnTo>
                  <a:lnTo>
                    <a:pt x="3474" y="632"/>
                  </a:lnTo>
                  <a:lnTo>
                    <a:pt x="347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57"/>
            <p:cNvSpPr/>
            <p:nvPr/>
          </p:nvSpPr>
          <p:spPr>
            <a:xfrm>
              <a:off x="2772045" y="1508125"/>
              <a:ext cx="111046" cy="198658"/>
            </a:xfrm>
            <a:custGeom>
              <a:rect b="b" l="l" r="r" t="t"/>
              <a:pathLst>
                <a:path extrusionOk="0" h="6612" w="3696">
                  <a:moveTo>
                    <a:pt x="1215" y="1"/>
                  </a:moveTo>
                  <a:lnTo>
                    <a:pt x="1215" y="3829"/>
                  </a:lnTo>
                  <a:lnTo>
                    <a:pt x="1" y="3829"/>
                  </a:lnTo>
                  <a:lnTo>
                    <a:pt x="1849" y="6612"/>
                  </a:lnTo>
                  <a:lnTo>
                    <a:pt x="3695" y="3829"/>
                  </a:lnTo>
                  <a:lnTo>
                    <a:pt x="2481" y="3829"/>
                  </a:lnTo>
                  <a:lnTo>
                    <a:pt x="248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 name="Google Shape;1067;p57"/>
          <p:cNvGrpSpPr/>
          <p:nvPr/>
        </p:nvGrpSpPr>
        <p:grpSpPr>
          <a:xfrm>
            <a:off x="1964480" y="1454202"/>
            <a:ext cx="323641" cy="323881"/>
            <a:chOff x="1964478" y="1508125"/>
            <a:chExt cx="323641" cy="323881"/>
          </a:xfrm>
        </p:grpSpPr>
        <p:sp>
          <p:nvSpPr>
            <p:cNvPr id="1068" name="Google Shape;1068;p57"/>
            <p:cNvSpPr/>
            <p:nvPr/>
          </p:nvSpPr>
          <p:spPr>
            <a:xfrm>
              <a:off x="2231334" y="1508125"/>
              <a:ext cx="56785" cy="57025"/>
            </a:xfrm>
            <a:custGeom>
              <a:rect b="b" l="l" r="r" t="t"/>
              <a:pathLst>
                <a:path extrusionOk="0" h="1898" w="1890">
                  <a:moveTo>
                    <a:pt x="1" y="1"/>
                  </a:moveTo>
                  <a:lnTo>
                    <a:pt x="1" y="632"/>
                  </a:lnTo>
                  <a:lnTo>
                    <a:pt x="1258" y="632"/>
                  </a:lnTo>
                  <a:lnTo>
                    <a:pt x="1258" y="1897"/>
                  </a:lnTo>
                  <a:lnTo>
                    <a:pt x="1890" y="1897"/>
                  </a:lnTo>
                  <a:lnTo>
                    <a:pt x="189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57"/>
            <p:cNvSpPr/>
            <p:nvPr/>
          </p:nvSpPr>
          <p:spPr>
            <a:xfrm>
              <a:off x="2231334" y="1774921"/>
              <a:ext cx="56785" cy="57085"/>
            </a:xfrm>
            <a:custGeom>
              <a:rect b="b" l="l" r="r" t="t"/>
              <a:pathLst>
                <a:path extrusionOk="0" h="1900" w="1890">
                  <a:moveTo>
                    <a:pt x="1258" y="1"/>
                  </a:moveTo>
                  <a:lnTo>
                    <a:pt x="1258" y="1266"/>
                  </a:lnTo>
                  <a:lnTo>
                    <a:pt x="1" y="1266"/>
                  </a:lnTo>
                  <a:lnTo>
                    <a:pt x="1" y="1900"/>
                  </a:lnTo>
                  <a:lnTo>
                    <a:pt x="1890" y="1900"/>
                  </a:lnTo>
                  <a:lnTo>
                    <a:pt x="189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57"/>
            <p:cNvSpPr/>
            <p:nvPr/>
          </p:nvSpPr>
          <p:spPr>
            <a:xfrm>
              <a:off x="1964478" y="1774921"/>
              <a:ext cx="56845" cy="57085"/>
            </a:xfrm>
            <a:custGeom>
              <a:rect b="b" l="l" r="r" t="t"/>
              <a:pathLst>
                <a:path extrusionOk="0" h="1900" w="1892">
                  <a:moveTo>
                    <a:pt x="1" y="1"/>
                  </a:moveTo>
                  <a:lnTo>
                    <a:pt x="1" y="1900"/>
                  </a:lnTo>
                  <a:lnTo>
                    <a:pt x="1891" y="1900"/>
                  </a:lnTo>
                  <a:lnTo>
                    <a:pt x="1891" y="1266"/>
                  </a:lnTo>
                  <a:lnTo>
                    <a:pt x="634" y="1266"/>
                  </a:lnTo>
                  <a:lnTo>
                    <a:pt x="63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57"/>
            <p:cNvSpPr/>
            <p:nvPr/>
          </p:nvSpPr>
          <p:spPr>
            <a:xfrm>
              <a:off x="1964478" y="1508125"/>
              <a:ext cx="56845" cy="57025"/>
            </a:xfrm>
            <a:custGeom>
              <a:rect b="b" l="l" r="r" t="t"/>
              <a:pathLst>
                <a:path extrusionOk="0" h="1898" w="1892">
                  <a:moveTo>
                    <a:pt x="1" y="1"/>
                  </a:moveTo>
                  <a:lnTo>
                    <a:pt x="1" y="1897"/>
                  </a:lnTo>
                  <a:lnTo>
                    <a:pt x="634" y="1897"/>
                  </a:lnTo>
                  <a:lnTo>
                    <a:pt x="634" y="632"/>
                  </a:lnTo>
                  <a:lnTo>
                    <a:pt x="1891" y="632"/>
                  </a:lnTo>
                  <a:lnTo>
                    <a:pt x="189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57"/>
            <p:cNvSpPr/>
            <p:nvPr/>
          </p:nvSpPr>
          <p:spPr>
            <a:xfrm>
              <a:off x="2003055" y="1584649"/>
              <a:ext cx="246579" cy="198718"/>
            </a:xfrm>
            <a:custGeom>
              <a:rect b="b" l="l" r="r" t="t"/>
              <a:pathLst>
                <a:path extrusionOk="0" h="6614" w="8207">
                  <a:moveTo>
                    <a:pt x="1889" y="1899"/>
                  </a:moveTo>
                  <a:lnTo>
                    <a:pt x="1889" y="3154"/>
                  </a:lnTo>
                  <a:lnTo>
                    <a:pt x="1265" y="3154"/>
                  </a:lnTo>
                  <a:lnTo>
                    <a:pt x="1265" y="1899"/>
                  </a:lnTo>
                  <a:close/>
                  <a:moveTo>
                    <a:pt x="4419" y="1899"/>
                  </a:moveTo>
                  <a:lnTo>
                    <a:pt x="4419" y="3154"/>
                  </a:lnTo>
                  <a:lnTo>
                    <a:pt x="3785" y="3154"/>
                  </a:lnTo>
                  <a:lnTo>
                    <a:pt x="3785" y="1899"/>
                  </a:lnTo>
                  <a:close/>
                  <a:moveTo>
                    <a:pt x="6941" y="1899"/>
                  </a:moveTo>
                  <a:lnTo>
                    <a:pt x="6941" y="3154"/>
                  </a:lnTo>
                  <a:lnTo>
                    <a:pt x="6308" y="3154"/>
                  </a:lnTo>
                  <a:lnTo>
                    <a:pt x="6308" y="1899"/>
                  </a:lnTo>
                  <a:close/>
                  <a:moveTo>
                    <a:pt x="3154" y="1265"/>
                  </a:moveTo>
                  <a:lnTo>
                    <a:pt x="3154" y="3787"/>
                  </a:lnTo>
                  <a:lnTo>
                    <a:pt x="2520" y="3787"/>
                  </a:lnTo>
                  <a:lnTo>
                    <a:pt x="2520" y="1265"/>
                  </a:lnTo>
                  <a:close/>
                  <a:moveTo>
                    <a:pt x="5684" y="1265"/>
                  </a:moveTo>
                  <a:lnTo>
                    <a:pt x="5684" y="3787"/>
                  </a:lnTo>
                  <a:lnTo>
                    <a:pt x="5050" y="3787"/>
                  </a:lnTo>
                  <a:lnTo>
                    <a:pt x="5050" y="1265"/>
                  </a:lnTo>
                  <a:close/>
                  <a:moveTo>
                    <a:pt x="0" y="0"/>
                  </a:moveTo>
                  <a:lnTo>
                    <a:pt x="0" y="5053"/>
                  </a:lnTo>
                  <a:lnTo>
                    <a:pt x="1265" y="5053"/>
                  </a:lnTo>
                  <a:lnTo>
                    <a:pt x="1265" y="6613"/>
                  </a:lnTo>
                  <a:lnTo>
                    <a:pt x="3449" y="5053"/>
                  </a:lnTo>
                  <a:lnTo>
                    <a:pt x="8206" y="5053"/>
                  </a:lnTo>
                  <a:lnTo>
                    <a:pt x="820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076" name="Shape 1076"/>
        <p:cNvGrpSpPr/>
        <p:nvPr/>
      </p:nvGrpSpPr>
      <p:grpSpPr>
        <a:xfrm>
          <a:off x="0" y="0"/>
          <a:ext cx="0" cy="0"/>
          <a:chOff x="0" y="0"/>
          <a:chExt cx="0" cy="0"/>
        </a:xfrm>
      </p:grpSpPr>
      <p:sp>
        <p:nvSpPr>
          <p:cNvPr id="1077" name="Google Shape;1077;p58"/>
          <p:cNvSpPr txBox="1"/>
          <p:nvPr>
            <p:ph idx="1" type="subTitle"/>
          </p:nvPr>
        </p:nvSpPr>
        <p:spPr>
          <a:xfrm>
            <a:off x="720000" y="1136750"/>
            <a:ext cx="2867100" cy="1700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Here’s an assortment of alternative resources whose style fits the one of this template:</a:t>
            </a:r>
            <a:endParaRPr/>
          </a:p>
          <a:p>
            <a:pPr indent="0" lvl="0" marL="0" rtl="0" algn="l">
              <a:spcBef>
                <a:spcPts val="0"/>
              </a:spcBef>
              <a:spcAft>
                <a:spcPts val="0"/>
              </a:spcAft>
              <a:buNone/>
            </a:pPr>
            <a:r>
              <a:t/>
            </a:r>
            <a:endParaRPr/>
          </a:p>
          <a:p>
            <a:pPr indent="0" lvl="0" marL="0" rtl="0" algn="l">
              <a:spcBef>
                <a:spcPts val="0"/>
              </a:spcBef>
              <a:spcAft>
                <a:spcPts val="0"/>
              </a:spcAft>
              <a:buNone/>
            </a:pPr>
            <a:r>
              <a:rPr lang="en">
                <a:solidFill>
                  <a:srgbClr val="107C8E"/>
                </a:solidFill>
              </a:rPr>
              <a:t>Vectors</a:t>
            </a:r>
            <a:endParaRPr/>
          </a:p>
          <a:p>
            <a:pPr indent="-304800" lvl="0" marL="457200" rtl="0" algn="l">
              <a:spcBef>
                <a:spcPts val="800"/>
              </a:spcBef>
              <a:spcAft>
                <a:spcPts val="0"/>
              </a:spcAft>
              <a:buSzPts val="1200"/>
              <a:buChar char="●"/>
            </a:pPr>
            <a:r>
              <a:rPr lang="en" u="sng">
                <a:hlinkClick r:id="rId3"/>
              </a:rPr>
              <a:t>Free vector cyber technology background</a:t>
            </a:r>
            <a:endParaRPr/>
          </a:p>
        </p:txBody>
      </p:sp>
      <p:sp>
        <p:nvSpPr>
          <p:cNvPr id="1078" name="Google Shape;1078;p5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grpSp>
        <p:nvGrpSpPr>
          <p:cNvPr id="1079" name="Google Shape;1079;p58"/>
          <p:cNvGrpSpPr/>
          <p:nvPr/>
        </p:nvGrpSpPr>
        <p:grpSpPr>
          <a:xfrm>
            <a:off x="3883118" y="3644766"/>
            <a:ext cx="2185684" cy="473389"/>
            <a:chOff x="4164950" y="3270850"/>
            <a:chExt cx="1371625" cy="297075"/>
          </a:xfrm>
        </p:grpSpPr>
        <p:sp>
          <p:nvSpPr>
            <p:cNvPr id="1080" name="Google Shape;1080;p58"/>
            <p:cNvSpPr/>
            <p:nvPr/>
          </p:nvSpPr>
          <p:spPr>
            <a:xfrm>
              <a:off x="4164950" y="3295075"/>
              <a:ext cx="650300" cy="97650"/>
            </a:xfrm>
            <a:custGeom>
              <a:rect b="b" l="l" r="r" t="t"/>
              <a:pathLst>
                <a:path extrusionOk="0" h="3906" w="26012">
                  <a:moveTo>
                    <a:pt x="25522" y="2944"/>
                  </a:moveTo>
                  <a:cubicBezTo>
                    <a:pt x="25751" y="2944"/>
                    <a:pt x="25943" y="3138"/>
                    <a:pt x="25943" y="3373"/>
                  </a:cubicBezTo>
                  <a:cubicBezTo>
                    <a:pt x="25943" y="3610"/>
                    <a:pt x="25751" y="3796"/>
                    <a:pt x="25522" y="3796"/>
                  </a:cubicBezTo>
                  <a:cubicBezTo>
                    <a:pt x="25285" y="3796"/>
                    <a:pt x="25093" y="3610"/>
                    <a:pt x="25093" y="3373"/>
                  </a:cubicBezTo>
                  <a:cubicBezTo>
                    <a:pt x="25093" y="3138"/>
                    <a:pt x="25285" y="2944"/>
                    <a:pt x="25522" y="2944"/>
                  </a:cubicBezTo>
                  <a:close/>
                  <a:moveTo>
                    <a:pt x="3813" y="1"/>
                  </a:moveTo>
                  <a:lnTo>
                    <a:pt x="25" y="3778"/>
                  </a:lnTo>
                  <a:cubicBezTo>
                    <a:pt x="1" y="3812"/>
                    <a:pt x="1" y="3855"/>
                    <a:pt x="25" y="3879"/>
                  </a:cubicBezTo>
                  <a:cubicBezTo>
                    <a:pt x="44" y="3897"/>
                    <a:pt x="60" y="3905"/>
                    <a:pt x="76" y="3905"/>
                  </a:cubicBezTo>
                  <a:cubicBezTo>
                    <a:pt x="94" y="3905"/>
                    <a:pt x="118" y="3897"/>
                    <a:pt x="126" y="3879"/>
                  </a:cubicBezTo>
                  <a:lnTo>
                    <a:pt x="3871" y="134"/>
                  </a:lnTo>
                  <a:lnTo>
                    <a:pt x="15705" y="134"/>
                  </a:lnTo>
                  <a:lnTo>
                    <a:pt x="18994" y="3434"/>
                  </a:lnTo>
                  <a:lnTo>
                    <a:pt x="25024" y="3434"/>
                  </a:lnTo>
                  <a:cubicBezTo>
                    <a:pt x="25058" y="3677"/>
                    <a:pt x="25269" y="3863"/>
                    <a:pt x="25522" y="3863"/>
                  </a:cubicBezTo>
                  <a:cubicBezTo>
                    <a:pt x="25791" y="3863"/>
                    <a:pt x="26012" y="3644"/>
                    <a:pt x="26012" y="3373"/>
                  </a:cubicBezTo>
                  <a:cubicBezTo>
                    <a:pt x="26012" y="3096"/>
                    <a:pt x="25791" y="2877"/>
                    <a:pt x="25522" y="2877"/>
                  </a:cubicBezTo>
                  <a:cubicBezTo>
                    <a:pt x="25269" y="2877"/>
                    <a:pt x="25066" y="3053"/>
                    <a:pt x="25032" y="3290"/>
                  </a:cubicBezTo>
                  <a:lnTo>
                    <a:pt x="19053" y="3290"/>
                  </a:lnTo>
                  <a:lnTo>
                    <a:pt x="15763"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58"/>
            <p:cNvSpPr/>
            <p:nvPr/>
          </p:nvSpPr>
          <p:spPr>
            <a:xfrm>
              <a:off x="4794775" y="3371200"/>
              <a:ext cx="16225" cy="16250"/>
            </a:xfrm>
            <a:custGeom>
              <a:rect b="b" l="l" r="r" t="t"/>
              <a:pathLst>
                <a:path extrusionOk="0" h="650" w="649">
                  <a:moveTo>
                    <a:pt x="329" y="0"/>
                  </a:moveTo>
                  <a:cubicBezTo>
                    <a:pt x="143" y="0"/>
                    <a:pt x="1" y="152"/>
                    <a:pt x="1" y="328"/>
                  </a:cubicBezTo>
                  <a:cubicBezTo>
                    <a:pt x="1" y="506"/>
                    <a:pt x="143" y="650"/>
                    <a:pt x="329" y="650"/>
                  </a:cubicBezTo>
                  <a:cubicBezTo>
                    <a:pt x="507" y="650"/>
                    <a:pt x="649" y="506"/>
                    <a:pt x="649" y="328"/>
                  </a:cubicBezTo>
                  <a:cubicBezTo>
                    <a:pt x="649" y="152"/>
                    <a:pt x="507" y="0"/>
                    <a:pt x="329"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58"/>
            <p:cNvSpPr/>
            <p:nvPr/>
          </p:nvSpPr>
          <p:spPr>
            <a:xfrm>
              <a:off x="4303050" y="3270850"/>
              <a:ext cx="1233525" cy="297075"/>
            </a:xfrm>
            <a:custGeom>
              <a:rect b="b" l="l" r="r" t="t"/>
              <a:pathLst>
                <a:path extrusionOk="0" h="11883" w="49341">
                  <a:moveTo>
                    <a:pt x="355" y="67"/>
                  </a:moveTo>
                  <a:cubicBezTo>
                    <a:pt x="507" y="67"/>
                    <a:pt x="624" y="193"/>
                    <a:pt x="624" y="344"/>
                  </a:cubicBezTo>
                  <a:cubicBezTo>
                    <a:pt x="624" y="496"/>
                    <a:pt x="507" y="624"/>
                    <a:pt x="355" y="624"/>
                  </a:cubicBezTo>
                  <a:cubicBezTo>
                    <a:pt x="195" y="624"/>
                    <a:pt x="76" y="496"/>
                    <a:pt x="76" y="344"/>
                  </a:cubicBezTo>
                  <a:cubicBezTo>
                    <a:pt x="76" y="193"/>
                    <a:pt x="195" y="67"/>
                    <a:pt x="355" y="67"/>
                  </a:cubicBezTo>
                  <a:close/>
                  <a:moveTo>
                    <a:pt x="38021" y="10963"/>
                  </a:moveTo>
                  <a:cubicBezTo>
                    <a:pt x="38122" y="10963"/>
                    <a:pt x="38216" y="10998"/>
                    <a:pt x="38292" y="11064"/>
                  </a:cubicBezTo>
                  <a:lnTo>
                    <a:pt x="38224" y="11133"/>
                  </a:lnTo>
                  <a:cubicBezTo>
                    <a:pt x="38165" y="11091"/>
                    <a:pt x="38098" y="11064"/>
                    <a:pt x="38021" y="11064"/>
                  </a:cubicBezTo>
                  <a:cubicBezTo>
                    <a:pt x="37853" y="11064"/>
                    <a:pt x="37718" y="11192"/>
                    <a:pt x="37701" y="11352"/>
                  </a:cubicBezTo>
                  <a:lnTo>
                    <a:pt x="37592" y="11352"/>
                  </a:lnTo>
                  <a:cubicBezTo>
                    <a:pt x="37608" y="11133"/>
                    <a:pt x="37795" y="10963"/>
                    <a:pt x="38021" y="10963"/>
                  </a:cubicBezTo>
                  <a:close/>
                  <a:moveTo>
                    <a:pt x="38343" y="11115"/>
                  </a:moveTo>
                  <a:cubicBezTo>
                    <a:pt x="38410" y="11184"/>
                    <a:pt x="38444" y="11285"/>
                    <a:pt x="38444" y="11386"/>
                  </a:cubicBezTo>
                  <a:cubicBezTo>
                    <a:pt x="38444" y="11621"/>
                    <a:pt x="38250" y="11815"/>
                    <a:pt x="38021" y="11815"/>
                  </a:cubicBezTo>
                  <a:cubicBezTo>
                    <a:pt x="37795" y="11815"/>
                    <a:pt x="37608" y="11639"/>
                    <a:pt x="37592" y="11419"/>
                  </a:cubicBezTo>
                  <a:lnTo>
                    <a:pt x="37701" y="11419"/>
                  </a:lnTo>
                  <a:cubicBezTo>
                    <a:pt x="37718" y="11579"/>
                    <a:pt x="37853" y="11706"/>
                    <a:pt x="38021" y="11706"/>
                  </a:cubicBezTo>
                  <a:cubicBezTo>
                    <a:pt x="38199" y="11706"/>
                    <a:pt x="38343" y="11562"/>
                    <a:pt x="38343" y="11386"/>
                  </a:cubicBezTo>
                  <a:cubicBezTo>
                    <a:pt x="38343" y="11309"/>
                    <a:pt x="38317" y="11243"/>
                    <a:pt x="38266" y="11184"/>
                  </a:cubicBezTo>
                  <a:lnTo>
                    <a:pt x="38343" y="11115"/>
                  </a:lnTo>
                  <a:close/>
                  <a:moveTo>
                    <a:pt x="355" y="0"/>
                  </a:moveTo>
                  <a:cubicBezTo>
                    <a:pt x="161" y="0"/>
                    <a:pt x="1" y="152"/>
                    <a:pt x="1" y="344"/>
                  </a:cubicBezTo>
                  <a:cubicBezTo>
                    <a:pt x="1" y="539"/>
                    <a:pt x="161" y="691"/>
                    <a:pt x="355" y="691"/>
                  </a:cubicBezTo>
                  <a:cubicBezTo>
                    <a:pt x="531" y="691"/>
                    <a:pt x="675" y="557"/>
                    <a:pt x="701" y="379"/>
                  </a:cubicBezTo>
                  <a:lnTo>
                    <a:pt x="11142" y="379"/>
                  </a:lnTo>
                  <a:lnTo>
                    <a:pt x="13672" y="2909"/>
                  </a:lnTo>
                  <a:lnTo>
                    <a:pt x="24392" y="2909"/>
                  </a:lnTo>
                  <a:lnTo>
                    <a:pt x="32902" y="11419"/>
                  </a:lnTo>
                  <a:lnTo>
                    <a:pt x="37523" y="11419"/>
                  </a:lnTo>
                  <a:cubicBezTo>
                    <a:pt x="37542" y="11680"/>
                    <a:pt x="37760" y="11882"/>
                    <a:pt x="38021" y="11882"/>
                  </a:cubicBezTo>
                  <a:cubicBezTo>
                    <a:pt x="38292" y="11882"/>
                    <a:pt x="38511" y="11655"/>
                    <a:pt x="38511" y="11386"/>
                  </a:cubicBezTo>
                  <a:cubicBezTo>
                    <a:pt x="38511" y="11259"/>
                    <a:pt x="38469" y="11149"/>
                    <a:pt x="38394" y="11064"/>
                  </a:cubicBezTo>
                  <a:lnTo>
                    <a:pt x="43353" y="6105"/>
                  </a:lnTo>
                  <a:lnTo>
                    <a:pt x="49306" y="6105"/>
                  </a:lnTo>
                  <a:cubicBezTo>
                    <a:pt x="49324" y="6105"/>
                    <a:pt x="49340" y="6089"/>
                    <a:pt x="49340" y="6073"/>
                  </a:cubicBezTo>
                  <a:cubicBezTo>
                    <a:pt x="49340" y="6055"/>
                    <a:pt x="49324" y="6038"/>
                    <a:pt x="49306" y="6038"/>
                  </a:cubicBezTo>
                  <a:lnTo>
                    <a:pt x="43319" y="6038"/>
                  </a:lnTo>
                  <a:lnTo>
                    <a:pt x="38343" y="11014"/>
                  </a:lnTo>
                  <a:cubicBezTo>
                    <a:pt x="38258" y="10939"/>
                    <a:pt x="38141" y="10888"/>
                    <a:pt x="38021" y="10888"/>
                  </a:cubicBezTo>
                  <a:cubicBezTo>
                    <a:pt x="37760" y="10888"/>
                    <a:pt x="37542" y="11091"/>
                    <a:pt x="37523" y="11352"/>
                  </a:cubicBezTo>
                  <a:lnTo>
                    <a:pt x="32928" y="11352"/>
                  </a:lnTo>
                  <a:lnTo>
                    <a:pt x="24417" y="2842"/>
                  </a:lnTo>
                  <a:lnTo>
                    <a:pt x="13707" y="2842"/>
                  </a:lnTo>
                  <a:lnTo>
                    <a:pt x="11168" y="312"/>
                  </a:lnTo>
                  <a:lnTo>
                    <a:pt x="701" y="312"/>
                  </a:lnTo>
                  <a:cubicBezTo>
                    <a:pt x="675" y="134"/>
                    <a:pt x="531" y="0"/>
                    <a:pt x="355"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58"/>
            <p:cNvSpPr/>
            <p:nvPr/>
          </p:nvSpPr>
          <p:spPr>
            <a:xfrm>
              <a:off x="4306450" y="3273975"/>
              <a:ext cx="10950" cy="11025"/>
            </a:xfrm>
            <a:custGeom>
              <a:rect b="b" l="l" r="r" t="t"/>
              <a:pathLst>
                <a:path extrusionOk="0" h="441" w="438">
                  <a:moveTo>
                    <a:pt x="219" y="1"/>
                  </a:moveTo>
                  <a:cubicBezTo>
                    <a:pt x="92" y="1"/>
                    <a:pt x="1" y="102"/>
                    <a:pt x="1" y="219"/>
                  </a:cubicBezTo>
                  <a:cubicBezTo>
                    <a:pt x="1" y="339"/>
                    <a:pt x="92" y="440"/>
                    <a:pt x="219" y="440"/>
                  </a:cubicBezTo>
                  <a:cubicBezTo>
                    <a:pt x="337" y="440"/>
                    <a:pt x="438" y="339"/>
                    <a:pt x="438" y="219"/>
                  </a:cubicBezTo>
                  <a:cubicBezTo>
                    <a:pt x="438" y="102"/>
                    <a:pt x="337" y="1"/>
                    <a:pt x="219"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 name="Google Shape;1084;p58"/>
          <p:cNvGrpSpPr/>
          <p:nvPr/>
        </p:nvGrpSpPr>
        <p:grpSpPr>
          <a:xfrm>
            <a:off x="6409397" y="2502272"/>
            <a:ext cx="1912200" cy="580313"/>
            <a:chOff x="4203525" y="4202975"/>
            <a:chExt cx="1200000" cy="364175"/>
          </a:xfrm>
        </p:grpSpPr>
        <p:sp>
          <p:nvSpPr>
            <p:cNvPr id="1085" name="Google Shape;1085;p58"/>
            <p:cNvSpPr/>
            <p:nvPr/>
          </p:nvSpPr>
          <p:spPr>
            <a:xfrm>
              <a:off x="4203525" y="4202975"/>
              <a:ext cx="1158250" cy="364175"/>
            </a:xfrm>
            <a:custGeom>
              <a:rect b="b" l="l" r="r" t="t"/>
              <a:pathLst>
                <a:path extrusionOk="0" h="14567" w="46330">
                  <a:moveTo>
                    <a:pt x="69" y="1"/>
                  </a:moveTo>
                  <a:cubicBezTo>
                    <a:pt x="27" y="1"/>
                    <a:pt x="0" y="35"/>
                    <a:pt x="0" y="69"/>
                  </a:cubicBezTo>
                  <a:cubicBezTo>
                    <a:pt x="0" y="112"/>
                    <a:pt x="27" y="144"/>
                    <a:pt x="69" y="144"/>
                  </a:cubicBezTo>
                  <a:lnTo>
                    <a:pt x="12172" y="144"/>
                  </a:lnTo>
                  <a:lnTo>
                    <a:pt x="16396" y="4363"/>
                  </a:lnTo>
                  <a:lnTo>
                    <a:pt x="23017" y="4363"/>
                  </a:lnTo>
                  <a:lnTo>
                    <a:pt x="33037" y="14382"/>
                  </a:lnTo>
                  <a:lnTo>
                    <a:pt x="36731" y="14382"/>
                  </a:lnTo>
                  <a:cubicBezTo>
                    <a:pt x="36766" y="14492"/>
                    <a:pt x="36859" y="14567"/>
                    <a:pt x="36976" y="14567"/>
                  </a:cubicBezTo>
                  <a:cubicBezTo>
                    <a:pt x="37094" y="14567"/>
                    <a:pt x="37195" y="14492"/>
                    <a:pt x="37221" y="14382"/>
                  </a:cubicBezTo>
                  <a:lnTo>
                    <a:pt x="46261" y="14382"/>
                  </a:lnTo>
                  <a:cubicBezTo>
                    <a:pt x="46296" y="14382"/>
                    <a:pt x="46330" y="14348"/>
                    <a:pt x="46330" y="14314"/>
                  </a:cubicBezTo>
                  <a:cubicBezTo>
                    <a:pt x="46330" y="14271"/>
                    <a:pt x="46296" y="14239"/>
                    <a:pt x="46261" y="14239"/>
                  </a:cubicBezTo>
                  <a:lnTo>
                    <a:pt x="37221" y="14239"/>
                  </a:lnTo>
                  <a:cubicBezTo>
                    <a:pt x="37195" y="14138"/>
                    <a:pt x="37094" y="14052"/>
                    <a:pt x="36976" y="14052"/>
                  </a:cubicBezTo>
                  <a:cubicBezTo>
                    <a:pt x="36859" y="14052"/>
                    <a:pt x="36766" y="14138"/>
                    <a:pt x="36731" y="14239"/>
                  </a:cubicBezTo>
                  <a:lnTo>
                    <a:pt x="33096" y="14239"/>
                  </a:lnTo>
                  <a:lnTo>
                    <a:pt x="23076" y="4227"/>
                  </a:lnTo>
                  <a:lnTo>
                    <a:pt x="16455" y="4227"/>
                  </a:lnTo>
                  <a:lnTo>
                    <a:pt x="12231"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58"/>
            <p:cNvSpPr/>
            <p:nvPr/>
          </p:nvSpPr>
          <p:spPr>
            <a:xfrm>
              <a:off x="4254575" y="4302725"/>
              <a:ext cx="1148950" cy="221200"/>
            </a:xfrm>
            <a:custGeom>
              <a:rect b="b" l="l" r="r" t="t"/>
              <a:pathLst>
                <a:path extrusionOk="0" h="8848" w="45958">
                  <a:moveTo>
                    <a:pt x="355" y="69"/>
                  </a:moveTo>
                  <a:cubicBezTo>
                    <a:pt x="507" y="69"/>
                    <a:pt x="632" y="195"/>
                    <a:pt x="632" y="346"/>
                  </a:cubicBezTo>
                  <a:cubicBezTo>
                    <a:pt x="632" y="506"/>
                    <a:pt x="507" y="626"/>
                    <a:pt x="355" y="626"/>
                  </a:cubicBezTo>
                  <a:cubicBezTo>
                    <a:pt x="193" y="626"/>
                    <a:pt x="76" y="506"/>
                    <a:pt x="76" y="346"/>
                  </a:cubicBezTo>
                  <a:cubicBezTo>
                    <a:pt x="76" y="195"/>
                    <a:pt x="193" y="69"/>
                    <a:pt x="355" y="69"/>
                  </a:cubicBezTo>
                  <a:close/>
                  <a:moveTo>
                    <a:pt x="355" y="0"/>
                  </a:moveTo>
                  <a:cubicBezTo>
                    <a:pt x="161" y="0"/>
                    <a:pt x="1" y="160"/>
                    <a:pt x="1" y="346"/>
                  </a:cubicBezTo>
                  <a:cubicBezTo>
                    <a:pt x="1" y="541"/>
                    <a:pt x="161" y="701"/>
                    <a:pt x="355" y="701"/>
                  </a:cubicBezTo>
                  <a:cubicBezTo>
                    <a:pt x="531" y="701"/>
                    <a:pt x="683" y="557"/>
                    <a:pt x="699" y="381"/>
                  </a:cubicBezTo>
                  <a:lnTo>
                    <a:pt x="11917" y="381"/>
                  </a:lnTo>
                  <a:lnTo>
                    <a:pt x="19905" y="8368"/>
                  </a:lnTo>
                  <a:lnTo>
                    <a:pt x="28516" y="8368"/>
                  </a:lnTo>
                  <a:cubicBezTo>
                    <a:pt x="28532" y="8637"/>
                    <a:pt x="28752" y="8848"/>
                    <a:pt x="29022" y="8848"/>
                  </a:cubicBezTo>
                  <a:cubicBezTo>
                    <a:pt x="29291" y="8848"/>
                    <a:pt x="29520" y="8637"/>
                    <a:pt x="29536" y="8368"/>
                  </a:cubicBezTo>
                  <a:lnTo>
                    <a:pt x="31030" y="8368"/>
                  </a:lnTo>
                  <a:lnTo>
                    <a:pt x="38788" y="608"/>
                  </a:lnTo>
                  <a:lnTo>
                    <a:pt x="45923" y="608"/>
                  </a:lnTo>
                  <a:cubicBezTo>
                    <a:pt x="45940" y="608"/>
                    <a:pt x="45958" y="591"/>
                    <a:pt x="45958" y="575"/>
                  </a:cubicBezTo>
                  <a:cubicBezTo>
                    <a:pt x="45958" y="549"/>
                    <a:pt x="45940" y="541"/>
                    <a:pt x="45923" y="541"/>
                  </a:cubicBezTo>
                  <a:lnTo>
                    <a:pt x="38764" y="541"/>
                  </a:lnTo>
                  <a:lnTo>
                    <a:pt x="30995" y="8299"/>
                  </a:lnTo>
                  <a:lnTo>
                    <a:pt x="29536" y="8299"/>
                  </a:lnTo>
                  <a:cubicBezTo>
                    <a:pt x="29520" y="8030"/>
                    <a:pt x="29291" y="7820"/>
                    <a:pt x="29022" y="7820"/>
                  </a:cubicBezTo>
                  <a:cubicBezTo>
                    <a:pt x="28752" y="7820"/>
                    <a:pt x="28532" y="8030"/>
                    <a:pt x="28516" y="8299"/>
                  </a:cubicBezTo>
                  <a:lnTo>
                    <a:pt x="19939" y="8299"/>
                  </a:lnTo>
                  <a:lnTo>
                    <a:pt x="11952" y="312"/>
                  </a:lnTo>
                  <a:lnTo>
                    <a:pt x="699" y="312"/>
                  </a:lnTo>
                  <a:cubicBezTo>
                    <a:pt x="683" y="136"/>
                    <a:pt x="531" y="0"/>
                    <a:pt x="355"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58"/>
            <p:cNvSpPr/>
            <p:nvPr/>
          </p:nvSpPr>
          <p:spPr>
            <a:xfrm>
              <a:off x="4257925" y="4305900"/>
              <a:ext cx="11000" cy="10975"/>
            </a:xfrm>
            <a:custGeom>
              <a:rect b="b" l="l" r="r" t="t"/>
              <a:pathLst>
                <a:path extrusionOk="0" h="439" w="440">
                  <a:moveTo>
                    <a:pt x="221" y="1"/>
                  </a:moveTo>
                  <a:cubicBezTo>
                    <a:pt x="94" y="1"/>
                    <a:pt x="0" y="102"/>
                    <a:pt x="0" y="219"/>
                  </a:cubicBezTo>
                  <a:cubicBezTo>
                    <a:pt x="0" y="347"/>
                    <a:pt x="94" y="438"/>
                    <a:pt x="221" y="438"/>
                  </a:cubicBezTo>
                  <a:cubicBezTo>
                    <a:pt x="338" y="438"/>
                    <a:pt x="440" y="347"/>
                    <a:pt x="440" y="219"/>
                  </a:cubicBezTo>
                  <a:cubicBezTo>
                    <a:pt x="440" y="102"/>
                    <a:pt x="338" y="1"/>
                    <a:pt x="221"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 name="Google Shape;1088;p58"/>
          <p:cNvGrpSpPr/>
          <p:nvPr/>
        </p:nvGrpSpPr>
        <p:grpSpPr>
          <a:xfrm>
            <a:off x="6510259" y="3529251"/>
            <a:ext cx="1711337" cy="704324"/>
            <a:chOff x="4283425" y="4814025"/>
            <a:chExt cx="567250" cy="233475"/>
          </a:xfrm>
        </p:grpSpPr>
        <p:sp>
          <p:nvSpPr>
            <p:cNvPr id="1089" name="Google Shape;1089;p58"/>
            <p:cNvSpPr/>
            <p:nvPr/>
          </p:nvSpPr>
          <p:spPr>
            <a:xfrm>
              <a:off x="4283425" y="4974700"/>
              <a:ext cx="567250" cy="72800"/>
            </a:xfrm>
            <a:custGeom>
              <a:rect b="b" l="l" r="r" t="t"/>
              <a:pathLst>
                <a:path extrusionOk="0" h="2912" w="22690">
                  <a:moveTo>
                    <a:pt x="35" y="0"/>
                  </a:moveTo>
                  <a:cubicBezTo>
                    <a:pt x="19" y="0"/>
                    <a:pt x="1" y="19"/>
                    <a:pt x="1" y="35"/>
                  </a:cubicBezTo>
                  <a:cubicBezTo>
                    <a:pt x="1" y="61"/>
                    <a:pt x="19" y="69"/>
                    <a:pt x="35" y="69"/>
                  </a:cubicBezTo>
                  <a:lnTo>
                    <a:pt x="14660" y="69"/>
                  </a:lnTo>
                  <a:lnTo>
                    <a:pt x="17494" y="2911"/>
                  </a:lnTo>
                  <a:lnTo>
                    <a:pt x="22655" y="2911"/>
                  </a:lnTo>
                  <a:cubicBezTo>
                    <a:pt x="22671" y="2911"/>
                    <a:pt x="22690" y="2895"/>
                    <a:pt x="22690" y="2877"/>
                  </a:cubicBezTo>
                  <a:cubicBezTo>
                    <a:pt x="22690" y="2861"/>
                    <a:pt x="22671" y="2844"/>
                    <a:pt x="22655" y="2844"/>
                  </a:cubicBezTo>
                  <a:lnTo>
                    <a:pt x="17528" y="2844"/>
                  </a:lnTo>
                  <a:lnTo>
                    <a:pt x="14686"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58"/>
            <p:cNvSpPr/>
            <p:nvPr/>
          </p:nvSpPr>
          <p:spPr>
            <a:xfrm>
              <a:off x="4287025" y="4814025"/>
              <a:ext cx="476350" cy="114550"/>
            </a:xfrm>
            <a:custGeom>
              <a:rect b="b" l="l" r="r" t="t"/>
              <a:pathLst>
                <a:path extrusionOk="0" h="4582" w="19054">
                  <a:moveTo>
                    <a:pt x="18631" y="1"/>
                  </a:moveTo>
                  <a:cubicBezTo>
                    <a:pt x="18439" y="1"/>
                    <a:pt x="18287" y="136"/>
                    <a:pt x="18244" y="314"/>
                  </a:cubicBezTo>
                  <a:lnTo>
                    <a:pt x="16835" y="314"/>
                  </a:lnTo>
                  <a:lnTo>
                    <a:pt x="12702" y="4438"/>
                  </a:lnTo>
                  <a:lnTo>
                    <a:pt x="69" y="4438"/>
                  </a:lnTo>
                  <a:cubicBezTo>
                    <a:pt x="35" y="4438"/>
                    <a:pt x="0" y="4472"/>
                    <a:pt x="0" y="4515"/>
                  </a:cubicBezTo>
                  <a:cubicBezTo>
                    <a:pt x="0" y="4547"/>
                    <a:pt x="35" y="4581"/>
                    <a:pt x="69" y="4581"/>
                  </a:cubicBezTo>
                  <a:lnTo>
                    <a:pt x="12761" y="4581"/>
                  </a:lnTo>
                  <a:lnTo>
                    <a:pt x="16894" y="448"/>
                  </a:lnTo>
                  <a:lnTo>
                    <a:pt x="18244" y="448"/>
                  </a:lnTo>
                  <a:cubicBezTo>
                    <a:pt x="18269" y="642"/>
                    <a:pt x="18439" y="786"/>
                    <a:pt x="18631" y="786"/>
                  </a:cubicBezTo>
                  <a:cubicBezTo>
                    <a:pt x="18825" y="786"/>
                    <a:pt x="18985" y="634"/>
                    <a:pt x="19011" y="440"/>
                  </a:cubicBezTo>
                  <a:cubicBezTo>
                    <a:pt x="19036" y="432"/>
                    <a:pt x="19054" y="405"/>
                    <a:pt x="19054" y="381"/>
                  </a:cubicBezTo>
                  <a:cubicBezTo>
                    <a:pt x="19054" y="355"/>
                    <a:pt x="19036" y="331"/>
                    <a:pt x="19011" y="322"/>
                  </a:cubicBezTo>
                  <a:cubicBezTo>
                    <a:pt x="18977" y="136"/>
                    <a:pt x="18817" y="1"/>
                    <a:pt x="18631"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58"/>
            <p:cNvSpPr/>
            <p:nvPr/>
          </p:nvSpPr>
          <p:spPr>
            <a:xfrm>
              <a:off x="4296325" y="4869075"/>
              <a:ext cx="508150" cy="110950"/>
            </a:xfrm>
            <a:custGeom>
              <a:rect b="b" l="l" r="r" t="t"/>
              <a:pathLst>
                <a:path extrusionOk="0" h="4438" w="20326">
                  <a:moveTo>
                    <a:pt x="12458" y="68"/>
                  </a:moveTo>
                  <a:cubicBezTo>
                    <a:pt x="12609" y="68"/>
                    <a:pt x="12735" y="195"/>
                    <a:pt x="12735" y="347"/>
                  </a:cubicBezTo>
                  <a:cubicBezTo>
                    <a:pt x="12735" y="406"/>
                    <a:pt x="12711" y="464"/>
                    <a:pt x="12676" y="515"/>
                  </a:cubicBezTo>
                  <a:lnTo>
                    <a:pt x="12634" y="473"/>
                  </a:lnTo>
                  <a:cubicBezTo>
                    <a:pt x="12660" y="440"/>
                    <a:pt x="12676" y="390"/>
                    <a:pt x="12676" y="347"/>
                  </a:cubicBezTo>
                  <a:cubicBezTo>
                    <a:pt x="12676" y="220"/>
                    <a:pt x="12575" y="126"/>
                    <a:pt x="12458" y="126"/>
                  </a:cubicBezTo>
                  <a:cubicBezTo>
                    <a:pt x="12348" y="126"/>
                    <a:pt x="12255" y="203"/>
                    <a:pt x="12237" y="313"/>
                  </a:cubicBezTo>
                  <a:lnTo>
                    <a:pt x="12178" y="313"/>
                  </a:lnTo>
                  <a:cubicBezTo>
                    <a:pt x="12196" y="169"/>
                    <a:pt x="12314" y="68"/>
                    <a:pt x="12458" y="68"/>
                  </a:cubicBezTo>
                  <a:close/>
                  <a:moveTo>
                    <a:pt x="12237" y="379"/>
                  </a:moveTo>
                  <a:cubicBezTo>
                    <a:pt x="12255" y="481"/>
                    <a:pt x="12348" y="566"/>
                    <a:pt x="12458" y="566"/>
                  </a:cubicBezTo>
                  <a:cubicBezTo>
                    <a:pt x="12500" y="566"/>
                    <a:pt x="12551" y="549"/>
                    <a:pt x="12583" y="523"/>
                  </a:cubicBezTo>
                  <a:lnTo>
                    <a:pt x="12626" y="566"/>
                  </a:lnTo>
                  <a:cubicBezTo>
                    <a:pt x="12575" y="600"/>
                    <a:pt x="12516" y="624"/>
                    <a:pt x="12458" y="624"/>
                  </a:cubicBezTo>
                  <a:cubicBezTo>
                    <a:pt x="12314" y="624"/>
                    <a:pt x="12196" y="515"/>
                    <a:pt x="12178" y="379"/>
                  </a:cubicBezTo>
                  <a:close/>
                  <a:moveTo>
                    <a:pt x="12458" y="1"/>
                  </a:moveTo>
                  <a:cubicBezTo>
                    <a:pt x="12271" y="1"/>
                    <a:pt x="12128" y="137"/>
                    <a:pt x="12111" y="313"/>
                  </a:cubicBezTo>
                  <a:lnTo>
                    <a:pt x="33" y="313"/>
                  </a:lnTo>
                  <a:cubicBezTo>
                    <a:pt x="9" y="313"/>
                    <a:pt x="1" y="329"/>
                    <a:pt x="1" y="347"/>
                  </a:cubicBezTo>
                  <a:cubicBezTo>
                    <a:pt x="1" y="363"/>
                    <a:pt x="9" y="379"/>
                    <a:pt x="33" y="379"/>
                  </a:cubicBezTo>
                  <a:lnTo>
                    <a:pt x="12111" y="379"/>
                  </a:lnTo>
                  <a:cubicBezTo>
                    <a:pt x="12128" y="558"/>
                    <a:pt x="12271" y="693"/>
                    <a:pt x="12458" y="693"/>
                  </a:cubicBezTo>
                  <a:cubicBezTo>
                    <a:pt x="12532" y="693"/>
                    <a:pt x="12618" y="667"/>
                    <a:pt x="12676" y="616"/>
                  </a:cubicBezTo>
                  <a:lnTo>
                    <a:pt x="16144" y="4084"/>
                  </a:lnTo>
                  <a:lnTo>
                    <a:pt x="19542" y="4084"/>
                  </a:lnTo>
                  <a:cubicBezTo>
                    <a:pt x="19558" y="4276"/>
                    <a:pt x="19726" y="4438"/>
                    <a:pt x="19929" y="4438"/>
                  </a:cubicBezTo>
                  <a:cubicBezTo>
                    <a:pt x="20150" y="4438"/>
                    <a:pt x="20326" y="4260"/>
                    <a:pt x="20326" y="4049"/>
                  </a:cubicBezTo>
                  <a:cubicBezTo>
                    <a:pt x="20326" y="3831"/>
                    <a:pt x="20150" y="3653"/>
                    <a:pt x="19929" y="3653"/>
                  </a:cubicBezTo>
                  <a:cubicBezTo>
                    <a:pt x="19726" y="3653"/>
                    <a:pt x="19558" y="3812"/>
                    <a:pt x="19542" y="4015"/>
                  </a:cubicBezTo>
                  <a:lnTo>
                    <a:pt x="16168" y="4015"/>
                  </a:lnTo>
                  <a:lnTo>
                    <a:pt x="12727" y="566"/>
                  </a:lnTo>
                  <a:cubicBezTo>
                    <a:pt x="12769" y="507"/>
                    <a:pt x="12804" y="430"/>
                    <a:pt x="12804" y="347"/>
                  </a:cubicBezTo>
                  <a:cubicBezTo>
                    <a:pt x="12804" y="153"/>
                    <a:pt x="12642" y="1"/>
                    <a:pt x="12458"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 name="Google Shape;1092;p58"/>
          <p:cNvGrpSpPr/>
          <p:nvPr/>
        </p:nvGrpSpPr>
        <p:grpSpPr>
          <a:xfrm>
            <a:off x="4120454" y="1573909"/>
            <a:ext cx="1711305" cy="372024"/>
            <a:chOff x="1057350" y="2818700"/>
            <a:chExt cx="680250" cy="147875"/>
          </a:xfrm>
        </p:grpSpPr>
        <p:sp>
          <p:nvSpPr>
            <p:cNvPr id="1093" name="Google Shape;1093;p58"/>
            <p:cNvSpPr/>
            <p:nvPr/>
          </p:nvSpPr>
          <p:spPr>
            <a:xfrm>
              <a:off x="1057350" y="2818700"/>
              <a:ext cx="592550" cy="147875"/>
            </a:xfrm>
            <a:custGeom>
              <a:rect b="b" l="l" r="r" t="t"/>
              <a:pathLst>
                <a:path extrusionOk="0" h="5915" w="23702">
                  <a:moveTo>
                    <a:pt x="347" y="5291"/>
                  </a:moveTo>
                  <a:cubicBezTo>
                    <a:pt x="499" y="5291"/>
                    <a:pt x="626" y="5417"/>
                    <a:pt x="626" y="5569"/>
                  </a:cubicBezTo>
                  <a:cubicBezTo>
                    <a:pt x="626" y="5720"/>
                    <a:pt x="499" y="5848"/>
                    <a:pt x="347" y="5848"/>
                  </a:cubicBezTo>
                  <a:cubicBezTo>
                    <a:pt x="195" y="5848"/>
                    <a:pt x="70" y="5720"/>
                    <a:pt x="70" y="5569"/>
                  </a:cubicBezTo>
                  <a:cubicBezTo>
                    <a:pt x="70" y="5417"/>
                    <a:pt x="195" y="5291"/>
                    <a:pt x="347" y="5291"/>
                  </a:cubicBezTo>
                  <a:close/>
                  <a:moveTo>
                    <a:pt x="23629" y="1"/>
                  </a:moveTo>
                  <a:cubicBezTo>
                    <a:pt x="23611" y="1"/>
                    <a:pt x="23592" y="7"/>
                    <a:pt x="23574" y="20"/>
                  </a:cubicBezTo>
                  <a:lnTo>
                    <a:pt x="21222" y="2373"/>
                  </a:lnTo>
                  <a:lnTo>
                    <a:pt x="9288" y="2373"/>
                  </a:lnTo>
                  <a:lnTo>
                    <a:pt x="6158" y="5502"/>
                  </a:lnTo>
                  <a:lnTo>
                    <a:pt x="693" y="5502"/>
                  </a:lnTo>
                  <a:cubicBezTo>
                    <a:pt x="659" y="5342"/>
                    <a:pt x="517" y="5225"/>
                    <a:pt x="347" y="5225"/>
                  </a:cubicBezTo>
                  <a:cubicBezTo>
                    <a:pt x="163" y="5225"/>
                    <a:pt x="1" y="5376"/>
                    <a:pt x="1" y="5569"/>
                  </a:cubicBezTo>
                  <a:cubicBezTo>
                    <a:pt x="1" y="5763"/>
                    <a:pt x="163" y="5915"/>
                    <a:pt x="347" y="5915"/>
                  </a:cubicBezTo>
                  <a:cubicBezTo>
                    <a:pt x="517" y="5915"/>
                    <a:pt x="659" y="5797"/>
                    <a:pt x="693" y="5638"/>
                  </a:cubicBezTo>
                  <a:lnTo>
                    <a:pt x="6217" y="5638"/>
                  </a:lnTo>
                  <a:lnTo>
                    <a:pt x="9346" y="2516"/>
                  </a:lnTo>
                  <a:lnTo>
                    <a:pt x="21281" y="2516"/>
                  </a:lnTo>
                  <a:lnTo>
                    <a:pt x="23676" y="122"/>
                  </a:lnTo>
                  <a:cubicBezTo>
                    <a:pt x="23702" y="87"/>
                    <a:pt x="23702" y="45"/>
                    <a:pt x="23676" y="20"/>
                  </a:cubicBezTo>
                  <a:cubicBezTo>
                    <a:pt x="23664" y="7"/>
                    <a:pt x="23647" y="1"/>
                    <a:pt x="23629"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58"/>
            <p:cNvSpPr/>
            <p:nvPr/>
          </p:nvSpPr>
          <p:spPr>
            <a:xfrm>
              <a:off x="1060550" y="2952450"/>
              <a:ext cx="11000" cy="11000"/>
            </a:xfrm>
            <a:custGeom>
              <a:rect b="b" l="l" r="r" t="t"/>
              <a:pathLst>
                <a:path extrusionOk="0" h="440" w="440">
                  <a:moveTo>
                    <a:pt x="219" y="0"/>
                  </a:moveTo>
                  <a:cubicBezTo>
                    <a:pt x="102" y="0"/>
                    <a:pt x="0" y="101"/>
                    <a:pt x="0" y="219"/>
                  </a:cubicBezTo>
                  <a:cubicBezTo>
                    <a:pt x="0" y="338"/>
                    <a:pt x="102" y="439"/>
                    <a:pt x="219" y="439"/>
                  </a:cubicBezTo>
                  <a:cubicBezTo>
                    <a:pt x="346" y="439"/>
                    <a:pt x="440" y="338"/>
                    <a:pt x="440" y="219"/>
                  </a:cubicBezTo>
                  <a:cubicBezTo>
                    <a:pt x="440" y="101"/>
                    <a:pt x="346" y="0"/>
                    <a:pt x="219"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58"/>
            <p:cNvSpPr/>
            <p:nvPr/>
          </p:nvSpPr>
          <p:spPr>
            <a:xfrm>
              <a:off x="1175875" y="2911750"/>
              <a:ext cx="561725" cy="13275"/>
            </a:xfrm>
            <a:custGeom>
              <a:rect b="b" l="l" r="r" t="t"/>
              <a:pathLst>
                <a:path extrusionOk="0" h="531" w="22469">
                  <a:moveTo>
                    <a:pt x="270" y="1"/>
                  </a:moveTo>
                  <a:cubicBezTo>
                    <a:pt x="128" y="1"/>
                    <a:pt x="0" y="118"/>
                    <a:pt x="0" y="270"/>
                  </a:cubicBezTo>
                  <a:cubicBezTo>
                    <a:pt x="0" y="414"/>
                    <a:pt x="128" y="531"/>
                    <a:pt x="270" y="531"/>
                  </a:cubicBezTo>
                  <a:cubicBezTo>
                    <a:pt x="405" y="531"/>
                    <a:pt x="523" y="430"/>
                    <a:pt x="541" y="304"/>
                  </a:cubicBezTo>
                  <a:lnTo>
                    <a:pt x="22434" y="304"/>
                  </a:lnTo>
                  <a:cubicBezTo>
                    <a:pt x="22453" y="304"/>
                    <a:pt x="22469" y="288"/>
                    <a:pt x="22469" y="270"/>
                  </a:cubicBezTo>
                  <a:cubicBezTo>
                    <a:pt x="22469" y="246"/>
                    <a:pt x="22453" y="227"/>
                    <a:pt x="22434" y="227"/>
                  </a:cubicBezTo>
                  <a:lnTo>
                    <a:pt x="541" y="227"/>
                  </a:lnTo>
                  <a:cubicBezTo>
                    <a:pt x="523" y="102"/>
                    <a:pt x="405" y="1"/>
                    <a:pt x="270"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 name="Google Shape;1096;p58"/>
          <p:cNvGrpSpPr/>
          <p:nvPr/>
        </p:nvGrpSpPr>
        <p:grpSpPr>
          <a:xfrm>
            <a:off x="3883296" y="2521372"/>
            <a:ext cx="2185817" cy="542640"/>
            <a:chOff x="1017925" y="3371200"/>
            <a:chExt cx="1149825" cy="285450"/>
          </a:xfrm>
        </p:grpSpPr>
        <p:sp>
          <p:nvSpPr>
            <p:cNvPr id="1097" name="Google Shape;1097;p58"/>
            <p:cNvSpPr/>
            <p:nvPr/>
          </p:nvSpPr>
          <p:spPr>
            <a:xfrm>
              <a:off x="1199050" y="3373500"/>
              <a:ext cx="871700" cy="246075"/>
            </a:xfrm>
            <a:custGeom>
              <a:rect b="b" l="l" r="r" t="t"/>
              <a:pathLst>
                <a:path extrusionOk="0" h="9843" w="34868">
                  <a:moveTo>
                    <a:pt x="17368" y="5616"/>
                  </a:moveTo>
                  <a:cubicBezTo>
                    <a:pt x="17595" y="5616"/>
                    <a:pt x="17789" y="5802"/>
                    <a:pt x="17789" y="6039"/>
                  </a:cubicBezTo>
                  <a:cubicBezTo>
                    <a:pt x="17789" y="6130"/>
                    <a:pt x="17763" y="6215"/>
                    <a:pt x="17712" y="6282"/>
                  </a:cubicBezTo>
                  <a:lnTo>
                    <a:pt x="17637" y="6207"/>
                  </a:lnTo>
                  <a:cubicBezTo>
                    <a:pt x="17672" y="6156"/>
                    <a:pt x="17688" y="6097"/>
                    <a:pt x="17688" y="6039"/>
                  </a:cubicBezTo>
                  <a:cubicBezTo>
                    <a:pt x="17688" y="5861"/>
                    <a:pt x="17544" y="5717"/>
                    <a:pt x="17368" y="5717"/>
                  </a:cubicBezTo>
                  <a:cubicBezTo>
                    <a:pt x="17299" y="5717"/>
                    <a:pt x="17240" y="5735"/>
                    <a:pt x="17198" y="5759"/>
                  </a:cubicBezTo>
                  <a:lnTo>
                    <a:pt x="17123" y="5693"/>
                  </a:lnTo>
                  <a:cubicBezTo>
                    <a:pt x="17190" y="5642"/>
                    <a:pt x="17275" y="5616"/>
                    <a:pt x="17368" y="5616"/>
                  </a:cubicBezTo>
                  <a:close/>
                  <a:moveTo>
                    <a:pt x="17064" y="5735"/>
                  </a:moveTo>
                  <a:lnTo>
                    <a:pt x="17139" y="5802"/>
                  </a:lnTo>
                  <a:cubicBezTo>
                    <a:pt x="17081" y="5861"/>
                    <a:pt x="17038" y="5946"/>
                    <a:pt x="17038" y="6039"/>
                  </a:cubicBezTo>
                  <a:cubicBezTo>
                    <a:pt x="17038" y="6215"/>
                    <a:pt x="17182" y="6359"/>
                    <a:pt x="17368" y="6359"/>
                  </a:cubicBezTo>
                  <a:cubicBezTo>
                    <a:pt x="17451" y="6359"/>
                    <a:pt x="17536" y="6324"/>
                    <a:pt x="17595" y="6265"/>
                  </a:cubicBezTo>
                  <a:lnTo>
                    <a:pt x="17672" y="6332"/>
                  </a:lnTo>
                  <a:cubicBezTo>
                    <a:pt x="17587" y="6417"/>
                    <a:pt x="17485" y="6460"/>
                    <a:pt x="17368" y="6460"/>
                  </a:cubicBezTo>
                  <a:cubicBezTo>
                    <a:pt x="17131" y="6460"/>
                    <a:pt x="16937" y="6274"/>
                    <a:pt x="16937" y="6039"/>
                  </a:cubicBezTo>
                  <a:cubicBezTo>
                    <a:pt x="16937" y="5919"/>
                    <a:pt x="16987" y="5810"/>
                    <a:pt x="17064" y="5735"/>
                  </a:cubicBezTo>
                  <a:close/>
                  <a:moveTo>
                    <a:pt x="34829" y="1"/>
                  </a:moveTo>
                  <a:cubicBezTo>
                    <a:pt x="34819" y="1"/>
                    <a:pt x="34808" y="3"/>
                    <a:pt x="34800" y="7"/>
                  </a:cubicBezTo>
                  <a:lnTo>
                    <a:pt x="26762" y="8045"/>
                  </a:lnTo>
                  <a:lnTo>
                    <a:pt x="19483" y="8045"/>
                  </a:lnTo>
                  <a:lnTo>
                    <a:pt x="17763" y="6332"/>
                  </a:lnTo>
                  <a:cubicBezTo>
                    <a:pt x="17823" y="6249"/>
                    <a:pt x="17856" y="6148"/>
                    <a:pt x="17856" y="6039"/>
                  </a:cubicBezTo>
                  <a:cubicBezTo>
                    <a:pt x="17856" y="5767"/>
                    <a:pt x="17637" y="5541"/>
                    <a:pt x="17368" y="5541"/>
                  </a:cubicBezTo>
                  <a:cubicBezTo>
                    <a:pt x="17257" y="5541"/>
                    <a:pt x="17155" y="5583"/>
                    <a:pt x="17072" y="5642"/>
                  </a:cubicBezTo>
                  <a:lnTo>
                    <a:pt x="16439" y="5008"/>
                  </a:lnTo>
                  <a:lnTo>
                    <a:pt x="8976" y="5008"/>
                  </a:lnTo>
                  <a:lnTo>
                    <a:pt x="4565" y="9411"/>
                  </a:lnTo>
                  <a:lnTo>
                    <a:pt x="786" y="9411"/>
                  </a:lnTo>
                  <a:cubicBezTo>
                    <a:pt x="770" y="9217"/>
                    <a:pt x="600" y="9057"/>
                    <a:pt x="397" y="9057"/>
                  </a:cubicBezTo>
                  <a:cubicBezTo>
                    <a:pt x="179" y="9057"/>
                    <a:pt x="1" y="9235"/>
                    <a:pt x="1" y="9445"/>
                  </a:cubicBezTo>
                  <a:cubicBezTo>
                    <a:pt x="1" y="9664"/>
                    <a:pt x="179" y="9842"/>
                    <a:pt x="397" y="9842"/>
                  </a:cubicBezTo>
                  <a:cubicBezTo>
                    <a:pt x="600" y="9842"/>
                    <a:pt x="770" y="9682"/>
                    <a:pt x="786" y="9488"/>
                  </a:cubicBezTo>
                  <a:lnTo>
                    <a:pt x="4597" y="9488"/>
                  </a:lnTo>
                  <a:lnTo>
                    <a:pt x="9000" y="5077"/>
                  </a:lnTo>
                  <a:lnTo>
                    <a:pt x="16415" y="5077"/>
                  </a:lnTo>
                  <a:lnTo>
                    <a:pt x="17022" y="5685"/>
                  </a:lnTo>
                  <a:cubicBezTo>
                    <a:pt x="16929" y="5776"/>
                    <a:pt x="16870" y="5903"/>
                    <a:pt x="16870" y="6039"/>
                  </a:cubicBezTo>
                  <a:cubicBezTo>
                    <a:pt x="16870" y="6308"/>
                    <a:pt x="17089" y="6535"/>
                    <a:pt x="17368" y="6535"/>
                  </a:cubicBezTo>
                  <a:cubicBezTo>
                    <a:pt x="17502" y="6535"/>
                    <a:pt x="17629" y="6476"/>
                    <a:pt x="17722" y="6383"/>
                  </a:cubicBezTo>
                  <a:lnTo>
                    <a:pt x="19451" y="8122"/>
                  </a:lnTo>
                  <a:lnTo>
                    <a:pt x="26789" y="8122"/>
                  </a:lnTo>
                  <a:lnTo>
                    <a:pt x="34851" y="57"/>
                  </a:lnTo>
                  <a:cubicBezTo>
                    <a:pt x="34867" y="41"/>
                    <a:pt x="34867" y="25"/>
                    <a:pt x="34851" y="7"/>
                  </a:cubicBezTo>
                  <a:cubicBezTo>
                    <a:pt x="34847" y="3"/>
                    <a:pt x="34838" y="1"/>
                    <a:pt x="34829"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58"/>
            <p:cNvSpPr/>
            <p:nvPr/>
          </p:nvSpPr>
          <p:spPr>
            <a:xfrm>
              <a:off x="1017925" y="3377950"/>
              <a:ext cx="1149825" cy="278700"/>
            </a:xfrm>
            <a:custGeom>
              <a:rect b="b" l="l" r="r" t="t"/>
              <a:pathLst>
                <a:path extrusionOk="0" h="11148" w="45993">
                  <a:moveTo>
                    <a:pt x="45956" y="1"/>
                  </a:moveTo>
                  <a:cubicBezTo>
                    <a:pt x="45946" y="1"/>
                    <a:pt x="45938" y="3"/>
                    <a:pt x="45934" y="7"/>
                  </a:cubicBezTo>
                  <a:lnTo>
                    <a:pt x="36479" y="9462"/>
                  </a:lnTo>
                  <a:lnTo>
                    <a:pt x="32641" y="9462"/>
                  </a:lnTo>
                  <a:lnTo>
                    <a:pt x="31343" y="8162"/>
                  </a:lnTo>
                  <a:cubicBezTo>
                    <a:pt x="31394" y="8095"/>
                    <a:pt x="31435" y="8010"/>
                    <a:pt x="31435" y="7917"/>
                  </a:cubicBezTo>
                  <a:cubicBezTo>
                    <a:pt x="31435" y="7699"/>
                    <a:pt x="31258" y="7521"/>
                    <a:pt x="31040" y="7521"/>
                  </a:cubicBezTo>
                  <a:cubicBezTo>
                    <a:pt x="30947" y="7521"/>
                    <a:pt x="30862" y="7555"/>
                    <a:pt x="30795" y="7614"/>
                  </a:cubicBezTo>
                  <a:lnTo>
                    <a:pt x="28965" y="5784"/>
                  </a:lnTo>
                  <a:lnTo>
                    <a:pt x="22589" y="5784"/>
                  </a:lnTo>
                  <a:lnTo>
                    <a:pt x="17638" y="10735"/>
                  </a:lnTo>
                  <a:lnTo>
                    <a:pt x="778" y="10735"/>
                  </a:lnTo>
                  <a:cubicBezTo>
                    <a:pt x="768" y="10533"/>
                    <a:pt x="600" y="10373"/>
                    <a:pt x="390" y="10373"/>
                  </a:cubicBezTo>
                  <a:cubicBezTo>
                    <a:pt x="179" y="10373"/>
                    <a:pt x="1" y="10541"/>
                    <a:pt x="1" y="10759"/>
                  </a:cubicBezTo>
                  <a:cubicBezTo>
                    <a:pt x="1" y="10972"/>
                    <a:pt x="179" y="11148"/>
                    <a:pt x="390" y="11148"/>
                  </a:cubicBezTo>
                  <a:cubicBezTo>
                    <a:pt x="592" y="11148"/>
                    <a:pt x="760" y="10996"/>
                    <a:pt x="778" y="10802"/>
                  </a:cubicBezTo>
                  <a:lnTo>
                    <a:pt x="17670" y="10802"/>
                  </a:lnTo>
                  <a:lnTo>
                    <a:pt x="22613" y="5851"/>
                  </a:lnTo>
                  <a:lnTo>
                    <a:pt x="28931" y="5851"/>
                  </a:lnTo>
                  <a:lnTo>
                    <a:pt x="30744" y="7664"/>
                  </a:lnTo>
                  <a:cubicBezTo>
                    <a:pt x="30686" y="7733"/>
                    <a:pt x="30651" y="7816"/>
                    <a:pt x="30651" y="7917"/>
                  </a:cubicBezTo>
                  <a:cubicBezTo>
                    <a:pt x="30651" y="8128"/>
                    <a:pt x="30827" y="8306"/>
                    <a:pt x="31040" y="8306"/>
                  </a:cubicBezTo>
                  <a:cubicBezTo>
                    <a:pt x="31131" y="8306"/>
                    <a:pt x="31224" y="8272"/>
                    <a:pt x="31293" y="8213"/>
                  </a:cubicBezTo>
                  <a:lnTo>
                    <a:pt x="32609" y="9529"/>
                  </a:lnTo>
                  <a:lnTo>
                    <a:pt x="36505" y="9529"/>
                  </a:lnTo>
                  <a:lnTo>
                    <a:pt x="45984" y="57"/>
                  </a:lnTo>
                  <a:cubicBezTo>
                    <a:pt x="45992" y="41"/>
                    <a:pt x="45992" y="23"/>
                    <a:pt x="45984" y="7"/>
                  </a:cubicBezTo>
                  <a:cubicBezTo>
                    <a:pt x="45976" y="3"/>
                    <a:pt x="45966" y="1"/>
                    <a:pt x="45956"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58"/>
            <p:cNvSpPr/>
            <p:nvPr/>
          </p:nvSpPr>
          <p:spPr>
            <a:xfrm>
              <a:off x="1890875" y="3371200"/>
              <a:ext cx="213000" cy="213350"/>
            </a:xfrm>
            <a:custGeom>
              <a:rect b="b" l="l" r="r" t="t"/>
              <a:pathLst>
                <a:path extrusionOk="0" h="8534" w="8520">
                  <a:moveTo>
                    <a:pt x="8482" y="0"/>
                  </a:moveTo>
                  <a:cubicBezTo>
                    <a:pt x="8473" y="0"/>
                    <a:pt x="8464" y="3"/>
                    <a:pt x="8459" y="8"/>
                  </a:cubicBezTo>
                  <a:lnTo>
                    <a:pt x="431" y="8035"/>
                  </a:lnTo>
                  <a:cubicBezTo>
                    <a:pt x="389" y="8003"/>
                    <a:pt x="338" y="7985"/>
                    <a:pt x="279" y="7985"/>
                  </a:cubicBezTo>
                  <a:cubicBezTo>
                    <a:pt x="128" y="7985"/>
                    <a:pt x="0" y="8112"/>
                    <a:pt x="0" y="8264"/>
                  </a:cubicBezTo>
                  <a:cubicBezTo>
                    <a:pt x="0" y="8416"/>
                    <a:pt x="128" y="8533"/>
                    <a:pt x="279" y="8533"/>
                  </a:cubicBezTo>
                  <a:cubicBezTo>
                    <a:pt x="431" y="8533"/>
                    <a:pt x="549" y="8416"/>
                    <a:pt x="549" y="8264"/>
                  </a:cubicBezTo>
                  <a:cubicBezTo>
                    <a:pt x="549" y="8187"/>
                    <a:pt x="532" y="8129"/>
                    <a:pt x="490" y="8078"/>
                  </a:cubicBezTo>
                  <a:lnTo>
                    <a:pt x="8510" y="58"/>
                  </a:lnTo>
                  <a:cubicBezTo>
                    <a:pt x="8520" y="48"/>
                    <a:pt x="8520" y="24"/>
                    <a:pt x="8510" y="8"/>
                  </a:cubicBezTo>
                  <a:cubicBezTo>
                    <a:pt x="8502" y="3"/>
                    <a:pt x="8492" y="0"/>
                    <a:pt x="8482"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58"/>
            <p:cNvSpPr/>
            <p:nvPr/>
          </p:nvSpPr>
          <p:spPr>
            <a:xfrm>
              <a:off x="1914700" y="3382575"/>
              <a:ext cx="214475" cy="214625"/>
            </a:xfrm>
            <a:custGeom>
              <a:rect b="b" l="l" r="r" t="t"/>
              <a:pathLst>
                <a:path extrusionOk="0" h="8585" w="8579">
                  <a:moveTo>
                    <a:pt x="8544" y="0"/>
                  </a:moveTo>
                  <a:cubicBezTo>
                    <a:pt x="8536" y="0"/>
                    <a:pt x="8527" y="3"/>
                    <a:pt x="8518" y="8"/>
                  </a:cubicBezTo>
                  <a:lnTo>
                    <a:pt x="464" y="8062"/>
                  </a:lnTo>
                  <a:cubicBezTo>
                    <a:pt x="413" y="8028"/>
                    <a:pt x="355" y="8004"/>
                    <a:pt x="296" y="8004"/>
                  </a:cubicBezTo>
                  <a:cubicBezTo>
                    <a:pt x="128" y="8004"/>
                    <a:pt x="1" y="8137"/>
                    <a:pt x="1" y="8297"/>
                  </a:cubicBezTo>
                  <a:cubicBezTo>
                    <a:pt x="1" y="8459"/>
                    <a:pt x="128" y="8584"/>
                    <a:pt x="296" y="8584"/>
                  </a:cubicBezTo>
                  <a:cubicBezTo>
                    <a:pt x="456" y="8584"/>
                    <a:pt x="583" y="8459"/>
                    <a:pt x="583" y="8297"/>
                  </a:cubicBezTo>
                  <a:cubicBezTo>
                    <a:pt x="583" y="8222"/>
                    <a:pt x="557" y="8163"/>
                    <a:pt x="515" y="8113"/>
                  </a:cubicBezTo>
                  <a:lnTo>
                    <a:pt x="8569" y="59"/>
                  </a:lnTo>
                  <a:cubicBezTo>
                    <a:pt x="8579" y="40"/>
                    <a:pt x="8579" y="24"/>
                    <a:pt x="8569" y="8"/>
                  </a:cubicBezTo>
                  <a:cubicBezTo>
                    <a:pt x="8561" y="3"/>
                    <a:pt x="8553" y="0"/>
                    <a:pt x="8544"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 name="Google Shape;1101;p58"/>
          <p:cNvGrpSpPr/>
          <p:nvPr/>
        </p:nvGrpSpPr>
        <p:grpSpPr>
          <a:xfrm>
            <a:off x="6368245" y="1464375"/>
            <a:ext cx="1994771" cy="591236"/>
            <a:chOff x="4280100" y="3758925"/>
            <a:chExt cx="970550" cy="287650"/>
          </a:xfrm>
        </p:grpSpPr>
        <p:sp>
          <p:nvSpPr>
            <p:cNvPr id="1102" name="Google Shape;1102;p58"/>
            <p:cNvSpPr/>
            <p:nvPr/>
          </p:nvSpPr>
          <p:spPr>
            <a:xfrm>
              <a:off x="4280100" y="3758925"/>
              <a:ext cx="970550" cy="227125"/>
            </a:xfrm>
            <a:custGeom>
              <a:rect b="b" l="l" r="r" t="t"/>
              <a:pathLst>
                <a:path extrusionOk="0" h="9085" w="38822">
                  <a:moveTo>
                    <a:pt x="498" y="69"/>
                  </a:moveTo>
                  <a:cubicBezTo>
                    <a:pt x="733" y="69"/>
                    <a:pt x="919" y="264"/>
                    <a:pt x="919" y="498"/>
                  </a:cubicBezTo>
                  <a:cubicBezTo>
                    <a:pt x="919" y="735"/>
                    <a:pt x="733" y="921"/>
                    <a:pt x="498" y="921"/>
                  </a:cubicBezTo>
                  <a:cubicBezTo>
                    <a:pt x="261" y="921"/>
                    <a:pt x="67" y="735"/>
                    <a:pt x="67" y="498"/>
                  </a:cubicBezTo>
                  <a:cubicBezTo>
                    <a:pt x="67" y="264"/>
                    <a:pt x="261" y="69"/>
                    <a:pt x="498" y="69"/>
                  </a:cubicBezTo>
                  <a:close/>
                  <a:moveTo>
                    <a:pt x="9506" y="2743"/>
                  </a:moveTo>
                  <a:cubicBezTo>
                    <a:pt x="9759" y="2743"/>
                    <a:pt x="9969" y="2954"/>
                    <a:pt x="9969" y="3207"/>
                  </a:cubicBezTo>
                  <a:cubicBezTo>
                    <a:pt x="9969" y="3316"/>
                    <a:pt x="9927" y="3425"/>
                    <a:pt x="9850" y="3502"/>
                  </a:cubicBezTo>
                  <a:lnTo>
                    <a:pt x="9767" y="3417"/>
                  </a:lnTo>
                  <a:cubicBezTo>
                    <a:pt x="9817" y="3359"/>
                    <a:pt x="9850" y="3282"/>
                    <a:pt x="9850" y="3207"/>
                  </a:cubicBezTo>
                  <a:cubicBezTo>
                    <a:pt x="9850" y="3012"/>
                    <a:pt x="9690" y="2861"/>
                    <a:pt x="9506" y="2861"/>
                  </a:cubicBezTo>
                  <a:cubicBezTo>
                    <a:pt x="9421" y="2861"/>
                    <a:pt x="9344" y="2895"/>
                    <a:pt x="9285" y="2936"/>
                  </a:cubicBezTo>
                  <a:lnTo>
                    <a:pt x="9202" y="2853"/>
                  </a:lnTo>
                  <a:cubicBezTo>
                    <a:pt x="9285" y="2784"/>
                    <a:pt x="9386" y="2743"/>
                    <a:pt x="9506" y="2743"/>
                  </a:cubicBezTo>
                  <a:close/>
                  <a:moveTo>
                    <a:pt x="9159" y="2903"/>
                  </a:moveTo>
                  <a:lnTo>
                    <a:pt x="9234" y="2986"/>
                  </a:lnTo>
                  <a:cubicBezTo>
                    <a:pt x="9192" y="3047"/>
                    <a:pt x="9159" y="3122"/>
                    <a:pt x="9159" y="3207"/>
                  </a:cubicBezTo>
                  <a:cubicBezTo>
                    <a:pt x="9159" y="3391"/>
                    <a:pt x="9319" y="3543"/>
                    <a:pt x="9506" y="3543"/>
                  </a:cubicBezTo>
                  <a:cubicBezTo>
                    <a:pt x="9589" y="3543"/>
                    <a:pt x="9665" y="3518"/>
                    <a:pt x="9724" y="3468"/>
                  </a:cubicBezTo>
                  <a:lnTo>
                    <a:pt x="9809" y="3553"/>
                  </a:lnTo>
                  <a:cubicBezTo>
                    <a:pt x="9724" y="3620"/>
                    <a:pt x="9623" y="3662"/>
                    <a:pt x="9506" y="3662"/>
                  </a:cubicBezTo>
                  <a:cubicBezTo>
                    <a:pt x="9253" y="3662"/>
                    <a:pt x="9040" y="3460"/>
                    <a:pt x="9040" y="3207"/>
                  </a:cubicBezTo>
                  <a:cubicBezTo>
                    <a:pt x="9040" y="3087"/>
                    <a:pt x="9083" y="2986"/>
                    <a:pt x="9159" y="2903"/>
                  </a:cubicBezTo>
                  <a:close/>
                  <a:moveTo>
                    <a:pt x="23590" y="8166"/>
                  </a:moveTo>
                  <a:cubicBezTo>
                    <a:pt x="23808" y="8166"/>
                    <a:pt x="23995" y="8334"/>
                    <a:pt x="24011" y="8553"/>
                  </a:cubicBezTo>
                  <a:lnTo>
                    <a:pt x="23910" y="8553"/>
                  </a:lnTo>
                  <a:cubicBezTo>
                    <a:pt x="23893" y="8393"/>
                    <a:pt x="23758" y="8267"/>
                    <a:pt x="23590" y="8267"/>
                  </a:cubicBezTo>
                  <a:cubicBezTo>
                    <a:pt x="23513" y="8267"/>
                    <a:pt x="23446" y="8292"/>
                    <a:pt x="23396" y="8334"/>
                  </a:cubicBezTo>
                  <a:lnTo>
                    <a:pt x="23321" y="8259"/>
                  </a:lnTo>
                  <a:cubicBezTo>
                    <a:pt x="23396" y="8198"/>
                    <a:pt x="23489" y="8166"/>
                    <a:pt x="23590" y="8166"/>
                  </a:cubicBezTo>
                  <a:close/>
                  <a:moveTo>
                    <a:pt x="23270" y="8310"/>
                  </a:moveTo>
                  <a:lnTo>
                    <a:pt x="23345" y="8385"/>
                  </a:lnTo>
                  <a:cubicBezTo>
                    <a:pt x="23294" y="8435"/>
                    <a:pt x="23270" y="8512"/>
                    <a:pt x="23270" y="8587"/>
                  </a:cubicBezTo>
                  <a:cubicBezTo>
                    <a:pt x="23270" y="8773"/>
                    <a:pt x="23412" y="8917"/>
                    <a:pt x="23590" y="8917"/>
                  </a:cubicBezTo>
                  <a:cubicBezTo>
                    <a:pt x="23758" y="8917"/>
                    <a:pt x="23893" y="8789"/>
                    <a:pt x="23910" y="8630"/>
                  </a:cubicBezTo>
                  <a:lnTo>
                    <a:pt x="24011" y="8630"/>
                  </a:lnTo>
                  <a:cubicBezTo>
                    <a:pt x="23995" y="8848"/>
                    <a:pt x="23808" y="9018"/>
                    <a:pt x="23590" y="9018"/>
                  </a:cubicBezTo>
                  <a:cubicBezTo>
                    <a:pt x="23353" y="9018"/>
                    <a:pt x="23159" y="8824"/>
                    <a:pt x="23159" y="8587"/>
                  </a:cubicBezTo>
                  <a:cubicBezTo>
                    <a:pt x="23159" y="8486"/>
                    <a:pt x="23201" y="8385"/>
                    <a:pt x="23270" y="8310"/>
                  </a:cubicBezTo>
                  <a:close/>
                  <a:moveTo>
                    <a:pt x="498" y="0"/>
                  </a:moveTo>
                  <a:cubicBezTo>
                    <a:pt x="219" y="0"/>
                    <a:pt x="0" y="221"/>
                    <a:pt x="0" y="498"/>
                  </a:cubicBezTo>
                  <a:cubicBezTo>
                    <a:pt x="0" y="770"/>
                    <a:pt x="219" y="988"/>
                    <a:pt x="498" y="988"/>
                  </a:cubicBezTo>
                  <a:cubicBezTo>
                    <a:pt x="759" y="988"/>
                    <a:pt x="970" y="786"/>
                    <a:pt x="986" y="533"/>
                  </a:cubicBezTo>
                  <a:lnTo>
                    <a:pt x="4496" y="533"/>
                  </a:lnTo>
                  <a:cubicBezTo>
                    <a:pt x="4512" y="727"/>
                    <a:pt x="4680" y="887"/>
                    <a:pt x="4882" y="887"/>
                  </a:cubicBezTo>
                  <a:cubicBezTo>
                    <a:pt x="5085" y="887"/>
                    <a:pt x="5255" y="727"/>
                    <a:pt x="5271" y="533"/>
                  </a:cubicBezTo>
                  <a:lnTo>
                    <a:pt x="6528" y="533"/>
                  </a:lnTo>
                  <a:cubicBezTo>
                    <a:pt x="6544" y="658"/>
                    <a:pt x="6654" y="770"/>
                    <a:pt x="6789" y="770"/>
                  </a:cubicBezTo>
                  <a:cubicBezTo>
                    <a:pt x="6856" y="770"/>
                    <a:pt x="6915" y="743"/>
                    <a:pt x="6957" y="709"/>
                  </a:cubicBezTo>
                  <a:lnTo>
                    <a:pt x="9109" y="2853"/>
                  </a:lnTo>
                  <a:cubicBezTo>
                    <a:pt x="9024" y="2946"/>
                    <a:pt x="8973" y="3071"/>
                    <a:pt x="8973" y="3207"/>
                  </a:cubicBezTo>
                  <a:cubicBezTo>
                    <a:pt x="8973" y="3492"/>
                    <a:pt x="9210" y="3737"/>
                    <a:pt x="9506" y="3737"/>
                  </a:cubicBezTo>
                  <a:cubicBezTo>
                    <a:pt x="9639" y="3737"/>
                    <a:pt x="9759" y="3687"/>
                    <a:pt x="9850" y="3604"/>
                  </a:cubicBezTo>
                  <a:lnTo>
                    <a:pt x="10947" y="4690"/>
                  </a:lnTo>
                  <a:lnTo>
                    <a:pt x="19651" y="4690"/>
                  </a:lnTo>
                  <a:lnTo>
                    <a:pt x="23219" y="8259"/>
                  </a:lnTo>
                  <a:cubicBezTo>
                    <a:pt x="23143" y="8350"/>
                    <a:pt x="23092" y="8462"/>
                    <a:pt x="23092" y="8587"/>
                  </a:cubicBezTo>
                  <a:cubicBezTo>
                    <a:pt x="23092" y="8866"/>
                    <a:pt x="23311" y="9085"/>
                    <a:pt x="23590" y="9085"/>
                  </a:cubicBezTo>
                  <a:cubicBezTo>
                    <a:pt x="23851" y="9085"/>
                    <a:pt x="24061" y="8883"/>
                    <a:pt x="24080" y="8630"/>
                  </a:cubicBezTo>
                  <a:lnTo>
                    <a:pt x="30640" y="8630"/>
                  </a:lnTo>
                  <a:cubicBezTo>
                    <a:pt x="30658" y="8824"/>
                    <a:pt x="30826" y="8984"/>
                    <a:pt x="31029" y="8984"/>
                  </a:cubicBezTo>
                  <a:cubicBezTo>
                    <a:pt x="31231" y="8984"/>
                    <a:pt x="31399" y="8824"/>
                    <a:pt x="31417" y="8630"/>
                  </a:cubicBezTo>
                  <a:lnTo>
                    <a:pt x="38787" y="8630"/>
                  </a:lnTo>
                  <a:cubicBezTo>
                    <a:pt x="38806" y="8630"/>
                    <a:pt x="38822" y="8613"/>
                    <a:pt x="38822" y="8587"/>
                  </a:cubicBezTo>
                  <a:cubicBezTo>
                    <a:pt x="38822" y="8571"/>
                    <a:pt x="38806" y="8553"/>
                    <a:pt x="38787" y="8553"/>
                  </a:cubicBezTo>
                  <a:lnTo>
                    <a:pt x="31417" y="8553"/>
                  </a:lnTo>
                  <a:cubicBezTo>
                    <a:pt x="31399" y="8360"/>
                    <a:pt x="31231" y="8198"/>
                    <a:pt x="31029" y="8198"/>
                  </a:cubicBezTo>
                  <a:cubicBezTo>
                    <a:pt x="30826" y="8198"/>
                    <a:pt x="30658" y="8360"/>
                    <a:pt x="30640" y="8553"/>
                  </a:cubicBezTo>
                  <a:lnTo>
                    <a:pt x="24080" y="8553"/>
                  </a:lnTo>
                  <a:cubicBezTo>
                    <a:pt x="24061" y="8300"/>
                    <a:pt x="23851" y="8097"/>
                    <a:pt x="23590" y="8097"/>
                  </a:cubicBezTo>
                  <a:cubicBezTo>
                    <a:pt x="23472" y="8097"/>
                    <a:pt x="23353" y="8140"/>
                    <a:pt x="23270" y="8209"/>
                  </a:cubicBezTo>
                  <a:lnTo>
                    <a:pt x="19685" y="4624"/>
                  </a:lnTo>
                  <a:lnTo>
                    <a:pt x="10973" y="4624"/>
                  </a:lnTo>
                  <a:lnTo>
                    <a:pt x="9900" y="3553"/>
                  </a:lnTo>
                  <a:cubicBezTo>
                    <a:pt x="9985" y="3460"/>
                    <a:pt x="10036" y="3340"/>
                    <a:pt x="10036" y="3207"/>
                  </a:cubicBezTo>
                  <a:cubicBezTo>
                    <a:pt x="10036" y="2911"/>
                    <a:pt x="9799" y="2674"/>
                    <a:pt x="9506" y="2674"/>
                  </a:cubicBezTo>
                  <a:cubicBezTo>
                    <a:pt x="9370" y="2674"/>
                    <a:pt x="9253" y="2725"/>
                    <a:pt x="9159" y="2802"/>
                  </a:cubicBezTo>
                  <a:lnTo>
                    <a:pt x="7008" y="658"/>
                  </a:lnTo>
                  <a:cubicBezTo>
                    <a:pt x="7042" y="608"/>
                    <a:pt x="7058" y="557"/>
                    <a:pt x="7058" y="498"/>
                  </a:cubicBezTo>
                  <a:cubicBezTo>
                    <a:pt x="7058" y="347"/>
                    <a:pt x="6941" y="229"/>
                    <a:pt x="6789" y="229"/>
                  </a:cubicBezTo>
                  <a:cubicBezTo>
                    <a:pt x="6654" y="229"/>
                    <a:pt x="6544" y="330"/>
                    <a:pt x="6528" y="466"/>
                  </a:cubicBezTo>
                  <a:lnTo>
                    <a:pt x="5271" y="466"/>
                  </a:lnTo>
                  <a:cubicBezTo>
                    <a:pt x="5255" y="264"/>
                    <a:pt x="5085" y="102"/>
                    <a:pt x="4882" y="102"/>
                  </a:cubicBezTo>
                  <a:cubicBezTo>
                    <a:pt x="4680" y="102"/>
                    <a:pt x="4512" y="264"/>
                    <a:pt x="4496" y="466"/>
                  </a:cubicBezTo>
                  <a:lnTo>
                    <a:pt x="986" y="466"/>
                  </a:lnTo>
                  <a:cubicBezTo>
                    <a:pt x="970" y="203"/>
                    <a:pt x="759" y="0"/>
                    <a:pt x="498"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58"/>
            <p:cNvSpPr/>
            <p:nvPr/>
          </p:nvSpPr>
          <p:spPr>
            <a:xfrm>
              <a:off x="4284500" y="3763175"/>
              <a:ext cx="16050" cy="16275"/>
            </a:xfrm>
            <a:custGeom>
              <a:rect b="b" l="l" r="r" t="t"/>
              <a:pathLst>
                <a:path extrusionOk="0" h="651" w="642">
                  <a:moveTo>
                    <a:pt x="322" y="1"/>
                  </a:moveTo>
                  <a:cubicBezTo>
                    <a:pt x="144" y="1"/>
                    <a:pt x="0" y="152"/>
                    <a:pt x="0" y="328"/>
                  </a:cubicBezTo>
                  <a:cubicBezTo>
                    <a:pt x="0" y="507"/>
                    <a:pt x="144" y="650"/>
                    <a:pt x="322" y="650"/>
                  </a:cubicBezTo>
                  <a:cubicBezTo>
                    <a:pt x="498" y="650"/>
                    <a:pt x="642" y="507"/>
                    <a:pt x="642" y="328"/>
                  </a:cubicBezTo>
                  <a:cubicBezTo>
                    <a:pt x="642" y="152"/>
                    <a:pt x="498" y="1"/>
                    <a:pt x="322"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58"/>
            <p:cNvSpPr/>
            <p:nvPr/>
          </p:nvSpPr>
          <p:spPr>
            <a:xfrm>
              <a:off x="4731725" y="3902325"/>
              <a:ext cx="440500" cy="144250"/>
            </a:xfrm>
            <a:custGeom>
              <a:rect b="b" l="l" r="r" t="t"/>
              <a:pathLst>
                <a:path extrusionOk="0" h="5770" w="17620">
                  <a:moveTo>
                    <a:pt x="321" y="1"/>
                  </a:moveTo>
                  <a:cubicBezTo>
                    <a:pt x="145" y="1"/>
                    <a:pt x="1" y="145"/>
                    <a:pt x="1" y="321"/>
                  </a:cubicBezTo>
                  <a:cubicBezTo>
                    <a:pt x="1" y="499"/>
                    <a:pt x="145" y="641"/>
                    <a:pt x="321" y="641"/>
                  </a:cubicBezTo>
                  <a:cubicBezTo>
                    <a:pt x="398" y="641"/>
                    <a:pt x="464" y="616"/>
                    <a:pt x="523" y="574"/>
                  </a:cubicBezTo>
                  <a:lnTo>
                    <a:pt x="5432" y="5482"/>
                  </a:lnTo>
                  <a:lnTo>
                    <a:pt x="16978" y="5482"/>
                  </a:lnTo>
                  <a:cubicBezTo>
                    <a:pt x="16996" y="5642"/>
                    <a:pt x="17130" y="5770"/>
                    <a:pt x="17300" y="5770"/>
                  </a:cubicBezTo>
                  <a:cubicBezTo>
                    <a:pt x="17476" y="5770"/>
                    <a:pt x="17619" y="5626"/>
                    <a:pt x="17619" y="5448"/>
                  </a:cubicBezTo>
                  <a:cubicBezTo>
                    <a:pt x="17619" y="5272"/>
                    <a:pt x="17476" y="5128"/>
                    <a:pt x="17300" y="5128"/>
                  </a:cubicBezTo>
                  <a:cubicBezTo>
                    <a:pt x="17130" y="5128"/>
                    <a:pt x="16996" y="5256"/>
                    <a:pt x="16978" y="5416"/>
                  </a:cubicBezTo>
                  <a:lnTo>
                    <a:pt x="5466" y="5416"/>
                  </a:lnTo>
                  <a:lnTo>
                    <a:pt x="574" y="523"/>
                  </a:lnTo>
                  <a:cubicBezTo>
                    <a:pt x="616" y="465"/>
                    <a:pt x="641" y="398"/>
                    <a:pt x="641" y="321"/>
                  </a:cubicBezTo>
                  <a:cubicBezTo>
                    <a:pt x="641" y="145"/>
                    <a:pt x="499" y="1"/>
                    <a:pt x="321"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108" name="Shape 1108"/>
        <p:cNvGrpSpPr/>
        <p:nvPr/>
      </p:nvGrpSpPr>
      <p:grpSpPr>
        <a:xfrm>
          <a:off x="0" y="0"/>
          <a:ext cx="0" cy="0"/>
          <a:chOff x="0" y="0"/>
          <a:chExt cx="0" cy="0"/>
        </a:xfrm>
      </p:grpSpPr>
      <p:sp>
        <p:nvSpPr>
          <p:cNvPr id="1109" name="Google Shape;1109;p59"/>
          <p:cNvSpPr txBox="1"/>
          <p:nvPr>
            <p:ph idx="1" type="subTitle"/>
          </p:nvPr>
        </p:nvSpPr>
        <p:spPr>
          <a:xfrm>
            <a:off x="720000" y="1136750"/>
            <a:ext cx="7704000" cy="3387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in this template? Get them at these websites:</a:t>
            </a:r>
            <a:endParaRPr sz="1400">
              <a:solidFill>
                <a:srgbClr val="191919"/>
              </a:solidFill>
              <a:latin typeface="Anaheim"/>
              <a:ea typeface="Anaheim"/>
              <a:cs typeface="Anaheim"/>
              <a:sym typeface="Anaheim"/>
            </a:endParaRPr>
          </a:p>
          <a:p>
            <a:pPr indent="0" lvl="0" marL="0" rtl="0" algn="l">
              <a:spcBef>
                <a:spcPts val="1000"/>
              </a:spcBef>
              <a:spcAft>
                <a:spcPts val="0"/>
              </a:spcAft>
              <a:buNone/>
            </a:pPr>
            <a:r>
              <a:rPr lang="en">
                <a:solidFill>
                  <a:srgbClr val="107C8E"/>
                </a:solidFill>
              </a:rPr>
              <a:t>Vectors</a:t>
            </a:r>
            <a:endParaRPr/>
          </a:p>
          <a:p>
            <a:pPr indent="-304800" lvl="0" marL="457200" rtl="0" algn="l">
              <a:spcBef>
                <a:spcPts val="0"/>
              </a:spcBef>
              <a:spcAft>
                <a:spcPts val="0"/>
              </a:spcAft>
              <a:buSzPts val="1200"/>
              <a:buChar char="●"/>
            </a:pPr>
            <a:r>
              <a:rPr lang="en" u="sng">
                <a:hlinkClick r:id="rId3"/>
              </a:rPr>
              <a:t>Free vector gradient data privacy webinar template</a:t>
            </a:r>
            <a:endParaRPr u="sng"/>
          </a:p>
          <a:p>
            <a:pPr indent="-304800" lvl="0" marL="457200" rtl="0" algn="l">
              <a:spcBef>
                <a:spcPts val="0"/>
              </a:spcBef>
              <a:spcAft>
                <a:spcPts val="0"/>
              </a:spcAft>
              <a:buSzPts val="1200"/>
              <a:buChar char="●"/>
            </a:pPr>
            <a:r>
              <a:rPr lang="en" u="sng">
                <a:hlinkClick r:id="rId4"/>
              </a:rPr>
              <a:t>Free vector gradient data privacy facebook cover</a:t>
            </a:r>
            <a:endParaRPr u="sng"/>
          </a:p>
          <a:p>
            <a:pPr indent="0" lvl="0" marL="0" rtl="0" algn="l">
              <a:spcBef>
                <a:spcPts val="0"/>
              </a:spcBef>
              <a:spcAft>
                <a:spcPts val="0"/>
              </a:spcAft>
              <a:buNone/>
            </a:pPr>
            <a:r>
              <a:t/>
            </a:r>
            <a:endParaRPr/>
          </a:p>
          <a:p>
            <a:pPr indent="0" lvl="0" marL="0" rtl="0" algn="l">
              <a:spcBef>
                <a:spcPts val="0"/>
              </a:spcBef>
              <a:spcAft>
                <a:spcPts val="0"/>
              </a:spcAft>
              <a:buNone/>
            </a:pPr>
            <a:r>
              <a:rPr lang="en">
                <a:solidFill>
                  <a:srgbClr val="107C8E"/>
                </a:solidFill>
              </a:rPr>
              <a:t>Icons</a:t>
            </a:r>
            <a:endParaRPr/>
          </a:p>
          <a:p>
            <a:pPr indent="-304800" lvl="0" marL="457200" rtl="0" algn="l">
              <a:spcBef>
                <a:spcPts val="0"/>
              </a:spcBef>
              <a:spcAft>
                <a:spcPts val="0"/>
              </a:spcAft>
              <a:buSzPts val="1200"/>
              <a:buChar char="●"/>
            </a:pPr>
            <a:r>
              <a:rPr lang="en" u="sng">
                <a:solidFill>
                  <a:schemeClr val="hlink"/>
                </a:solidFill>
                <a:hlinkClick r:id="rId5"/>
              </a:rPr>
              <a:t>Icon Pack: Data Security | Filled</a:t>
            </a:r>
            <a:endParaRPr u="sng"/>
          </a:p>
        </p:txBody>
      </p:sp>
      <p:sp>
        <p:nvSpPr>
          <p:cNvPr id="1110" name="Google Shape;1110;p5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1111" name="Google Shape;1111;p59"/>
          <p:cNvSpPr/>
          <p:nvPr/>
        </p:nvSpPr>
        <p:spPr>
          <a:xfrm>
            <a:off x="7199178" y="3434174"/>
            <a:ext cx="728400" cy="728400"/>
          </a:xfrm>
          <a:prstGeom prst="plus">
            <a:avLst>
              <a:gd fmla="val 32768" name="adj"/>
            </a:avLst>
          </a:prstGeom>
          <a:solidFill>
            <a:srgbClr val="95E7D3">
              <a:alpha val="6962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115" name="Shape 1115"/>
        <p:cNvGrpSpPr/>
        <p:nvPr/>
      </p:nvGrpSpPr>
      <p:grpSpPr>
        <a:xfrm>
          <a:off x="0" y="0"/>
          <a:ext cx="0" cy="0"/>
          <a:chOff x="0" y="0"/>
          <a:chExt cx="0" cy="0"/>
        </a:xfrm>
      </p:grpSpPr>
      <p:sp>
        <p:nvSpPr>
          <p:cNvPr id="1116" name="Google Shape;1116;p60"/>
          <p:cNvSpPr txBox="1"/>
          <p:nvPr>
            <p:ph idx="1" type="subTitle"/>
          </p:nvPr>
        </p:nvSpPr>
        <p:spPr>
          <a:xfrm>
            <a:off x="720000" y="1136750"/>
            <a:ext cx="7704000" cy="3387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in this template? Get them at these websites:</a:t>
            </a:r>
            <a:endParaRPr/>
          </a:p>
          <a:p>
            <a:pPr indent="0" lvl="0" marL="0" marR="0" rtl="0" algn="l">
              <a:lnSpc>
                <a:spcPct val="100000"/>
              </a:lnSpc>
              <a:spcBef>
                <a:spcPts val="1000"/>
              </a:spcBef>
              <a:spcAft>
                <a:spcPts val="0"/>
              </a:spcAft>
              <a:buNone/>
            </a:pPr>
            <a:r>
              <a:rPr lang="en">
                <a:solidFill>
                  <a:srgbClr val="107C8E"/>
                </a:solidFill>
              </a:rPr>
              <a:t>Photos</a:t>
            </a:r>
            <a:endParaRPr>
              <a:solidFill>
                <a:srgbClr val="107C8E"/>
              </a:solidFill>
            </a:endParaRPr>
          </a:p>
          <a:p>
            <a:pPr indent="-304800" lvl="0" marL="457200" marR="0" rtl="0" algn="l">
              <a:lnSpc>
                <a:spcPct val="100000"/>
              </a:lnSpc>
              <a:spcBef>
                <a:spcPts val="0"/>
              </a:spcBef>
              <a:spcAft>
                <a:spcPts val="0"/>
              </a:spcAft>
              <a:buSzPts val="1200"/>
              <a:buChar char="●"/>
            </a:pPr>
            <a:r>
              <a:rPr lang="en" u="sng">
                <a:hlinkClick r:id="rId3"/>
              </a:rPr>
              <a:t>Free photo medical banner with doctor wearing stethoscope</a:t>
            </a:r>
            <a:endParaRPr u="sng"/>
          </a:p>
          <a:p>
            <a:pPr indent="-304800" lvl="0" marL="457200" marR="0" rtl="0" algn="l">
              <a:lnSpc>
                <a:spcPct val="100000"/>
              </a:lnSpc>
              <a:spcBef>
                <a:spcPts val="0"/>
              </a:spcBef>
              <a:spcAft>
                <a:spcPts val="0"/>
              </a:spcAft>
              <a:buSzPts val="1200"/>
              <a:buChar char="●"/>
            </a:pPr>
            <a:r>
              <a:rPr lang="en" u="sng">
                <a:hlinkClick r:id="rId4"/>
              </a:rPr>
              <a:t>Free photo medical banner with doctor holding tablet</a:t>
            </a:r>
            <a:endParaRPr u="sng"/>
          </a:p>
          <a:p>
            <a:pPr indent="-304800" lvl="0" marL="457200" marR="0" rtl="0" algn="l">
              <a:lnSpc>
                <a:spcPct val="100000"/>
              </a:lnSpc>
              <a:spcBef>
                <a:spcPts val="0"/>
              </a:spcBef>
              <a:spcAft>
                <a:spcPts val="0"/>
              </a:spcAft>
              <a:buSzPts val="1200"/>
              <a:buChar char="●"/>
            </a:pPr>
            <a:r>
              <a:rPr lang="en" u="sng">
                <a:hlinkClick r:id="rId5"/>
              </a:rPr>
              <a:t>Free photo empty hallway background</a:t>
            </a:r>
            <a:endParaRPr u="sng"/>
          </a:p>
          <a:p>
            <a:pPr indent="-304800" lvl="0" marL="457200" marR="0" rtl="0" algn="l">
              <a:lnSpc>
                <a:spcPct val="100000"/>
              </a:lnSpc>
              <a:spcBef>
                <a:spcPts val="0"/>
              </a:spcBef>
              <a:spcAft>
                <a:spcPts val="0"/>
              </a:spcAft>
              <a:buSzPts val="1200"/>
              <a:buChar char="●"/>
            </a:pPr>
            <a:r>
              <a:rPr lang="en" u="sng">
                <a:hlinkClick r:id="rId6"/>
              </a:rPr>
              <a:t>Free photo medical banner with doctor wearing goggles</a:t>
            </a:r>
            <a:endParaRPr u="sng"/>
          </a:p>
          <a:p>
            <a:pPr indent="-304800" lvl="0" marL="457200" marR="0" rtl="0" algn="l">
              <a:lnSpc>
                <a:spcPct val="100000"/>
              </a:lnSpc>
              <a:spcBef>
                <a:spcPts val="0"/>
              </a:spcBef>
              <a:spcAft>
                <a:spcPts val="0"/>
              </a:spcAft>
              <a:buSzPts val="1200"/>
              <a:buChar char="●"/>
            </a:pPr>
            <a:r>
              <a:rPr lang="en" u="sng">
                <a:hlinkClick r:id="rId7"/>
              </a:rPr>
              <a:t>Free photo medical banner with doctor working on laptop</a:t>
            </a:r>
            <a:endParaRPr u="sng"/>
          </a:p>
          <a:p>
            <a:pPr indent="-304800" lvl="0" marL="457200" marR="0" rtl="0" algn="l">
              <a:lnSpc>
                <a:spcPct val="100000"/>
              </a:lnSpc>
              <a:spcBef>
                <a:spcPts val="0"/>
              </a:spcBef>
              <a:spcAft>
                <a:spcPts val="0"/>
              </a:spcAft>
              <a:buSzPts val="1200"/>
              <a:buChar char="●"/>
            </a:pPr>
            <a:r>
              <a:rPr lang="en" u="sng">
                <a:hlinkClick r:id="rId8"/>
              </a:rPr>
              <a:t>Free photo medical banner with doctor wearing face mask</a:t>
            </a:r>
            <a:endParaRPr u="sng"/>
          </a:p>
          <a:p>
            <a:pPr indent="-304800" lvl="0" marL="457200" marR="0" rtl="0" algn="l">
              <a:lnSpc>
                <a:spcPct val="100000"/>
              </a:lnSpc>
              <a:spcBef>
                <a:spcPts val="0"/>
              </a:spcBef>
              <a:spcAft>
                <a:spcPts val="0"/>
              </a:spcAft>
              <a:buSzPts val="1200"/>
              <a:buChar char="●"/>
            </a:pPr>
            <a:r>
              <a:rPr lang="en" u="sng">
                <a:hlinkClick r:id="rId9"/>
              </a:rPr>
              <a:t>Free photo medical banner with doctor and patient</a:t>
            </a:r>
            <a:endParaRPr u="sng"/>
          </a:p>
          <a:p>
            <a:pPr indent="-304800" lvl="0" marL="457200" marR="0" rtl="0" algn="l">
              <a:lnSpc>
                <a:spcPct val="100000"/>
              </a:lnSpc>
              <a:spcBef>
                <a:spcPts val="0"/>
              </a:spcBef>
              <a:spcAft>
                <a:spcPts val="0"/>
              </a:spcAft>
              <a:buSzPts val="1200"/>
              <a:buChar char="●"/>
            </a:pPr>
            <a:r>
              <a:rPr lang="en" u="sng">
                <a:hlinkClick r:id="rId10"/>
              </a:rPr>
              <a:t>Free photo medical banner with doctor wearing glove</a:t>
            </a:r>
            <a:endParaRPr u="sng"/>
          </a:p>
          <a:p>
            <a:pPr indent="-304800" lvl="0" marL="457200" marR="0" rtl="0" algn="l">
              <a:lnSpc>
                <a:spcPct val="100000"/>
              </a:lnSpc>
              <a:spcBef>
                <a:spcPts val="0"/>
              </a:spcBef>
              <a:spcAft>
                <a:spcPts val="0"/>
              </a:spcAft>
              <a:buSzPts val="1200"/>
              <a:buChar char="●"/>
            </a:pPr>
            <a:r>
              <a:rPr lang="en" u="sng">
                <a:hlinkClick r:id="rId11"/>
              </a:rPr>
              <a:t>Free photo full shot doctors talking at work</a:t>
            </a:r>
            <a:endParaRPr u="sng"/>
          </a:p>
          <a:p>
            <a:pPr indent="-304800" lvl="0" marL="457200" marR="0" rtl="0" algn="l">
              <a:lnSpc>
                <a:spcPct val="100000"/>
              </a:lnSpc>
              <a:spcBef>
                <a:spcPts val="0"/>
              </a:spcBef>
              <a:spcAft>
                <a:spcPts val="0"/>
              </a:spcAft>
              <a:buSzPts val="1200"/>
              <a:buChar char="●"/>
            </a:pPr>
            <a:r>
              <a:rPr lang="en" u="sng">
                <a:hlinkClick r:id="rId12"/>
              </a:rPr>
              <a:t>Free photo doctor performing routine medical checkup</a:t>
            </a:r>
            <a:endParaRPr u="sng"/>
          </a:p>
          <a:p>
            <a:pPr indent="-304800" lvl="0" marL="457200" marR="0" rtl="0" algn="l">
              <a:lnSpc>
                <a:spcPct val="100000"/>
              </a:lnSpc>
              <a:spcBef>
                <a:spcPts val="0"/>
              </a:spcBef>
              <a:spcAft>
                <a:spcPts val="0"/>
              </a:spcAft>
              <a:buSzPts val="1200"/>
              <a:buChar char="●"/>
            </a:pPr>
            <a:r>
              <a:rPr lang="en" u="sng">
                <a:hlinkClick r:id="rId13"/>
              </a:rPr>
              <a:t>Free photo doctor wearing white coat medium shot</a:t>
            </a:r>
            <a:endParaRPr u="sng"/>
          </a:p>
          <a:p>
            <a:pPr indent="-304800" lvl="0" marL="457200" marR="0" rtl="0" algn="l">
              <a:lnSpc>
                <a:spcPct val="100000"/>
              </a:lnSpc>
              <a:spcBef>
                <a:spcPts val="0"/>
              </a:spcBef>
              <a:spcAft>
                <a:spcPts val="0"/>
              </a:spcAft>
              <a:buSzPts val="1200"/>
              <a:buChar char="●"/>
            </a:pPr>
            <a:r>
              <a:rPr lang="en" u="sng">
                <a:hlinkClick r:id="rId14"/>
              </a:rPr>
              <a:t>Free photo black nurse at their workspace</a:t>
            </a:r>
            <a:endParaRPr u="sng"/>
          </a:p>
          <a:p>
            <a:pPr indent="-304800" lvl="0" marL="457200" marR="0" rtl="0" algn="l">
              <a:lnSpc>
                <a:spcPct val="100000"/>
              </a:lnSpc>
              <a:spcBef>
                <a:spcPts val="0"/>
              </a:spcBef>
              <a:spcAft>
                <a:spcPts val="0"/>
              </a:spcAft>
              <a:buSzPts val="1200"/>
              <a:buChar char="●"/>
            </a:pPr>
            <a:r>
              <a:rPr lang="en" u="sng">
                <a:hlinkClick r:id="rId15"/>
              </a:rPr>
              <a:t>Free photo doctor helping patient during rehabilitation</a:t>
            </a:r>
            <a:endParaRPr u="sng"/>
          </a:p>
          <a:p>
            <a:pPr indent="-304800" lvl="0" marL="457200" marR="0" rtl="0" algn="l">
              <a:lnSpc>
                <a:spcPct val="100000"/>
              </a:lnSpc>
              <a:spcBef>
                <a:spcPts val="0"/>
              </a:spcBef>
              <a:spcAft>
                <a:spcPts val="0"/>
              </a:spcAft>
              <a:buSzPts val="1200"/>
              <a:buChar char="●"/>
            </a:pPr>
            <a:r>
              <a:rPr lang="en" u="sng">
                <a:hlinkClick r:id="rId16"/>
              </a:rPr>
              <a:t>Free photo man wearing t shirt gesturing</a:t>
            </a:r>
            <a:endParaRPr u="sng"/>
          </a:p>
          <a:p>
            <a:pPr indent="-304800" lvl="0" marL="457200" marR="0" rtl="0" algn="l">
              <a:lnSpc>
                <a:spcPct val="100000"/>
              </a:lnSpc>
              <a:spcBef>
                <a:spcPts val="0"/>
              </a:spcBef>
              <a:spcAft>
                <a:spcPts val="0"/>
              </a:spcAft>
              <a:buSzPts val="1200"/>
              <a:buChar char="●"/>
            </a:pPr>
            <a:r>
              <a:rPr lang="en" u="sng">
                <a:hlinkClick r:id="rId17"/>
              </a:rPr>
              <a:t>Free photo senior woman doing exercises at home and spending time with friends</a:t>
            </a:r>
            <a:endParaRPr u="sng"/>
          </a:p>
        </p:txBody>
      </p:sp>
      <p:sp>
        <p:nvSpPr>
          <p:cNvPr id="1117" name="Google Shape;1117;p6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Resources</a:t>
            </a:r>
            <a:endParaRPr/>
          </a:p>
        </p:txBody>
      </p:sp>
      <p:grpSp>
        <p:nvGrpSpPr>
          <p:cNvPr id="1118" name="Google Shape;1118;p60"/>
          <p:cNvGrpSpPr/>
          <p:nvPr/>
        </p:nvGrpSpPr>
        <p:grpSpPr>
          <a:xfrm>
            <a:off x="7019851" y="1692647"/>
            <a:ext cx="849972" cy="903344"/>
            <a:chOff x="7664367" y="4045527"/>
            <a:chExt cx="562039" cy="597292"/>
          </a:xfrm>
        </p:grpSpPr>
        <p:sp>
          <p:nvSpPr>
            <p:cNvPr id="1119" name="Google Shape;1119;p60"/>
            <p:cNvSpPr/>
            <p:nvPr/>
          </p:nvSpPr>
          <p:spPr>
            <a:xfrm>
              <a:off x="7664367" y="4220119"/>
              <a:ext cx="422700" cy="4227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120" name="Google Shape;1120;p60"/>
            <p:cNvSpPr/>
            <p:nvPr/>
          </p:nvSpPr>
          <p:spPr>
            <a:xfrm>
              <a:off x="8051806" y="4045527"/>
              <a:ext cx="174600" cy="174600"/>
            </a:xfrm>
            <a:prstGeom prst="plus">
              <a:avLst>
                <a:gd fmla="val 32768" name="adj"/>
              </a:avLst>
            </a:prstGeom>
            <a:solidFill>
              <a:srgbClr val="96E5D2">
                <a:alpha val="557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124" name="Shape 1124"/>
        <p:cNvGrpSpPr/>
        <p:nvPr/>
      </p:nvGrpSpPr>
      <p:grpSpPr>
        <a:xfrm>
          <a:off x="0" y="0"/>
          <a:ext cx="0" cy="0"/>
          <a:chOff x="0" y="0"/>
          <a:chExt cx="0" cy="0"/>
        </a:xfrm>
      </p:grpSpPr>
      <p:sp>
        <p:nvSpPr>
          <p:cNvPr id="1125" name="Google Shape;1125;p61"/>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1126" name="Google Shape;1126;p61"/>
          <p:cNvSpPr txBox="1"/>
          <p:nvPr/>
        </p:nvSpPr>
        <p:spPr>
          <a:xfrm>
            <a:off x="72340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000000"/>
              </a:buClr>
              <a:buSzPts val="1100"/>
              <a:buFont typeface="Arial"/>
              <a:buNone/>
            </a:pPr>
            <a:r>
              <a:rPr lang="en" sz="1100">
                <a:solidFill>
                  <a:schemeClr val="lt1"/>
                </a:solidFill>
              </a:rPr>
              <a:t>If you have a free account, in order to use this template, you must credit </a:t>
            </a:r>
            <a:r>
              <a:rPr b="1" lang="en" sz="1100" u="sng">
                <a:solidFill>
                  <a:schemeClr val="dk2"/>
                </a:solidFill>
                <a:hlinkClick r:id="rId3">
                  <a:extLst>
                    <a:ext uri="{A12FA001-AC4F-418D-AE19-62706E023703}">
                      <ahyp:hlinkClr val="tx"/>
                    </a:ext>
                  </a:extLst>
                </a:hlinkClick>
              </a:rPr>
              <a:t>Slidesgo</a:t>
            </a:r>
            <a:r>
              <a:rPr b="1" lang="en" sz="1100">
                <a:solidFill>
                  <a:schemeClr val="dk2"/>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dk2"/>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lnSpc>
                <a:spcPct val="100000"/>
              </a:lnSpc>
              <a:spcBef>
                <a:spcPts val="1000"/>
              </a:spcBef>
              <a:spcAft>
                <a:spcPts val="0"/>
              </a:spcAft>
              <a:buClr>
                <a:srgbClr val="000000"/>
              </a:buClr>
              <a:buSzPts val="1100"/>
              <a:buFont typeface="Arial"/>
              <a:buNone/>
            </a:pPr>
            <a:r>
              <a:rPr b="1" lang="en" sz="1100">
                <a:solidFill>
                  <a:schemeClr val="dk2"/>
                </a:solidFill>
              </a:rPr>
              <a:t>As a Free user, you are allowed to:</a:t>
            </a:r>
            <a:endParaRPr b="1" sz="1100">
              <a:solidFill>
                <a:schemeClr val="dk2"/>
              </a:solidFill>
            </a:endParaRPr>
          </a:p>
          <a:p>
            <a:pPr indent="-298450" lvl="0" marL="457200" rtl="0" algn="l">
              <a:lnSpc>
                <a:spcPct val="100000"/>
              </a:lnSpc>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lnSpc>
                <a:spcPct val="100000"/>
              </a:lnSpc>
              <a:spcBef>
                <a:spcPts val="1400"/>
              </a:spcBef>
              <a:spcAft>
                <a:spcPts val="0"/>
              </a:spcAft>
              <a:buClr>
                <a:srgbClr val="000000"/>
              </a:buClr>
              <a:buSzPts val="1100"/>
              <a:buFont typeface="Arial"/>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130" name="Shape 1130"/>
        <p:cNvGrpSpPr/>
        <p:nvPr/>
      </p:nvGrpSpPr>
      <p:grpSpPr>
        <a:xfrm>
          <a:off x="0" y="0"/>
          <a:ext cx="0" cy="0"/>
          <a:chOff x="0" y="0"/>
          <a:chExt cx="0" cy="0"/>
        </a:xfrm>
      </p:grpSpPr>
      <p:sp>
        <p:nvSpPr>
          <p:cNvPr id="1131" name="Google Shape;1131;p62"/>
          <p:cNvSpPr txBox="1"/>
          <p:nvPr/>
        </p:nvSpPr>
        <p:spPr>
          <a:xfrm>
            <a:off x="72345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dk2"/>
                </a:solidFill>
                <a:hlinkClick r:id="rId3">
                  <a:extLst>
                    <a:ext uri="{A12FA001-AC4F-418D-AE19-62706E023703}">
                      <ahyp:hlinkClr val="tx"/>
                    </a:ext>
                  </a:extLst>
                </a:hlinkClick>
              </a:rPr>
              <a:t>Slidesgo</a:t>
            </a:r>
            <a:r>
              <a:rPr b="1" lang="en" sz="1100">
                <a:solidFill>
                  <a:schemeClr val="dk2"/>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lnSpc>
                <a:spcPct val="100000"/>
              </a:lnSpc>
              <a:spcBef>
                <a:spcPts val="0"/>
              </a:spcBef>
              <a:spcAft>
                <a:spcPts val="0"/>
              </a:spcAft>
              <a:buNone/>
            </a:pPr>
            <a:r>
              <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
        <p:nvSpPr>
          <p:cNvPr id="1132" name="Google Shape;1132;p62"/>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136" name="Shape 1136"/>
        <p:cNvGrpSpPr/>
        <p:nvPr/>
      </p:nvGrpSpPr>
      <p:grpSpPr>
        <a:xfrm>
          <a:off x="0" y="0"/>
          <a:ext cx="0" cy="0"/>
          <a:chOff x="0" y="0"/>
          <a:chExt cx="0" cy="0"/>
        </a:xfrm>
      </p:grpSpPr>
      <p:sp>
        <p:nvSpPr>
          <p:cNvPr id="1137" name="Google Shape;1137;p63"/>
          <p:cNvSpPr txBox="1"/>
          <p:nvPr/>
        </p:nvSpPr>
        <p:spPr>
          <a:xfrm>
            <a:off x="723400" y="1187975"/>
            <a:ext cx="7697100" cy="1466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This presentation has been made using the following fonts:</a:t>
            </a:r>
            <a:endParaRPr sz="1100">
              <a:solidFill>
                <a:schemeClr val="lt1"/>
              </a:solidFill>
            </a:endParaRPr>
          </a:p>
          <a:p>
            <a:pPr indent="0" lvl="0" marL="0" rtl="0" algn="ctr">
              <a:lnSpc>
                <a:spcPct val="100000"/>
              </a:lnSpc>
              <a:spcBef>
                <a:spcPts val="1000"/>
              </a:spcBef>
              <a:spcAft>
                <a:spcPts val="0"/>
              </a:spcAft>
              <a:buNone/>
            </a:pPr>
            <a:r>
              <a:rPr b="1" lang="en" sz="1100">
                <a:solidFill>
                  <a:schemeClr val="lt1"/>
                </a:solidFill>
              </a:rPr>
              <a:t>Krub</a:t>
            </a:r>
            <a:endParaRPr b="1" sz="1100">
              <a:solidFill>
                <a:schemeClr val="lt1"/>
              </a:solidFill>
            </a:endParaRPr>
          </a:p>
          <a:p>
            <a:pPr indent="0" lvl="0" marL="0" rtl="0" algn="ctr">
              <a:lnSpc>
                <a:spcPct val="100000"/>
              </a:lnSpc>
              <a:spcBef>
                <a:spcPts val="0"/>
              </a:spcBef>
              <a:spcAft>
                <a:spcPts val="0"/>
              </a:spcAft>
              <a:buNone/>
            </a:pPr>
            <a:r>
              <a:rPr lang="en" sz="1100">
                <a:solidFill>
                  <a:srgbClr val="FFFFFF"/>
                </a:solidFill>
              </a:rPr>
              <a:t>(</a:t>
            </a:r>
            <a:r>
              <a:rPr lang="en" sz="1100" u="sng">
                <a:solidFill>
                  <a:srgbClr val="FFFFFF"/>
                </a:solidFill>
                <a:hlinkClick r:id="rId3">
                  <a:extLst>
                    <a:ext uri="{A12FA001-AC4F-418D-AE19-62706E023703}">
                      <ahyp:hlinkClr val="tx"/>
                    </a:ext>
                  </a:extLst>
                </a:hlinkClick>
              </a:rPr>
              <a:t>https://fonts.google.com/specimen/Krub</a:t>
            </a:r>
            <a:r>
              <a:rPr lang="en" sz="1100">
                <a:solidFill>
                  <a:srgbClr val="FFFFFF"/>
                </a:solidFill>
              </a:rPr>
              <a:t>)</a:t>
            </a:r>
            <a:endParaRPr sz="1100">
              <a:solidFill>
                <a:srgbClr val="FFFFFF"/>
              </a:solidFill>
            </a:endParaRPr>
          </a:p>
          <a:p>
            <a:pPr indent="0" lvl="0" marL="0" rtl="0" algn="ctr">
              <a:lnSpc>
                <a:spcPct val="100000"/>
              </a:lnSpc>
              <a:spcBef>
                <a:spcPts val="0"/>
              </a:spcBef>
              <a:spcAft>
                <a:spcPts val="0"/>
              </a:spcAft>
              <a:buNone/>
            </a:pPr>
            <a:r>
              <a:t/>
            </a:r>
            <a:endParaRPr sz="1100">
              <a:solidFill>
                <a:srgbClr val="FFFFFF"/>
              </a:solidFill>
            </a:endParaRPr>
          </a:p>
          <a:p>
            <a:pPr indent="0" lvl="0" marL="0" rtl="0" algn="ctr">
              <a:lnSpc>
                <a:spcPct val="100000"/>
              </a:lnSpc>
              <a:spcBef>
                <a:spcPts val="0"/>
              </a:spcBef>
              <a:spcAft>
                <a:spcPts val="0"/>
              </a:spcAft>
              <a:buNone/>
            </a:pPr>
            <a:r>
              <a:rPr b="1" lang="en" sz="1100">
                <a:solidFill>
                  <a:srgbClr val="FFFFFF"/>
                </a:solidFill>
              </a:rPr>
              <a:t>Gothic A1</a:t>
            </a:r>
            <a:endParaRPr b="1" sz="1100">
              <a:solidFill>
                <a:srgbClr val="FFFFFF"/>
              </a:solidFill>
            </a:endParaRPr>
          </a:p>
          <a:p>
            <a:pPr indent="0" lvl="0" marL="0" rtl="0" algn="ctr">
              <a:lnSpc>
                <a:spcPct val="100000"/>
              </a:lnSpc>
              <a:spcBef>
                <a:spcPts val="0"/>
              </a:spcBef>
              <a:spcAft>
                <a:spcPts val="0"/>
              </a:spcAft>
              <a:buNone/>
            </a:pPr>
            <a:r>
              <a:rPr lang="en" sz="1100">
                <a:solidFill>
                  <a:srgbClr val="FFFFFF"/>
                </a:solidFill>
              </a:rPr>
              <a:t>(</a:t>
            </a:r>
            <a:r>
              <a:rPr lang="en" sz="1100" u="sng">
                <a:solidFill>
                  <a:srgbClr val="FFFFFF"/>
                </a:solidFill>
                <a:hlinkClick r:id="rId4">
                  <a:extLst>
                    <a:ext uri="{A12FA001-AC4F-418D-AE19-62706E023703}">
                      <ahyp:hlinkClr val="tx"/>
                    </a:ext>
                  </a:extLst>
                </a:hlinkClick>
              </a:rPr>
              <a:t>https://fonts.google.com/specimen/Gothic+A1</a:t>
            </a:r>
            <a:r>
              <a:rPr lang="en" sz="1100">
                <a:solidFill>
                  <a:srgbClr val="FFFFFF"/>
                </a:solidFill>
              </a:rPr>
              <a:t>)</a:t>
            </a:r>
            <a:endParaRPr sz="1100">
              <a:solidFill>
                <a:srgbClr val="FFFFFF"/>
              </a:solidFill>
            </a:endParaRPr>
          </a:p>
          <a:p>
            <a:pPr indent="0" lvl="0" marL="0" rtl="0" algn="l">
              <a:lnSpc>
                <a:spcPct val="100000"/>
              </a:lnSpc>
              <a:spcBef>
                <a:spcPts val="0"/>
              </a:spcBef>
              <a:spcAft>
                <a:spcPts val="0"/>
              </a:spcAft>
              <a:buNone/>
            </a:pPr>
            <a:r>
              <a:t/>
            </a:r>
            <a:endParaRPr sz="1100">
              <a:solidFill>
                <a:schemeClr val="lt1"/>
              </a:solidFill>
            </a:endParaRPr>
          </a:p>
        </p:txBody>
      </p:sp>
      <p:sp>
        <p:nvSpPr>
          <p:cNvPr id="1138" name="Google Shape;1138;p63"/>
          <p:cNvSpPr/>
          <p:nvPr/>
        </p:nvSpPr>
        <p:spPr>
          <a:xfrm>
            <a:off x="2052650" y="2947175"/>
            <a:ext cx="791400" cy="754200"/>
          </a:xfrm>
          <a:prstGeom prst="roundRect">
            <a:avLst>
              <a:gd fmla="val 16667" name="adj"/>
            </a:avLst>
          </a:prstGeom>
          <a:solidFill>
            <a:srgbClr val="315F6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63"/>
          <p:cNvSpPr/>
          <p:nvPr/>
        </p:nvSpPr>
        <p:spPr>
          <a:xfrm>
            <a:off x="3114470" y="2947175"/>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63"/>
          <p:cNvSpPr/>
          <p:nvPr/>
        </p:nvSpPr>
        <p:spPr>
          <a:xfrm>
            <a:off x="4176289" y="2947175"/>
            <a:ext cx="791400" cy="754200"/>
          </a:xfrm>
          <a:prstGeom prst="roundRect">
            <a:avLst>
              <a:gd fmla="val 16667" name="adj"/>
            </a:avLst>
          </a:prstGeom>
          <a:solidFill>
            <a:srgbClr val="0F343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63"/>
          <p:cNvSpPr txBox="1"/>
          <p:nvPr/>
        </p:nvSpPr>
        <p:spPr>
          <a:xfrm>
            <a:off x="205265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#315f6a</a:t>
            </a:r>
            <a:endParaRPr sz="1000">
              <a:solidFill>
                <a:srgbClr val="FFFFFF"/>
              </a:solidFill>
            </a:endParaRPr>
          </a:p>
        </p:txBody>
      </p:sp>
      <p:sp>
        <p:nvSpPr>
          <p:cNvPr id="1142" name="Google Shape;1142;p63"/>
          <p:cNvSpPr txBox="1"/>
          <p:nvPr/>
        </p:nvSpPr>
        <p:spPr>
          <a:xfrm>
            <a:off x="311447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#ffffff</a:t>
            </a:r>
            <a:endParaRPr sz="1000"/>
          </a:p>
        </p:txBody>
      </p:sp>
      <p:sp>
        <p:nvSpPr>
          <p:cNvPr id="1143" name="Google Shape;1143;p63"/>
          <p:cNvSpPr txBox="1"/>
          <p:nvPr/>
        </p:nvSpPr>
        <p:spPr>
          <a:xfrm>
            <a:off x="417630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#0f343d</a:t>
            </a:r>
            <a:endParaRPr sz="1000">
              <a:solidFill>
                <a:srgbClr val="FFFFFF"/>
              </a:solidFill>
            </a:endParaRPr>
          </a:p>
        </p:txBody>
      </p:sp>
      <p:sp>
        <p:nvSpPr>
          <p:cNvPr id="1144" name="Google Shape;1144;p63"/>
          <p:cNvSpPr/>
          <p:nvPr/>
        </p:nvSpPr>
        <p:spPr>
          <a:xfrm>
            <a:off x="5238125" y="2947175"/>
            <a:ext cx="791400" cy="754200"/>
          </a:xfrm>
          <a:prstGeom prst="roundRect">
            <a:avLst>
              <a:gd fmla="val 16667" name="adj"/>
            </a:avLst>
          </a:prstGeom>
          <a:solidFill>
            <a:srgbClr val="D9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63"/>
          <p:cNvSpPr txBox="1"/>
          <p:nvPr/>
        </p:nvSpPr>
        <p:spPr>
          <a:xfrm>
            <a:off x="523812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#d9ffff</a:t>
            </a:r>
            <a:endParaRPr sz="1000"/>
          </a:p>
        </p:txBody>
      </p:sp>
      <p:sp>
        <p:nvSpPr>
          <p:cNvPr id="1146" name="Google Shape;1146;p63"/>
          <p:cNvSpPr/>
          <p:nvPr/>
        </p:nvSpPr>
        <p:spPr>
          <a:xfrm>
            <a:off x="2052650" y="3878275"/>
            <a:ext cx="791400" cy="754200"/>
          </a:xfrm>
          <a:prstGeom prst="roundRect">
            <a:avLst>
              <a:gd fmla="val 16667" name="adj"/>
            </a:avLst>
          </a:prstGeom>
          <a:solidFill>
            <a:srgbClr val="80E5E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63"/>
          <p:cNvSpPr/>
          <p:nvPr/>
        </p:nvSpPr>
        <p:spPr>
          <a:xfrm>
            <a:off x="3114470" y="3878275"/>
            <a:ext cx="791400" cy="754200"/>
          </a:xfrm>
          <a:prstGeom prst="roundRect">
            <a:avLst>
              <a:gd fmla="val 16667" name="adj"/>
            </a:avLst>
          </a:prstGeom>
          <a:solidFill>
            <a:srgbClr val="5FCAC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63"/>
          <p:cNvSpPr/>
          <p:nvPr/>
        </p:nvSpPr>
        <p:spPr>
          <a:xfrm>
            <a:off x="4176289" y="3878275"/>
            <a:ext cx="791400" cy="754200"/>
          </a:xfrm>
          <a:prstGeom prst="roundRect">
            <a:avLst>
              <a:gd fmla="val 16667" name="adj"/>
            </a:avLst>
          </a:prstGeom>
          <a:solidFill>
            <a:srgbClr val="5DC9A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63"/>
          <p:cNvSpPr txBox="1"/>
          <p:nvPr/>
        </p:nvSpPr>
        <p:spPr>
          <a:xfrm>
            <a:off x="2052650"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#80e5e1</a:t>
            </a:r>
            <a:endParaRPr sz="1000"/>
          </a:p>
        </p:txBody>
      </p:sp>
      <p:sp>
        <p:nvSpPr>
          <p:cNvPr id="1150" name="Google Shape;1150;p63"/>
          <p:cNvSpPr txBox="1"/>
          <p:nvPr/>
        </p:nvSpPr>
        <p:spPr>
          <a:xfrm>
            <a:off x="3114475"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#5fcac2</a:t>
            </a:r>
            <a:endParaRPr sz="1000"/>
          </a:p>
        </p:txBody>
      </p:sp>
      <p:sp>
        <p:nvSpPr>
          <p:cNvPr id="1151" name="Google Shape;1151;p63"/>
          <p:cNvSpPr txBox="1"/>
          <p:nvPr/>
        </p:nvSpPr>
        <p:spPr>
          <a:xfrm>
            <a:off x="4176300"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#5dc9a7</a:t>
            </a:r>
            <a:endParaRPr sz="1000"/>
          </a:p>
        </p:txBody>
      </p:sp>
      <p:sp>
        <p:nvSpPr>
          <p:cNvPr id="1152" name="Google Shape;1152;p63"/>
          <p:cNvSpPr/>
          <p:nvPr/>
        </p:nvSpPr>
        <p:spPr>
          <a:xfrm>
            <a:off x="5238125" y="3878275"/>
            <a:ext cx="791400" cy="754200"/>
          </a:xfrm>
          <a:prstGeom prst="roundRect">
            <a:avLst>
              <a:gd fmla="val 16667" name="adj"/>
            </a:avLst>
          </a:prstGeom>
          <a:solidFill>
            <a:srgbClr val="A0D4F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63"/>
          <p:cNvSpPr txBox="1"/>
          <p:nvPr/>
        </p:nvSpPr>
        <p:spPr>
          <a:xfrm>
            <a:off x="5238125"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#a0d4fc</a:t>
            </a:r>
            <a:endParaRPr sz="1000"/>
          </a:p>
        </p:txBody>
      </p:sp>
      <p:sp>
        <p:nvSpPr>
          <p:cNvPr id="1154" name="Google Shape;1154;p63"/>
          <p:cNvSpPr/>
          <p:nvPr/>
        </p:nvSpPr>
        <p:spPr>
          <a:xfrm>
            <a:off x="6299950" y="2947175"/>
            <a:ext cx="791400" cy="754200"/>
          </a:xfrm>
          <a:prstGeom prst="roundRect">
            <a:avLst>
              <a:gd fmla="val 16667" name="adj"/>
            </a:avLst>
          </a:prstGeom>
          <a:solidFill>
            <a:srgbClr val="95E7D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63"/>
          <p:cNvSpPr txBox="1"/>
          <p:nvPr/>
        </p:nvSpPr>
        <p:spPr>
          <a:xfrm>
            <a:off x="629995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#95e7d3</a:t>
            </a:r>
            <a:endParaRPr sz="1000"/>
          </a:p>
        </p:txBody>
      </p:sp>
      <p:sp>
        <p:nvSpPr>
          <p:cNvPr id="1156" name="Google Shape;1156;p63"/>
          <p:cNvSpPr/>
          <p:nvPr/>
        </p:nvSpPr>
        <p:spPr>
          <a:xfrm>
            <a:off x="6299950" y="3878275"/>
            <a:ext cx="791400" cy="754200"/>
          </a:xfrm>
          <a:prstGeom prst="roundRect">
            <a:avLst>
              <a:gd fmla="val 16667" name="adj"/>
            </a:avLst>
          </a:prstGeom>
          <a:solidFill>
            <a:srgbClr val="107C8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63"/>
          <p:cNvSpPr txBox="1"/>
          <p:nvPr/>
        </p:nvSpPr>
        <p:spPr>
          <a:xfrm>
            <a:off x="6299950"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#107c8e</a:t>
            </a:r>
            <a:endParaRPr sz="1000">
              <a:solidFill>
                <a:srgbClr val="FFFFFF"/>
              </a:solidFill>
            </a:endParaRPr>
          </a:p>
        </p:txBody>
      </p:sp>
      <p:sp>
        <p:nvSpPr>
          <p:cNvPr id="1158" name="Google Shape;1158;p63"/>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Fonts &amp; colors used</a:t>
            </a:r>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162" name="Shape 1162"/>
        <p:cNvGrpSpPr/>
        <p:nvPr/>
      </p:nvGrpSpPr>
      <p:grpSpPr>
        <a:xfrm>
          <a:off x="0" y="0"/>
          <a:ext cx="0" cy="0"/>
          <a:chOff x="0" y="0"/>
          <a:chExt cx="0" cy="0"/>
        </a:xfrm>
      </p:grpSpPr>
      <p:sp>
        <p:nvSpPr>
          <p:cNvPr id="1163" name="Google Shape;1163;p64"/>
          <p:cNvSpPr txBox="1"/>
          <p:nvPr/>
        </p:nvSpPr>
        <p:spPr>
          <a:xfrm>
            <a:off x="1307550" y="1187975"/>
            <a:ext cx="65205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dk2"/>
                </a:solidFill>
              </a:rPr>
              <a:t>h</a:t>
            </a:r>
            <a:r>
              <a:rPr b="1" lang="en" sz="1100">
                <a:solidFill>
                  <a:schemeClr val="dk2"/>
                </a:solidFill>
                <a:uFill>
                  <a:noFill/>
                </a:uFill>
                <a:hlinkClick r:id="rId3">
                  <a:extLst>
                    <a:ext uri="{A12FA001-AC4F-418D-AE19-62706E023703}">
                      <ahyp:hlinkClr val="tx"/>
                    </a:ext>
                  </a:extLst>
                </a:hlinkClick>
              </a:rPr>
              <a:t>ow it works</a:t>
            </a:r>
            <a:r>
              <a:rPr lang="en" sz="1100">
                <a:solidFill>
                  <a:schemeClr val="lt1"/>
                </a:solidFill>
                <a:uFill>
                  <a:noFill/>
                </a:uFill>
                <a:hlinkClick r:id="rId4">
                  <a:extLst>
                    <a:ext uri="{A12FA001-AC4F-418D-AE19-62706E023703}">
                      <ahyp:hlinkClr val="tx"/>
                    </a:ext>
                  </a:extLst>
                </a:hlinkClick>
              </a:rPr>
              <a:t>.</a:t>
            </a:r>
            <a:endParaRPr sz="1100">
              <a:solidFill>
                <a:schemeClr val="lt1"/>
              </a:solidFill>
            </a:endParaRPr>
          </a:p>
        </p:txBody>
      </p:sp>
      <p:sp>
        <p:nvSpPr>
          <p:cNvPr id="1164" name="Google Shape;1164;p64"/>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Storyset</a:t>
            </a:r>
            <a:endParaRPr/>
          </a:p>
        </p:txBody>
      </p:sp>
      <p:pic>
        <p:nvPicPr>
          <p:cNvPr id="1165" name="Google Shape;1165;p64"/>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1166" name="Google Shape;1166;p64">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7">
                  <a:extLst>
                    <a:ext uri="{A12FA001-AC4F-418D-AE19-62706E023703}">
                      <ahyp:hlinkClr val="tx"/>
                    </a:ext>
                  </a:extLst>
                </a:hlinkClick>
              </a:rPr>
              <a:t>Pana</a:t>
            </a:r>
            <a:endParaRPr b="1">
              <a:solidFill>
                <a:schemeClr val="dk2"/>
              </a:solidFill>
            </a:endParaRPr>
          </a:p>
        </p:txBody>
      </p:sp>
      <p:sp>
        <p:nvSpPr>
          <p:cNvPr id="1167" name="Google Shape;1167;p64">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9">
                  <a:extLst>
                    <a:ext uri="{A12FA001-AC4F-418D-AE19-62706E023703}">
                      <ahyp:hlinkClr val="tx"/>
                    </a:ext>
                  </a:extLst>
                </a:hlinkClick>
              </a:rPr>
              <a:t>Amico</a:t>
            </a:r>
            <a:endParaRPr b="1">
              <a:solidFill>
                <a:schemeClr val="dk2"/>
              </a:solidFill>
            </a:endParaRPr>
          </a:p>
        </p:txBody>
      </p:sp>
      <p:sp>
        <p:nvSpPr>
          <p:cNvPr id="1168" name="Google Shape;1168;p64">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1">
                  <a:extLst>
                    <a:ext uri="{A12FA001-AC4F-418D-AE19-62706E023703}">
                      <ahyp:hlinkClr val="tx"/>
                    </a:ext>
                  </a:extLst>
                </a:hlinkClick>
              </a:rPr>
              <a:t>Bro</a:t>
            </a:r>
            <a:endParaRPr b="1">
              <a:solidFill>
                <a:schemeClr val="dk2"/>
              </a:solidFill>
            </a:endParaRPr>
          </a:p>
        </p:txBody>
      </p:sp>
      <p:sp>
        <p:nvSpPr>
          <p:cNvPr id="1169" name="Google Shape;1169;p64">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3">
                  <a:extLst>
                    <a:ext uri="{A12FA001-AC4F-418D-AE19-62706E023703}">
                      <ahyp:hlinkClr val="tx"/>
                    </a:ext>
                  </a:extLst>
                </a:hlinkClick>
              </a:rPr>
              <a:t>Rafiki</a:t>
            </a:r>
            <a:endParaRPr b="1">
              <a:solidFill>
                <a:schemeClr val="dk2"/>
              </a:solidFill>
            </a:endParaRPr>
          </a:p>
        </p:txBody>
      </p:sp>
      <p:pic>
        <p:nvPicPr>
          <p:cNvPr id="1170" name="Google Shape;1170;p64"/>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1171" name="Google Shape;1171;p64"/>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1172" name="Google Shape;1172;p64"/>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1173" name="Google Shape;1173;p64"/>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1174" name="Google Shape;1174;p64">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9">
                  <a:extLst>
                    <a:ext uri="{A12FA001-AC4F-418D-AE19-62706E023703}">
                      <ahyp:hlinkClr val="tx"/>
                    </a:ext>
                  </a:extLst>
                </a:hlinkClick>
              </a:rPr>
              <a:t>Cuate</a:t>
            </a:r>
            <a:endParaRPr b="1">
              <a:solidFill>
                <a:schemeClr val="dk2"/>
              </a:solidFill>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178" name="Shape 1178"/>
        <p:cNvGrpSpPr/>
        <p:nvPr/>
      </p:nvGrpSpPr>
      <p:grpSpPr>
        <a:xfrm>
          <a:off x="0" y="0"/>
          <a:ext cx="0" cy="0"/>
          <a:chOff x="0" y="0"/>
          <a:chExt cx="0" cy="0"/>
        </a:xfrm>
      </p:grpSpPr>
      <p:grpSp>
        <p:nvGrpSpPr>
          <p:cNvPr id="1179" name="Google Shape;1179;p65"/>
          <p:cNvGrpSpPr/>
          <p:nvPr/>
        </p:nvGrpSpPr>
        <p:grpSpPr>
          <a:xfrm>
            <a:off x="5048544" y="3019584"/>
            <a:ext cx="442841" cy="514271"/>
            <a:chOff x="4727025" y="1332775"/>
            <a:chExt cx="59900" cy="69625"/>
          </a:xfrm>
        </p:grpSpPr>
        <p:sp>
          <p:nvSpPr>
            <p:cNvPr id="1180" name="Google Shape;1180;p65"/>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65"/>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 name="Google Shape;1182;p65"/>
          <p:cNvGrpSpPr/>
          <p:nvPr/>
        </p:nvGrpSpPr>
        <p:grpSpPr>
          <a:xfrm>
            <a:off x="5723860" y="2267072"/>
            <a:ext cx="500909" cy="500899"/>
            <a:chOff x="4820425" y="1329900"/>
            <a:chExt cx="70175" cy="70350"/>
          </a:xfrm>
        </p:grpSpPr>
        <p:sp>
          <p:nvSpPr>
            <p:cNvPr id="1183" name="Google Shape;1183;p65"/>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65"/>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65"/>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65"/>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 name="Google Shape;1187;p65"/>
          <p:cNvGrpSpPr/>
          <p:nvPr/>
        </p:nvGrpSpPr>
        <p:grpSpPr>
          <a:xfrm>
            <a:off x="6376484" y="2278862"/>
            <a:ext cx="538135" cy="493119"/>
            <a:chOff x="4903200" y="1331525"/>
            <a:chExt cx="73575" cy="67425"/>
          </a:xfrm>
        </p:grpSpPr>
        <p:sp>
          <p:nvSpPr>
            <p:cNvPr id="1188" name="Google Shape;1188;p65"/>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189" name="Google Shape;1189;p65"/>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 name="Google Shape;1190;p65"/>
          <p:cNvGrpSpPr/>
          <p:nvPr/>
        </p:nvGrpSpPr>
        <p:grpSpPr>
          <a:xfrm>
            <a:off x="5636435" y="3020840"/>
            <a:ext cx="544563" cy="511895"/>
            <a:chOff x="4815575" y="1416800"/>
            <a:chExt cx="73750" cy="71400"/>
          </a:xfrm>
        </p:grpSpPr>
        <p:sp>
          <p:nvSpPr>
            <p:cNvPr id="1191" name="Google Shape;1191;p65"/>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65"/>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65"/>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 name="Google Shape;1194;p65"/>
          <p:cNvGrpSpPr/>
          <p:nvPr/>
        </p:nvGrpSpPr>
        <p:grpSpPr>
          <a:xfrm>
            <a:off x="6333060" y="3020546"/>
            <a:ext cx="602914" cy="512477"/>
            <a:chOff x="4902475" y="1418875"/>
            <a:chExt cx="74500" cy="63775"/>
          </a:xfrm>
        </p:grpSpPr>
        <p:sp>
          <p:nvSpPr>
            <p:cNvPr id="1195" name="Google Shape;1195;p65"/>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65"/>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 name="Google Shape;1197;p65"/>
          <p:cNvGrpSpPr/>
          <p:nvPr/>
        </p:nvGrpSpPr>
        <p:grpSpPr>
          <a:xfrm>
            <a:off x="5748932" y="3759785"/>
            <a:ext cx="515391" cy="525699"/>
            <a:chOff x="4818100" y="1507675"/>
            <a:chExt cx="71225" cy="71625"/>
          </a:xfrm>
        </p:grpSpPr>
        <p:sp>
          <p:nvSpPr>
            <p:cNvPr id="1198" name="Google Shape;1198;p65"/>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65"/>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65"/>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65"/>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 name="Google Shape;1202;p65"/>
          <p:cNvGrpSpPr/>
          <p:nvPr/>
        </p:nvGrpSpPr>
        <p:grpSpPr>
          <a:xfrm>
            <a:off x="5087034" y="3781317"/>
            <a:ext cx="522956" cy="489869"/>
            <a:chOff x="4721450" y="1509475"/>
            <a:chExt cx="79350" cy="74325"/>
          </a:xfrm>
        </p:grpSpPr>
        <p:sp>
          <p:nvSpPr>
            <p:cNvPr id="1203" name="Google Shape;1203;p65"/>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65"/>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65"/>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65"/>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 name="Google Shape;1207;p65"/>
          <p:cNvGrpSpPr/>
          <p:nvPr/>
        </p:nvGrpSpPr>
        <p:grpSpPr>
          <a:xfrm>
            <a:off x="6410277" y="3761069"/>
            <a:ext cx="525704" cy="535436"/>
            <a:chOff x="4906800" y="1507500"/>
            <a:chExt cx="70350" cy="71075"/>
          </a:xfrm>
        </p:grpSpPr>
        <p:sp>
          <p:nvSpPr>
            <p:cNvPr id="1208" name="Google Shape;1208;p65"/>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65"/>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65"/>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65"/>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65"/>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 name="Google Shape;1213;p65"/>
          <p:cNvGrpSpPr/>
          <p:nvPr/>
        </p:nvGrpSpPr>
        <p:grpSpPr>
          <a:xfrm>
            <a:off x="4443099" y="2267050"/>
            <a:ext cx="508054" cy="508095"/>
            <a:chOff x="3736598" y="2170606"/>
            <a:chExt cx="404889" cy="404889"/>
          </a:xfrm>
        </p:grpSpPr>
        <p:sp>
          <p:nvSpPr>
            <p:cNvPr id="1214" name="Google Shape;1214;p65"/>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65"/>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65"/>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65"/>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 name="Google Shape;1218;p65"/>
          <p:cNvGrpSpPr/>
          <p:nvPr/>
        </p:nvGrpSpPr>
        <p:grpSpPr>
          <a:xfrm>
            <a:off x="3731139" y="2267145"/>
            <a:ext cx="575790" cy="507904"/>
            <a:chOff x="3161917" y="2170682"/>
            <a:chExt cx="458870" cy="404737"/>
          </a:xfrm>
        </p:grpSpPr>
        <p:sp>
          <p:nvSpPr>
            <p:cNvPr id="1219" name="Google Shape;1219;p65"/>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220" name="Google Shape;1220;p65"/>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65"/>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 name="Google Shape;1222;p65"/>
          <p:cNvGrpSpPr/>
          <p:nvPr/>
        </p:nvGrpSpPr>
        <p:grpSpPr>
          <a:xfrm>
            <a:off x="3758669" y="3027517"/>
            <a:ext cx="520730" cy="498567"/>
            <a:chOff x="3179914" y="2889488"/>
            <a:chExt cx="422876" cy="404911"/>
          </a:xfrm>
        </p:grpSpPr>
        <p:sp>
          <p:nvSpPr>
            <p:cNvPr id="1223" name="Google Shape;1223;p65"/>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65"/>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65"/>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65"/>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65"/>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65"/>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 name="Google Shape;1229;p65"/>
          <p:cNvGrpSpPr/>
          <p:nvPr/>
        </p:nvGrpSpPr>
        <p:grpSpPr>
          <a:xfrm>
            <a:off x="4387349" y="3027477"/>
            <a:ext cx="516145" cy="498648"/>
            <a:chOff x="3729467" y="2889422"/>
            <a:chExt cx="419153" cy="404977"/>
          </a:xfrm>
        </p:grpSpPr>
        <p:sp>
          <p:nvSpPr>
            <p:cNvPr id="1230" name="Google Shape;1230;p65"/>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65"/>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65"/>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65"/>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65"/>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65"/>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65"/>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7" name="Google Shape;1237;p65"/>
          <p:cNvSpPr/>
          <p:nvPr/>
        </p:nvSpPr>
        <p:spPr>
          <a:xfrm>
            <a:off x="7405574" y="22744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65"/>
          <p:cNvSpPr/>
          <p:nvPr/>
        </p:nvSpPr>
        <p:spPr>
          <a:xfrm>
            <a:off x="7105028" y="22568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65"/>
          <p:cNvSpPr/>
          <p:nvPr/>
        </p:nvSpPr>
        <p:spPr>
          <a:xfrm>
            <a:off x="7727317" y="22633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65"/>
          <p:cNvSpPr/>
          <p:nvPr/>
        </p:nvSpPr>
        <p:spPr>
          <a:xfrm>
            <a:off x="8022022" y="22568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1" name="Google Shape;1241;p65"/>
          <p:cNvGrpSpPr/>
          <p:nvPr/>
        </p:nvGrpSpPr>
        <p:grpSpPr>
          <a:xfrm>
            <a:off x="7107677" y="2474362"/>
            <a:ext cx="166473" cy="141497"/>
            <a:chOff x="4660325" y="1866850"/>
            <a:chExt cx="68350" cy="58100"/>
          </a:xfrm>
        </p:grpSpPr>
        <p:sp>
          <p:nvSpPr>
            <p:cNvPr id="1242" name="Google Shape;1242;p65"/>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65"/>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 name="Google Shape;1244;p65"/>
          <p:cNvGrpSpPr/>
          <p:nvPr/>
        </p:nvGrpSpPr>
        <p:grpSpPr>
          <a:xfrm>
            <a:off x="7417022" y="2500086"/>
            <a:ext cx="162515" cy="90049"/>
            <a:chOff x="4791775" y="1877500"/>
            <a:chExt cx="66725" cy="36975"/>
          </a:xfrm>
        </p:grpSpPr>
        <p:sp>
          <p:nvSpPr>
            <p:cNvPr id="1245" name="Google Shape;1245;p65"/>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65"/>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 name="Google Shape;1247;p65"/>
          <p:cNvGrpSpPr/>
          <p:nvPr/>
        </p:nvGrpSpPr>
        <p:grpSpPr>
          <a:xfrm>
            <a:off x="7738734" y="2500086"/>
            <a:ext cx="144979" cy="90049"/>
            <a:chOff x="4923925" y="1877500"/>
            <a:chExt cx="59525" cy="36975"/>
          </a:xfrm>
        </p:grpSpPr>
        <p:sp>
          <p:nvSpPr>
            <p:cNvPr id="1248" name="Google Shape;1248;p65"/>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65"/>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 name="Google Shape;1250;p65"/>
          <p:cNvGrpSpPr/>
          <p:nvPr/>
        </p:nvGrpSpPr>
        <p:grpSpPr>
          <a:xfrm>
            <a:off x="8033226" y="2482277"/>
            <a:ext cx="141447" cy="125667"/>
            <a:chOff x="5058450" y="1870100"/>
            <a:chExt cx="58075" cy="51600"/>
          </a:xfrm>
        </p:grpSpPr>
        <p:sp>
          <p:nvSpPr>
            <p:cNvPr id="1251" name="Google Shape;1251;p65"/>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65"/>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 name="Google Shape;1253;p65"/>
          <p:cNvGrpSpPr/>
          <p:nvPr/>
        </p:nvGrpSpPr>
        <p:grpSpPr>
          <a:xfrm>
            <a:off x="7447741" y="2904685"/>
            <a:ext cx="101077" cy="107645"/>
            <a:chOff x="4811425" y="2065025"/>
            <a:chExt cx="41500" cy="44200"/>
          </a:xfrm>
        </p:grpSpPr>
        <p:sp>
          <p:nvSpPr>
            <p:cNvPr id="1254" name="Google Shape;1254;p65"/>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65"/>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 name="Google Shape;1256;p65"/>
          <p:cNvGrpSpPr/>
          <p:nvPr/>
        </p:nvGrpSpPr>
        <p:grpSpPr>
          <a:xfrm>
            <a:off x="7740178" y="2904898"/>
            <a:ext cx="120867" cy="107218"/>
            <a:chOff x="4929875" y="2065025"/>
            <a:chExt cx="49625" cy="44025"/>
          </a:xfrm>
        </p:grpSpPr>
        <p:sp>
          <p:nvSpPr>
            <p:cNvPr id="1257" name="Google Shape;1257;p65"/>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65"/>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 name="Google Shape;1259;p65"/>
          <p:cNvGrpSpPr/>
          <p:nvPr/>
        </p:nvGrpSpPr>
        <p:grpSpPr>
          <a:xfrm>
            <a:off x="8068847" y="2907912"/>
            <a:ext cx="70206" cy="101191"/>
            <a:chOff x="5083925" y="2066350"/>
            <a:chExt cx="28825" cy="41550"/>
          </a:xfrm>
        </p:grpSpPr>
        <p:sp>
          <p:nvSpPr>
            <p:cNvPr id="1260" name="Google Shape;1260;p65"/>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65"/>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 name="Google Shape;1262;p65"/>
          <p:cNvGrpSpPr/>
          <p:nvPr/>
        </p:nvGrpSpPr>
        <p:grpSpPr>
          <a:xfrm>
            <a:off x="7100401" y="2923559"/>
            <a:ext cx="181026" cy="69896"/>
            <a:chOff x="4659775" y="2072775"/>
            <a:chExt cx="74325" cy="28700"/>
          </a:xfrm>
        </p:grpSpPr>
        <p:sp>
          <p:nvSpPr>
            <p:cNvPr id="1263" name="Google Shape;1263;p65"/>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65"/>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65"/>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 name="Google Shape;1266;p65"/>
          <p:cNvGrpSpPr/>
          <p:nvPr/>
        </p:nvGrpSpPr>
        <p:grpSpPr>
          <a:xfrm>
            <a:off x="8020257" y="2714124"/>
            <a:ext cx="167387" cy="89197"/>
            <a:chOff x="4662475" y="1976500"/>
            <a:chExt cx="68725" cy="36625"/>
          </a:xfrm>
        </p:grpSpPr>
        <p:sp>
          <p:nvSpPr>
            <p:cNvPr id="1267" name="Google Shape;1267;p65"/>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65"/>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65"/>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 name="Google Shape;1270;p65"/>
          <p:cNvGrpSpPr/>
          <p:nvPr/>
        </p:nvGrpSpPr>
        <p:grpSpPr>
          <a:xfrm>
            <a:off x="7717162" y="2717564"/>
            <a:ext cx="166899" cy="82317"/>
            <a:chOff x="4920150" y="1977875"/>
            <a:chExt cx="68525" cy="33800"/>
          </a:xfrm>
        </p:grpSpPr>
        <p:sp>
          <p:nvSpPr>
            <p:cNvPr id="1271" name="Google Shape;1271;p65"/>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65"/>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65"/>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 name="Google Shape;1274;p65"/>
          <p:cNvGrpSpPr/>
          <p:nvPr/>
        </p:nvGrpSpPr>
        <p:grpSpPr>
          <a:xfrm>
            <a:off x="7128319" y="3121482"/>
            <a:ext cx="125190" cy="127858"/>
            <a:chOff x="4676550" y="2160575"/>
            <a:chExt cx="51400" cy="52500"/>
          </a:xfrm>
        </p:grpSpPr>
        <p:sp>
          <p:nvSpPr>
            <p:cNvPr id="1275" name="Google Shape;1275;p65"/>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65"/>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65"/>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 name="Google Shape;1278;p65"/>
          <p:cNvGrpSpPr/>
          <p:nvPr/>
        </p:nvGrpSpPr>
        <p:grpSpPr>
          <a:xfrm>
            <a:off x="7425577" y="3128514"/>
            <a:ext cx="145405" cy="113794"/>
            <a:chOff x="4768325" y="2163475"/>
            <a:chExt cx="59700" cy="46725"/>
          </a:xfrm>
        </p:grpSpPr>
        <p:sp>
          <p:nvSpPr>
            <p:cNvPr id="1279" name="Google Shape;1279;p65"/>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65"/>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1" name="Google Shape;1281;p65"/>
          <p:cNvSpPr/>
          <p:nvPr/>
        </p:nvSpPr>
        <p:spPr>
          <a:xfrm>
            <a:off x="7757532" y="31200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65"/>
          <p:cNvSpPr/>
          <p:nvPr/>
        </p:nvSpPr>
        <p:spPr>
          <a:xfrm>
            <a:off x="8029908" y="41271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65"/>
          <p:cNvSpPr/>
          <p:nvPr/>
        </p:nvSpPr>
        <p:spPr>
          <a:xfrm>
            <a:off x="7131363" y="33553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65"/>
          <p:cNvSpPr/>
          <p:nvPr/>
        </p:nvSpPr>
        <p:spPr>
          <a:xfrm>
            <a:off x="7099335" y="41429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65"/>
          <p:cNvSpPr/>
          <p:nvPr/>
        </p:nvSpPr>
        <p:spPr>
          <a:xfrm>
            <a:off x="7116658" y="36245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65"/>
          <p:cNvSpPr/>
          <p:nvPr/>
        </p:nvSpPr>
        <p:spPr>
          <a:xfrm>
            <a:off x="7750408" y="36064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7" name="Google Shape;1287;p65"/>
          <p:cNvGrpSpPr/>
          <p:nvPr/>
        </p:nvGrpSpPr>
        <p:grpSpPr>
          <a:xfrm>
            <a:off x="7441895" y="3383608"/>
            <a:ext cx="112768" cy="106853"/>
            <a:chOff x="4768575" y="2253950"/>
            <a:chExt cx="46300" cy="43875"/>
          </a:xfrm>
        </p:grpSpPr>
        <p:sp>
          <p:nvSpPr>
            <p:cNvPr id="1288" name="Google Shape;1288;p65"/>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65"/>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 name="Google Shape;1290;p65"/>
          <p:cNvGrpSpPr/>
          <p:nvPr/>
        </p:nvGrpSpPr>
        <p:grpSpPr>
          <a:xfrm>
            <a:off x="7741518" y="3872634"/>
            <a:ext cx="118187" cy="146246"/>
            <a:chOff x="4960900" y="2433225"/>
            <a:chExt cx="48525" cy="60050"/>
          </a:xfrm>
        </p:grpSpPr>
        <p:sp>
          <p:nvSpPr>
            <p:cNvPr id="1291" name="Google Shape;1291;p65"/>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65"/>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 name="Google Shape;1293;p65"/>
          <p:cNvGrpSpPr/>
          <p:nvPr/>
        </p:nvGrpSpPr>
        <p:grpSpPr>
          <a:xfrm>
            <a:off x="7430083" y="4136695"/>
            <a:ext cx="136394" cy="143810"/>
            <a:chOff x="4854075" y="2527625"/>
            <a:chExt cx="56000" cy="59050"/>
          </a:xfrm>
        </p:grpSpPr>
        <p:sp>
          <p:nvSpPr>
            <p:cNvPr id="1294" name="Google Shape;1294;p65"/>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65"/>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6" name="Google Shape;1296;p65"/>
          <p:cNvSpPr/>
          <p:nvPr/>
        </p:nvSpPr>
        <p:spPr>
          <a:xfrm>
            <a:off x="7445335" y="38794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65"/>
          <p:cNvSpPr/>
          <p:nvPr/>
        </p:nvSpPr>
        <p:spPr>
          <a:xfrm>
            <a:off x="8024001" y="31190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65"/>
          <p:cNvSpPr/>
          <p:nvPr/>
        </p:nvSpPr>
        <p:spPr>
          <a:xfrm>
            <a:off x="7123265" y="38794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9" name="Google Shape;1299;p65"/>
          <p:cNvGrpSpPr/>
          <p:nvPr/>
        </p:nvGrpSpPr>
        <p:grpSpPr>
          <a:xfrm>
            <a:off x="8054294" y="3600439"/>
            <a:ext cx="99312" cy="160797"/>
            <a:chOff x="5059700" y="2334775"/>
            <a:chExt cx="40775" cy="66025"/>
          </a:xfrm>
        </p:grpSpPr>
        <p:sp>
          <p:nvSpPr>
            <p:cNvPr id="1300" name="Google Shape;1300;p65"/>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65"/>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65"/>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65"/>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65"/>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65"/>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65"/>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65"/>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65"/>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 name="Google Shape;1309;p65"/>
          <p:cNvGrpSpPr/>
          <p:nvPr/>
        </p:nvGrpSpPr>
        <p:grpSpPr>
          <a:xfrm>
            <a:off x="8011458" y="3865571"/>
            <a:ext cx="184984" cy="160371"/>
            <a:chOff x="5037700" y="2430325"/>
            <a:chExt cx="75950" cy="65850"/>
          </a:xfrm>
        </p:grpSpPr>
        <p:sp>
          <p:nvSpPr>
            <p:cNvPr id="1310" name="Google Shape;1310;p65"/>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65"/>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 name="Google Shape;1312;p65"/>
          <p:cNvGrpSpPr/>
          <p:nvPr/>
        </p:nvGrpSpPr>
        <p:grpSpPr>
          <a:xfrm>
            <a:off x="7430964" y="3632023"/>
            <a:ext cx="173014" cy="97629"/>
            <a:chOff x="4756975" y="2341800"/>
            <a:chExt cx="91975" cy="51925"/>
          </a:xfrm>
        </p:grpSpPr>
        <p:sp>
          <p:nvSpPr>
            <p:cNvPr id="1313" name="Google Shape;1313;p65"/>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65"/>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65"/>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65"/>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65"/>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65"/>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65"/>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65"/>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65"/>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65"/>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65"/>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65"/>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65"/>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65"/>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65"/>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65"/>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65"/>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65"/>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65"/>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65"/>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 name="Google Shape;1333;p65"/>
          <p:cNvGrpSpPr/>
          <p:nvPr/>
        </p:nvGrpSpPr>
        <p:grpSpPr>
          <a:xfrm>
            <a:off x="7697901" y="4120720"/>
            <a:ext cx="212497" cy="175761"/>
            <a:chOff x="4943575" y="2516350"/>
            <a:chExt cx="98675" cy="81700"/>
          </a:xfrm>
        </p:grpSpPr>
        <p:sp>
          <p:nvSpPr>
            <p:cNvPr id="1334" name="Google Shape;1334;p65"/>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65"/>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65"/>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65"/>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65"/>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65"/>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65"/>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65"/>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65"/>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65"/>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65"/>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65"/>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65"/>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65"/>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65"/>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65"/>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65"/>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65"/>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65"/>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65"/>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65"/>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65"/>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65"/>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65"/>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65"/>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65"/>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65"/>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65"/>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65"/>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65"/>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65"/>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65"/>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65"/>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65"/>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65"/>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65"/>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65"/>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65"/>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65"/>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65"/>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65"/>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65"/>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65"/>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65"/>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65"/>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65"/>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65"/>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65"/>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65"/>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65"/>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65"/>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65"/>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65"/>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65"/>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65"/>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65"/>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65"/>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65"/>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65"/>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65"/>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65"/>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65"/>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65"/>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65"/>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65"/>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65"/>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65"/>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65"/>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65"/>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65"/>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65"/>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65"/>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65"/>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65"/>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65"/>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65"/>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65"/>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65"/>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 name="Google Shape;1412;p65"/>
          <p:cNvGrpSpPr/>
          <p:nvPr/>
        </p:nvGrpSpPr>
        <p:grpSpPr>
          <a:xfrm>
            <a:off x="1955962" y="3346963"/>
            <a:ext cx="965351" cy="134611"/>
            <a:chOff x="4411970" y="2962952"/>
            <a:chExt cx="706544" cy="104212"/>
          </a:xfrm>
        </p:grpSpPr>
        <p:sp>
          <p:nvSpPr>
            <p:cNvPr id="1413" name="Google Shape;1413;p65"/>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65"/>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65"/>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65"/>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 name="Google Shape;1417;p65"/>
          <p:cNvGrpSpPr/>
          <p:nvPr/>
        </p:nvGrpSpPr>
        <p:grpSpPr>
          <a:xfrm>
            <a:off x="1955962" y="2935877"/>
            <a:ext cx="960158" cy="289172"/>
            <a:chOff x="4411970" y="2726085"/>
            <a:chExt cx="643107" cy="193659"/>
          </a:xfrm>
        </p:grpSpPr>
        <p:sp>
          <p:nvSpPr>
            <p:cNvPr id="1418" name="Google Shape;1418;p65"/>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65"/>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65"/>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 name="Google Shape;1421;p65"/>
          <p:cNvGrpSpPr/>
          <p:nvPr/>
        </p:nvGrpSpPr>
        <p:grpSpPr>
          <a:xfrm>
            <a:off x="958854" y="3201987"/>
            <a:ext cx="833173" cy="259209"/>
            <a:chOff x="4411970" y="4340222"/>
            <a:chExt cx="779467" cy="242683"/>
          </a:xfrm>
        </p:grpSpPr>
        <p:sp>
          <p:nvSpPr>
            <p:cNvPr id="1422" name="Google Shape;1422;p65"/>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65"/>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65"/>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 name="Google Shape;1425;p65"/>
          <p:cNvGrpSpPr/>
          <p:nvPr/>
        </p:nvGrpSpPr>
        <p:grpSpPr>
          <a:xfrm>
            <a:off x="1955962" y="2597733"/>
            <a:ext cx="965160" cy="216230"/>
            <a:chOff x="4411970" y="2468674"/>
            <a:chExt cx="747317" cy="167425"/>
          </a:xfrm>
        </p:grpSpPr>
        <p:sp>
          <p:nvSpPr>
            <p:cNvPr id="1426" name="Google Shape;1426;p65"/>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65"/>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 name="Google Shape;1428;p65"/>
          <p:cNvGrpSpPr/>
          <p:nvPr/>
        </p:nvGrpSpPr>
        <p:grpSpPr>
          <a:xfrm>
            <a:off x="954709" y="2502450"/>
            <a:ext cx="810451" cy="319148"/>
            <a:chOff x="4411970" y="3686602"/>
            <a:chExt cx="797845" cy="314215"/>
          </a:xfrm>
        </p:grpSpPr>
        <p:sp>
          <p:nvSpPr>
            <p:cNvPr id="1429" name="Google Shape;1429;p65"/>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65"/>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65"/>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65"/>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65"/>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4" name="Google Shape;1434;p65"/>
          <p:cNvSpPr/>
          <p:nvPr/>
        </p:nvSpPr>
        <p:spPr>
          <a:xfrm>
            <a:off x="947558" y="29110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5" name="Google Shape;1435;p65"/>
          <p:cNvGrpSpPr/>
          <p:nvPr/>
        </p:nvGrpSpPr>
        <p:grpSpPr>
          <a:xfrm>
            <a:off x="954806" y="2256974"/>
            <a:ext cx="1970333" cy="208784"/>
            <a:chOff x="6336019" y="3733725"/>
            <a:chExt cx="2566206" cy="351310"/>
          </a:xfrm>
        </p:grpSpPr>
        <p:sp>
          <p:nvSpPr>
            <p:cNvPr id="1436" name="Google Shape;1436;p65"/>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65"/>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65"/>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65"/>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 name="Google Shape;1440;p65"/>
          <p:cNvGrpSpPr/>
          <p:nvPr/>
        </p:nvGrpSpPr>
        <p:grpSpPr>
          <a:xfrm>
            <a:off x="1955962" y="3864529"/>
            <a:ext cx="946551" cy="153200"/>
            <a:chOff x="4404545" y="3301592"/>
            <a:chExt cx="782403" cy="129272"/>
          </a:xfrm>
        </p:grpSpPr>
        <p:sp>
          <p:nvSpPr>
            <p:cNvPr id="1441" name="Google Shape;1441;p65"/>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65"/>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 name="Google Shape;1443;p65"/>
          <p:cNvGrpSpPr/>
          <p:nvPr/>
        </p:nvGrpSpPr>
        <p:grpSpPr>
          <a:xfrm>
            <a:off x="1955962" y="3603488"/>
            <a:ext cx="962257" cy="139127"/>
            <a:chOff x="4411970" y="3131459"/>
            <a:chExt cx="710520" cy="117397"/>
          </a:xfrm>
        </p:grpSpPr>
        <p:sp>
          <p:nvSpPr>
            <p:cNvPr id="1444" name="Google Shape;1444;p65"/>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65"/>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446" name="Google Shape;1446;p65"/>
          <p:cNvSpPr/>
          <p:nvPr/>
        </p:nvSpPr>
        <p:spPr>
          <a:xfrm>
            <a:off x="1955962" y="41396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7" name="Google Shape;1447;p65"/>
          <p:cNvGrpSpPr/>
          <p:nvPr/>
        </p:nvGrpSpPr>
        <p:grpSpPr>
          <a:xfrm>
            <a:off x="956107" y="3538282"/>
            <a:ext cx="823838" cy="458988"/>
            <a:chOff x="4411970" y="1801825"/>
            <a:chExt cx="734586" cy="409262"/>
          </a:xfrm>
        </p:grpSpPr>
        <p:sp>
          <p:nvSpPr>
            <p:cNvPr id="1448" name="Google Shape;1448;p65"/>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65"/>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 name="Google Shape;1450;p65"/>
          <p:cNvGrpSpPr/>
          <p:nvPr/>
        </p:nvGrpSpPr>
        <p:grpSpPr>
          <a:xfrm>
            <a:off x="956107" y="4086708"/>
            <a:ext cx="856348" cy="212039"/>
            <a:chOff x="4411970" y="2233974"/>
            <a:chExt cx="763574" cy="189068"/>
          </a:xfrm>
        </p:grpSpPr>
        <p:sp>
          <p:nvSpPr>
            <p:cNvPr id="1451" name="Google Shape;1451;p65"/>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65"/>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 name="Google Shape;1453;p65"/>
          <p:cNvGrpSpPr/>
          <p:nvPr/>
        </p:nvGrpSpPr>
        <p:grpSpPr>
          <a:xfrm>
            <a:off x="3066303" y="2262044"/>
            <a:ext cx="511602" cy="511602"/>
            <a:chOff x="5681300" y="2527788"/>
            <a:chExt cx="805800" cy="805800"/>
          </a:xfrm>
        </p:grpSpPr>
        <p:sp>
          <p:nvSpPr>
            <p:cNvPr id="1454" name="Google Shape;1454;p65"/>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65"/>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 name="Google Shape;1456;p65"/>
          <p:cNvGrpSpPr/>
          <p:nvPr/>
        </p:nvGrpSpPr>
        <p:grpSpPr>
          <a:xfrm>
            <a:off x="3063497" y="3028627"/>
            <a:ext cx="513021" cy="512935"/>
            <a:chOff x="4049800" y="640400"/>
            <a:chExt cx="858900" cy="858900"/>
          </a:xfrm>
        </p:grpSpPr>
        <p:sp>
          <p:nvSpPr>
            <p:cNvPr id="1457" name="Google Shape;1457;p65"/>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65"/>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 name="Google Shape;1459;p65"/>
          <p:cNvGrpSpPr/>
          <p:nvPr/>
        </p:nvGrpSpPr>
        <p:grpSpPr>
          <a:xfrm>
            <a:off x="2980696" y="3680519"/>
            <a:ext cx="686489" cy="686585"/>
            <a:chOff x="5080188" y="927900"/>
            <a:chExt cx="961200" cy="961200"/>
          </a:xfrm>
        </p:grpSpPr>
        <p:sp>
          <p:nvSpPr>
            <p:cNvPr id="1460" name="Google Shape;1460;p65"/>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65"/>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65"/>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65"/>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65"/>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65"/>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65"/>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65"/>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 name="Google Shape;1468;p65"/>
          <p:cNvGrpSpPr/>
          <p:nvPr/>
        </p:nvGrpSpPr>
        <p:grpSpPr>
          <a:xfrm>
            <a:off x="3763848" y="3773248"/>
            <a:ext cx="510373" cy="510937"/>
            <a:chOff x="7508249" y="1522825"/>
            <a:chExt cx="1326332" cy="1322987"/>
          </a:xfrm>
        </p:grpSpPr>
        <p:sp>
          <p:nvSpPr>
            <p:cNvPr id="1469" name="Google Shape;1469;p65"/>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65"/>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65"/>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65"/>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65"/>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65"/>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65"/>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65"/>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65"/>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65"/>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 name="Google Shape;1479;p65"/>
          <p:cNvGrpSpPr/>
          <p:nvPr/>
        </p:nvGrpSpPr>
        <p:grpSpPr>
          <a:xfrm>
            <a:off x="4455441" y="3774653"/>
            <a:ext cx="492652" cy="503348"/>
            <a:chOff x="6039282" y="1042577"/>
            <a:chExt cx="734315" cy="731929"/>
          </a:xfrm>
        </p:grpSpPr>
        <p:sp>
          <p:nvSpPr>
            <p:cNvPr id="1480" name="Google Shape;1480;p65"/>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65"/>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65"/>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65"/>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65"/>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65"/>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65"/>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65"/>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65"/>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65"/>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65"/>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65"/>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65"/>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65"/>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65"/>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65"/>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65"/>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65"/>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65"/>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65"/>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65"/>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 name="Google Shape;1501;p65"/>
          <p:cNvGrpSpPr/>
          <p:nvPr/>
        </p:nvGrpSpPr>
        <p:grpSpPr>
          <a:xfrm>
            <a:off x="5095855" y="2270694"/>
            <a:ext cx="483304" cy="504902"/>
            <a:chOff x="1825800" y="1651625"/>
            <a:chExt cx="568125" cy="591775"/>
          </a:xfrm>
        </p:grpSpPr>
        <p:sp>
          <p:nvSpPr>
            <p:cNvPr id="1502" name="Google Shape;1502;p65"/>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65"/>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65"/>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65"/>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65"/>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65"/>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8" name="Google Shape;1508;p65"/>
          <p:cNvSpPr/>
          <p:nvPr/>
        </p:nvSpPr>
        <p:spPr>
          <a:xfrm>
            <a:off x="7713443" y="33498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65"/>
          <p:cNvSpPr/>
          <p:nvPr/>
        </p:nvSpPr>
        <p:spPr>
          <a:xfrm>
            <a:off x="8029700" y="33786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65"/>
          <p:cNvSpPr/>
          <p:nvPr/>
        </p:nvSpPr>
        <p:spPr>
          <a:xfrm>
            <a:off x="7131814"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65"/>
          <p:cNvSpPr/>
          <p:nvPr/>
        </p:nvSpPr>
        <p:spPr>
          <a:xfrm flipH="1">
            <a:off x="7439179"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65"/>
          <p:cNvSpPr txBox="1"/>
          <p:nvPr/>
        </p:nvSpPr>
        <p:spPr>
          <a:xfrm>
            <a:off x="723350" y="1187975"/>
            <a:ext cx="7697100" cy="814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easily </a:t>
            </a:r>
            <a:r>
              <a:rPr b="1" lang="en" sz="1100">
                <a:solidFill>
                  <a:schemeClr val="dk2"/>
                </a:solidFill>
              </a:rPr>
              <a:t>resize </a:t>
            </a:r>
            <a:r>
              <a:rPr lang="en" sz="1100">
                <a:solidFill>
                  <a:schemeClr val="lt1"/>
                </a:solidFill>
              </a:rPr>
              <a:t>these resources without losing quality. To </a:t>
            </a:r>
            <a:r>
              <a:rPr b="1" lang="en" sz="1100">
                <a:solidFill>
                  <a:schemeClr val="dk2"/>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dk2"/>
                </a:solidFill>
                <a:uFill>
                  <a:noFill/>
                </a:uFill>
                <a:hlinkClick r:id="rId3">
                  <a:extLst>
                    <a:ext uri="{A12FA001-AC4F-418D-AE19-62706E023703}">
                      <ahyp:hlinkClr val="tx"/>
                    </a:ext>
                  </a:extLst>
                </a:hlinkClick>
              </a:rPr>
              <a:t>infographics</a:t>
            </a:r>
            <a:r>
              <a:rPr b="1" lang="en" sz="1100">
                <a:solidFill>
                  <a:schemeClr val="dk2"/>
                </a:solidFill>
              </a:rPr>
              <a:t> </a:t>
            </a:r>
            <a:r>
              <a:rPr lang="en" sz="1100">
                <a:solidFill>
                  <a:schemeClr val="lt1"/>
                </a:solidFill>
              </a:rPr>
              <a:t>on Slidesgo.</a:t>
            </a:r>
            <a:endParaRPr sz="1100">
              <a:solidFill>
                <a:schemeClr val="lt1"/>
              </a:solidFill>
            </a:endParaRPr>
          </a:p>
        </p:txBody>
      </p:sp>
      <p:sp>
        <p:nvSpPr>
          <p:cNvPr id="1513" name="Google Shape;1513;p65"/>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Use our editable graphic resources...</a:t>
            </a:r>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517" name="Shape 1517"/>
        <p:cNvGrpSpPr/>
        <p:nvPr/>
      </p:nvGrpSpPr>
      <p:grpSpPr>
        <a:xfrm>
          <a:off x="0" y="0"/>
          <a:ext cx="0" cy="0"/>
          <a:chOff x="0" y="0"/>
          <a:chExt cx="0" cy="0"/>
        </a:xfrm>
      </p:grpSpPr>
      <p:grpSp>
        <p:nvGrpSpPr>
          <p:cNvPr id="1518" name="Google Shape;1518;p66"/>
          <p:cNvGrpSpPr/>
          <p:nvPr/>
        </p:nvGrpSpPr>
        <p:grpSpPr>
          <a:xfrm>
            <a:off x="722059" y="955168"/>
            <a:ext cx="2492868" cy="1379876"/>
            <a:chOff x="2654821" y="2311071"/>
            <a:chExt cx="2279715" cy="1262120"/>
          </a:xfrm>
        </p:grpSpPr>
        <p:grpSp>
          <p:nvGrpSpPr>
            <p:cNvPr id="1519" name="Google Shape;1519;p66"/>
            <p:cNvGrpSpPr/>
            <p:nvPr/>
          </p:nvGrpSpPr>
          <p:grpSpPr>
            <a:xfrm>
              <a:off x="4034269" y="2840745"/>
              <a:ext cx="40212" cy="36437"/>
              <a:chOff x="4293400" y="2574725"/>
              <a:chExt cx="84425" cy="80100"/>
            </a:xfrm>
          </p:grpSpPr>
          <p:sp>
            <p:nvSpPr>
              <p:cNvPr id="1520" name="Google Shape;1520;p66"/>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1521" name="Google Shape;1521;p66"/>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 name="Google Shape;1522;p66"/>
            <p:cNvGrpSpPr/>
            <p:nvPr/>
          </p:nvGrpSpPr>
          <p:grpSpPr>
            <a:xfrm>
              <a:off x="3894606" y="2334874"/>
              <a:ext cx="913198" cy="518984"/>
              <a:chOff x="4000175" y="1462675"/>
              <a:chExt cx="1917275" cy="1140875"/>
            </a:xfrm>
          </p:grpSpPr>
          <p:sp>
            <p:nvSpPr>
              <p:cNvPr id="1523" name="Google Shape;1523;p66"/>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1524" name="Google Shape;1524;p66"/>
              <p:cNvGrpSpPr/>
              <p:nvPr/>
            </p:nvGrpSpPr>
            <p:grpSpPr>
              <a:xfrm>
                <a:off x="4000175" y="1462675"/>
                <a:ext cx="1917275" cy="1140875"/>
                <a:chOff x="4000175" y="1462675"/>
                <a:chExt cx="1917275" cy="1140875"/>
              </a:xfrm>
            </p:grpSpPr>
            <p:sp>
              <p:nvSpPr>
                <p:cNvPr id="1525" name="Google Shape;1525;p66"/>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1526" name="Google Shape;1526;p66"/>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66"/>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66"/>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66"/>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530" name="Google Shape;1530;p66"/>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31" name="Google Shape;1531;p66"/>
            <p:cNvGrpSpPr/>
            <p:nvPr/>
          </p:nvGrpSpPr>
          <p:grpSpPr>
            <a:xfrm>
              <a:off x="3875768" y="2846704"/>
              <a:ext cx="44796" cy="47366"/>
              <a:chOff x="3960625" y="2587825"/>
              <a:chExt cx="94050" cy="104125"/>
            </a:xfrm>
          </p:grpSpPr>
          <p:sp>
            <p:nvSpPr>
              <p:cNvPr id="1532" name="Google Shape;1532;p66"/>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1533" name="Google Shape;1533;p66"/>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 name="Google Shape;1534;p66"/>
            <p:cNvGrpSpPr/>
            <p:nvPr/>
          </p:nvGrpSpPr>
          <p:grpSpPr>
            <a:xfrm>
              <a:off x="3782759" y="2807162"/>
              <a:ext cx="82686" cy="85487"/>
              <a:chOff x="3765350" y="2500900"/>
              <a:chExt cx="173600" cy="187925"/>
            </a:xfrm>
          </p:grpSpPr>
          <p:sp>
            <p:nvSpPr>
              <p:cNvPr id="1535" name="Google Shape;1535;p66"/>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1536" name="Google Shape;1536;p66"/>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66"/>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66"/>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66"/>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66"/>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 name="Google Shape;1541;p66"/>
            <p:cNvGrpSpPr/>
            <p:nvPr/>
          </p:nvGrpSpPr>
          <p:grpSpPr>
            <a:xfrm>
              <a:off x="3775674" y="2798496"/>
              <a:ext cx="40545" cy="23564"/>
              <a:chOff x="3750475" y="2481850"/>
              <a:chExt cx="85125" cy="51800"/>
            </a:xfrm>
          </p:grpSpPr>
          <p:sp>
            <p:nvSpPr>
              <p:cNvPr id="1542" name="Google Shape;1542;p66"/>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66"/>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1544" name="Google Shape;1544;p66"/>
            <p:cNvGrpSpPr/>
            <p:nvPr/>
          </p:nvGrpSpPr>
          <p:grpSpPr>
            <a:xfrm>
              <a:off x="3716946" y="2776024"/>
              <a:ext cx="81971" cy="76912"/>
              <a:chOff x="3627175" y="2432450"/>
              <a:chExt cx="172100" cy="169075"/>
            </a:xfrm>
          </p:grpSpPr>
          <p:sp>
            <p:nvSpPr>
              <p:cNvPr id="1545" name="Google Shape;1545;p66"/>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66"/>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1547" name="Google Shape;1547;p66"/>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1548" name="Google Shape;1548;p66"/>
            <p:cNvGrpSpPr/>
            <p:nvPr/>
          </p:nvGrpSpPr>
          <p:grpSpPr>
            <a:xfrm>
              <a:off x="3685682" y="2845624"/>
              <a:ext cx="29311" cy="45055"/>
              <a:chOff x="3561536" y="2585450"/>
              <a:chExt cx="61539" cy="99045"/>
            </a:xfrm>
          </p:grpSpPr>
          <p:sp>
            <p:nvSpPr>
              <p:cNvPr id="1549" name="Google Shape;1549;p66"/>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66"/>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1551" name="Google Shape;1551;p66"/>
            <p:cNvGrpSpPr/>
            <p:nvPr/>
          </p:nvGrpSpPr>
          <p:grpSpPr>
            <a:xfrm>
              <a:off x="3849905" y="2572252"/>
              <a:ext cx="74339" cy="119559"/>
              <a:chOff x="3906325" y="1984500"/>
              <a:chExt cx="156075" cy="262825"/>
            </a:xfrm>
          </p:grpSpPr>
          <p:sp>
            <p:nvSpPr>
              <p:cNvPr id="1552" name="Google Shape;1552;p66"/>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1553" name="Google Shape;1553;p66"/>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 name="Google Shape;1554;p66"/>
            <p:cNvGrpSpPr/>
            <p:nvPr/>
          </p:nvGrpSpPr>
          <p:grpSpPr>
            <a:xfrm>
              <a:off x="2654821" y="2414345"/>
              <a:ext cx="667570" cy="558731"/>
              <a:chOff x="1397225" y="1637375"/>
              <a:chExt cx="1401575" cy="1228250"/>
            </a:xfrm>
          </p:grpSpPr>
          <p:sp>
            <p:nvSpPr>
              <p:cNvPr id="1555" name="Google Shape;1555;p66"/>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1556" name="Google Shape;1556;p66"/>
              <p:cNvGrpSpPr/>
              <p:nvPr/>
            </p:nvGrpSpPr>
            <p:grpSpPr>
              <a:xfrm>
                <a:off x="1397225" y="1637375"/>
                <a:ext cx="1398775" cy="1228250"/>
                <a:chOff x="1397225" y="1637375"/>
                <a:chExt cx="1398775" cy="1228250"/>
              </a:xfrm>
            </p:grpSpPr>
            <p:sp>
              <p:nvSpPr>
                <p:cNvPr id="1557" name="Google Shape;1557;p66"/>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66"/>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59" name="Google Shape;1559;p66"/>
            <p:cNvGrpSpPr/>
            <p:nvPr/>
          </p:nvGrpSpPr>
          <p:grpSpPr>
            <a:xfrm>
              <a:off x="3230417" y="3103734"/>
              <a:ext cx="282982" cy="280332"/>
              <a:chOff x="2605700" y="3152850"/>
              <a:chExt cx="594125" cy="616250"/>
            </a:xfrm>
          </p:grpSpPr>
          <p:sp>
            <p:nvSpPr>
              <p:cNvPr id="1560" name="Google Shape;1560;p66"/>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1561" name="Google Shape;1561;p66"/>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1562" name="Google Shape;1562;p66"/>
            <p:cNvGrpSpPr/>
            <p:nvPr/>
          </p:nvGrpSpPr>
          <p:grpSpPr>
            <a:xfrm>
              <a:off x="3265985" y="3226989"/>
              <a:ext cx="87151" cy="346202"/>
              <a:chOff x="2680375" y="3423800"/>
              <a:chExt cx="182975" cy="761050"/>
            </a:xfrm>
          </p:grpSpPr>
          <p:sp>
            <p:nvSpPr>
              <p:cNvPr id="1563" name="Google Shape;1563;p66"/>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1564" name="Google Shape;1564;p66"/>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 name="Google Shape;1565;p66"/>
            <p:cNvGrpSpPr/>
            <p:nvPr/>
          </p:nvGrpSpPr>
          <p:grpSpPr>
            <a:xfrm>
              <a:off x="3855466" y="3289811"/>
              <a:ext cx="112514" cy="94210"/>
              <a:chOff x="3918000" y="3561900"/>
              <a:chExt cx="236225" cy="207100"/>
            </a:xfrm>
          </p:grpSpPr>
          <p:sp>
            <p:nvSpPr>
              <p:cNvPr id="1566" name="Google Shape;1566;p66"/>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1567" name="Google Shape;1567;p66"/>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8" name="Google Shape;1568;p66"/>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66"/>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66"/>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1571" name="Google Shape;1571;p66"/>
            <p:cNvGrpSpPr/>
            <p:nvPr/>
          </p:nvGrpSpPr>
          <p:grpSpPr>
            <a:xfrm>
              <a:off x="2905224" y="2311071"/>
              <a:ext cx="596721" cy="528992"/>
              <a:chOff x="1922950" y="1410350"/>
              <a:chExt cx="1252825" cy="1162875"/>
            </a:xfrm>
          </p:grpSpPr>
          <p:sp>
            <p:nvSpPr>
              <p:cNvPr id="1572" name="Google Shape;1572;p66"/>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66"/>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66"/>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66"/>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66"/>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66"/>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66"/>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66"/>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66"/>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66"/>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66"/>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66"/>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66"/>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66"/>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66"/>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66"/>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1588" name="Google Shape;1588;p66"/>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66"/>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66"/>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66"/>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66"/>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66"/>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66"/>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66"/>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66"/>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66"/>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66"/>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66"/>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66"/>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66"/>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66"/>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66"/>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66"/>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66"/>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66"/>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66"/>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608" name="Google Shape;1608;p66"/>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609" name="Google Shape;1609;p66"/>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0" name="Google Shape;1610;p66"/>
            <p:cNvGrpSpPr/>
            <p:nvPr/>
          </p:nvGrpSpPr>
          <p:grpSpPr>
            <a:xfrm>
              <a:off x="3280929" y="3294542"/>
              <a:ext cx="109894" cy="272224"/>
              <a:chOff x="2711750" y="3572300"/>
              <a:chExt cx="230725" cy="598425"/>
            </a:xfrm>
          </p:grpSpPr>
          <p:sp>
            <p:nvSpPr>
              <p:cNvPr id="1611" name="Google Shape;1611;p66"/>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66"/>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3" name="Google Shape;1613;p66"/>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4" name="Google Shape;1614;p66"/>
            <p:cNvGrpSpPr/>
            <p:nvPr/>
          </p:nvGrpSpPr>
          <p:grpSpPr>
            <a:xfrm>
              <a:off x="3790439" y="2408636"/>
              <a:ext cx="73017" cy="75684"/>
              <a:chOff x="3781475" y="1624825"/>
              <a:chExt cx="153300" cy="166375"/>
            </a:xfrm>
          </p:grpSpPr>
          <p:sp>
            <p:nvSpPr>
              <p:cNvPr id="1615" name="Google Shape;1615;p66"/>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66"/>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66"/>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66"/>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9" name="Google Shape;1619;p66"/>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66"/>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66"/>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66"/>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66"/>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66"/>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66"/>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6" name="Google Shape;1626;p66"/>
            <p:cNvGrpSpPr/>
            <p:nvPr/>
          </p:nvGrpSpPr>
          <p:grpSpPr>
            <a:xfrm>
              <a:off x="4403342" y="3107749"/>
              <a:ext cx="316680" cy="101374"/>
              <a:chOff x="5068275" y="3161675"/>
              <a:chExt cx="664875" cy="222850"/>
            </a:xfrm>
          </p:grpSpPr>
          <p:sp>
            <p:nvSpPr>
              <p:cNvPr id="1627" name="Google Shape;1627;p66"/>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66"/>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66"/>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66"/>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1" name="Google Shape;1631;p66"/>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66"/>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66"/>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66"/>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66"/>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66"/>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66"/>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66"/>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66"/>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66"/>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66"/>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66"/>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66"/>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66"/>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66"/>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66"/>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66"/>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66"/>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66"/>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66"/>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66"/>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66"/>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66"/>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66"/>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66"/>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66"/>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66"/>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66"/>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66"/>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60" name="Google Shape;1660;p66"/>
            <p:cNvGrpSpPr/>
            <p:nvPr/>
          </p:nvGrpSpPr>
          <p:grpSpPr>
            <a:xfrm>
              <a:off x="3697513" y="2707266"/>
              <a:ext cx="59549" cy="79733"/>
              <a:chOff x="3586375" y="2281300"/>
              <a:chExt cx="125025" cy="175275"/>
            </a:xfrm>
          </p:grpSpPr>
          <p:sp>
            <p:nvSpPr>
              <p:cNvPr id="1661" name="Google Shape;1661;p66"/>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66"/>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3" name="Google Shape;1663;p66"/>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64" name="Google Shape;1664;p66"/>
            <p:cNvGrpSpPr/>
            <p:nvPr/>
          </p:nvGrpSpPr>
          <p:grpSpPr>
            <a:xfrm>
              <a:off x="4513224" y="3221724"/>
              <a:ext cx="274563" cy="280321"/>
              <a:chOff x="5298975" y="3412225"/>
              <a:chExt cx="576450" cy="616225"/>
            </a:xfrm>
          </p:grpSpPr>
          <p:sp>
            <p:nvSpPr>
              <p:cNvPr id="1665" name="Google Shape;1665;p66"/>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666" name="Google Shape;1666;p66"/>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7" name="Google Shape;1667;p66"/>
            <p:cNvGrpSpPr/>
            <p:nvPr/>
          </p:nvGrpSpPr>
          <p:grpSpPr>
            <a:xfrm>
              <a:off x="4824403" y="3421846"/>
              <a:ext cx="110132" cy="130647"/>
              <a:chOff x="5952300" y="3852150"/>
              <a:chExt cx="231225" cy="287200"/>
            </a:xfrm>
          </p:grpSpPr>
          <p:sp>
            <p:nvSpPr>
              <p:cNvPr id="1668" name="Google Shape;1668;p66"/>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66"/>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0" name="Google Shape;1670;p66"/>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66"/>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66"/>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66"/>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66"/>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66"/>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66"/>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66"/>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78" name="Google Shape;1678;p66"/>
            <p:cNvGrpSpPr/>
            <p:nvPr/>
          </p:nvGrpSpPr>
          <p:grpSpPr>
            <a:xfrm>
              <a:off x="4295710" y="3079670"/>
              <a:ext cx="14968" cy="27135"/>
              <a:chOff x="4842300" y="3099950"/>
              <a:chExt cx="31425" cy="59650"/>
            </a:xfrm>
          </p:grpSpPr>
          <p:sp>
            <p:nvSpPr>
              <p:cNvPr id="1679" name="Google Shape;1679;p66"/>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66"/>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66"/>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66"/>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3" name="Google Shape;1683;p66"/>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66"/>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66"/>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66"/>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66"/>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66"/>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66"/>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66"/>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91" name="Google Shape;1691;p66"/>
            <p:cNvGrpSpPr/>
            <p:nvPr/>
          </p:nvGrpSpPr>
          <p:grpSpPr>
            <a:xfrm>
              <a:off x="3831056" y="2816010"/>
              <a:ext cx="37378" cy="27612"/>
              <a:chOff x="3866750" y="2520350"/>
              <a:chExt cx="78475" cy="60700"/>
            </a:xfrm>
          </p:grpSpPr>
          <p:sp>
            <p:nvSpPr>
              <p:cNvPr id="1692" name="Google Shape;1692;p66"/>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66"/>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66"/>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66"/>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6" name="Google Shape;1696;p66"/>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66"/>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66"/>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66"/>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66"/>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66"/>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66"/>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66"/>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66"/>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66"/>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66"/>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66"/>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66"/>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66"/>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66"/>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66"/>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66"/>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713" name="Google Shape;1713;p66"/>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66"/>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66"/>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66"/>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66"/>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66"/>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66"/>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66"/>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66"/>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66"/>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66"/>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66"/>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725" name="Google Shape;1725;p66"/>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66"/>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66"/>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66"/>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66"/>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66"/>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66"/>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66"/>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66"/>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66"/>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66"/>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66"/>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66"/>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38" name="Google Shape;1738;p66"/>
            <p:cNvGrpSpPr/>
            <p:nvPr/>
          </p:nvGrpSpPr>
          <p:grpSpPr>
            <a:xfrm>
              <a:off x="3632736" y="3051591"/>
              <a:ext cx="63288" cy="45217"/>
              <a:chOff x="3450375" y="3038225"/>
              <a:chExt cx="132875" cy="99400"/>
            </a:xfrm>
          </p:grpSpPr>
          <p:sp>
            <p:nvSpPr>
              <p:cNvPr id="1739" name="Google Shape;1739;p66"/>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66"/>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1" name="Google Shape;1741;p66"/>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66"/>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66"/>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66"/>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66"/>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66"/>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66"/>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66"/>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66"/>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750" name="Google Shape;1750;p66"/>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66"/>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66"/>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66"/>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66"/>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66"/>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66"/>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66"/>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66"/>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66"/>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760" name="Google Shape;1760;p66"/>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66"/>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66"/>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66"/>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66"/>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66"/>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766" name="Google Shape;1766;p66"/>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66"/>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66"/>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66"/>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66"/>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66"/>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66"/>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66"/>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66"/>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66"/>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6" name="Google Shape;1776;p66"/>
          <p:cNvGrpSpPr/>
          <p:nvPr/>
        </p:nvGrpSpPr>
        <p:grpSpPr>
          <a:xfrm>
            <a:off x="719116" y="2850945"/>
            <a:ext cx="2622876" cy="1333540"/>
            <a:chOff x="238125" y="1038125"/>
            <a:chExt cx="7146800" cy="3633625"/>
          </a:xfrm>
        </p:grpSpPr>
        <p:sp>
          <p:nvSpPr>
            <p:cNvPr id="1777" name="Google Shape;1777;p66"/>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66"/>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66"/>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66"/>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66"/>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66"/>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66"/>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66"/>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66"/>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66"/>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66"/>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66"/>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66"/>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66"/>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66"/>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66"/>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66"/>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66"/>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66"/>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66"/>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66"/>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66"/>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66"/>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66"/>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66"/>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66"/>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66"/>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66"/>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66"/>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66"/>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66"/>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66"/>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66"/>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66"/>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66"/>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66"/>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66"/>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66"/>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66"/>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66"/>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66"/>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66"/>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66"/>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66"/>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66"/>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66"/>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66"/>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66"/>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66"/>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66"/>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66"/>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66"/>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66"/>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66"/>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66"/>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66"/>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66"/>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66"/>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66"/>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66"/>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66"/>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66"/>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66"/>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66"/>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66"/>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66"/>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66"/>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66"/>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66"/>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66"/>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66"/>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66"/>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66"/>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66"/>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66"/>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66"/>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66"/>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66"/>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66"/>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66"/>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66"/>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66"/>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66"/>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66"/>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66"/>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66"/>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66"/>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66"/>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66"/>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66"/>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66"/>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66"/>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66"/>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66"/>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66"/>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66"/>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66"/>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66"/>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66"/>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66"/>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66"/>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66"/>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66"/>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66"/>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66"/>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66"/>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66"/>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66"/>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66"/>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66"/>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66"/>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66"/>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66"/>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66"/>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66"/>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66"/>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66"/>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66"/>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66"/>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66"/>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66"/>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66"/>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66"/>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66"/>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66"/>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66"/>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66"/>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66"/>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66"/>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66"/>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66"/>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66"/>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66"/>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66"/>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66"/>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66"/>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66"/>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66"/>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66"/>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66"/>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66"/>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66"/>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66"/>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66"/>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66"/>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66"/>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66"/>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66"/>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66"/>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66"/>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66"/>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66"/>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66"/>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66"/>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66"/>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66"/>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66"/>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66"/>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66"/>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66"/>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66"/>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66"/>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66"/>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66"/>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66"/>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66"/>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66"/>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66"/>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66"/>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66"/>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66"/>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66"/>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66"/>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66"/>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66"/>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66"/>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66"/>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66"/>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66"/>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66"/>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66"/>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66"/>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66"/>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66"/>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66"/>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66"/>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66"/>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66"/>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66"/>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66"/>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66"/>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66"/>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66"/>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66"/>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66"/>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66"/>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66"/>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66"/>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66"/>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66"/>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66"/>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66"/>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66"/>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66"/>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66"/>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66"/>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66"/>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66"/>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66"/>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66"/>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66"/>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66"/>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66"/>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66"/>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66"/>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66"/>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66"/>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66"/>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66"/>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66"/>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66"/>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66"/>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66"/>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66"/>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66"/>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66"/>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66"/>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66"/>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66"/>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66"/>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66"/>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66"/>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66"/>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66"/>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66"/>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66"/>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66"/>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66"/>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66"/>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66"/>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66"/>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66"/>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66"/>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66"/>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66"/>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66"/>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66"/>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66"/>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66"/>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66"/>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66"/>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66"/>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66"/>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66"/>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66"/>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66"/>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66"/>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66"/>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66"/>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66"/>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66"/>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66"/>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66"/>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66"/>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66"/>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66"/>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66"/>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66"/>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66"/>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66"/>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66"/>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66"/>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66"/>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66"/>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66"/>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66"/>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66"/>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66"/>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66"/>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66"/>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66"/>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66"/>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66"/>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66"/>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66"/>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66"/>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66"/>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66"/>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66"/>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66"/>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66"/>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66"/>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66"/>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66"/>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66"/>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66"/>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66"/>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66"/>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66"/>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66"/>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66"/>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66"/>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66"/>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66"/>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66"/>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66"/>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66"/>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66"/>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66"/>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66"/>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66"/>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66"/>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66"/>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66"/>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66"/>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66"/>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66"/>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66"/>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66"/>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66"/>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66"/>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66"/>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66"/>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66"/>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66"/>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66"/>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66"/>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66"/>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66"/>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66"/>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66"/>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66"/>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66"/>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66"/>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66"/>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66"/>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66"/>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66"/>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66"/>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66"/>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66"/>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66"/>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66"/>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66"/>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66"/>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66"/>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66"/>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66"/>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66"/>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66"/>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66"/>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66"/>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66"/>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66"/>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66"/>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66"/>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66"/>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66"/>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66"/>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66"/>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66"/>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66"/>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66"/>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66"/>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66"/>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66"/>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66"/>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66"/>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66"/>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66"/>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66"/>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66"/>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66"/>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66"/>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66"/>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66"/>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66"/>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66"/>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66"/>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66"/>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66"/>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66"/>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66"/>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66"/>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66"/>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66"/>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66"/>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66"/>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66"/>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66"/>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66"/>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66"/>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66"/>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66"/>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66"/>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66"/>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66"/>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66"/>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66"/>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66"/>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66"/>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66"/>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66"/>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66"/>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66"/>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66"/>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66"/>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66"/>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66"/>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66"/>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66"/>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66"/>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66"/>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66"/>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66"/>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66"/>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66"/>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66"/>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66"/>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66"/>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66"/>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66"/>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66"/>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66"/>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66"/>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66"/>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66"/>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66"/>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66"/>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66"/>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66"/>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66"/>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66"/>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66"/>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66"/>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66"/>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66"/>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66"/>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66"/>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66"/>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66"/>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66"/>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66"/>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66"/>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66"/>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66"/>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66"/>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66"/>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66"/>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66"/>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66"/>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66"/>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66"/>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66"/>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66"/>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66"/>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66"/>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66"/>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66"/>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66"/>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66"/>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66"/>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66"/>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66"/>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66"/>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66"/>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66"/>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66"/>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66"/>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66"/>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66"/>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66"/>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66"/>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66"/>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66"/>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66"/>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66"/>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66"/>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66"/>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66"/>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66"/>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66"/>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66"/>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66"/>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66"/>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66"/>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66"/>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66"/>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66"/>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66"/>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66"/>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66"/>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66"/>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66"/>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66"/>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66"/>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66"/>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66"/>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66"/>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66"/>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66"/>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66"/>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66"/>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66"/>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66"/>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66"/>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66"/>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66"/>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66"/>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66"/>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66"/>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66"/>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66"/>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66"/>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66"/>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66"/>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66"/>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66"/>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66"/>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66"/>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66"/>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66"/>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66"/>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66"/>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66"/>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66"/>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66"/>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66"/>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66"/>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66"/>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66"/>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66"/>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66"/>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66"/>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66"/>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66"/>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66"/>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66"/>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66"/>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66"/>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66"/>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66"/>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66"/>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66"/>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66"/>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66"/>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66"/>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66"/>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66"/>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66"/>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66"/>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66"/>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66"/>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66"/>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66"/>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66"/>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66"/>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66"/>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66"/>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66"/>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66"/>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66"/>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66"/>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66"/>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66"/>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66"/>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66"/>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66"/>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66"/>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66"/>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66"/>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66"/>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66"/>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66"/>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66"/>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66"/>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66"/>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66"/>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66"/>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66"/>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66"/>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66"/>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66"/>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66"/>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66"/>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66"/>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66"/>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66"/>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66"/>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66"/>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66"/>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66"/>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66"/>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66"/>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66"/>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66"/>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66"/>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66"/>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66"/>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66"/>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66"/>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66"/>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66"/>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66"/>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66"/>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66"/>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66"/>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66"/>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66"/>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66"/>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66"/>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66"/>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66"/>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66"/>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66"/>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66"/>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66"/>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66"/>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66"/>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66"/>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66"/>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66"/>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66"/>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66"/>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66"/>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66"/>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66"/>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66"/>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66"/>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66"/>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66"/>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66"/>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66"/>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66"/>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66"/>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66"/>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66"/>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66"/>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66"/>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66"/>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66"/>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66"/>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66"/>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66"/>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66"/>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66"/>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66"/>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66"/>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66"/>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66"/>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66"/>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66"/>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66"/>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66"/>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66"/>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66"/>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66"/>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66"/>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66"/>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66"/>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66"/>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66"/>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66"/>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66"/>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66"/>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66"/>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66"/>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66"/>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66"/>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66"/>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66"/>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66"/>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66"/>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66"/>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66"/>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66"/>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66"/>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66"/>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66"/>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66"/>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66"/>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66"/>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66"/>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66"/>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66"/>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66"/>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66"/>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66"/>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66"/>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66"/>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66"/>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66"/>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66"/>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66"/>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66"/>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66"/>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66"/>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66"/>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66"/>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66"/>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66"/>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66"/>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66"/>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66"/>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66"/>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66"/>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66"/>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66"/>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66"/>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66"/>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66"/>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66"/>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66"/>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66"/>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66"/>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66"/>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66"/>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66"/>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66"/>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66"/>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66"/>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66"/>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66"/>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66"/>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66"/>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66"/>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66"/>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66"/>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66"/>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66"/>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66"/>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66"/>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66"/>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66"/>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66"/>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66"/>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66"/>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66"/>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66"/>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66"/>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66"/>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66"/>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66"/>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66"/>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66"/>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66"/>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66"/>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66"/>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66"/>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66"/>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66"/>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66"/>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66"/>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66"/>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66"/>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66"/>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66"/>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66"/>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66"/>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66"/>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66"/>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66"/>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66"/>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66"/>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66"/>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66"/>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66"/>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66"/>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66"/>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66"/>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66"/>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66"/>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66"/>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66"/>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66"/>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66"/>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66"/>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66"/>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66"/>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66"/>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66"/>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66"/>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66"/>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66"/>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66"/>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66"/>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66"/>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66"/>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66"/>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66"/>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66"/>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66"/>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66"/>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66"/>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66"/>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66"/>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66"/>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66"/>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66"/>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66"/>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66"/>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66"/>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66"/>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66"/>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66"/>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66"/>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66"/>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66"/>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66"/>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66"/>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66"/>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66"/>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66"/>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66"/>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66"/>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66"/>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66"/>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66"/>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66"/>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66"/>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66"/>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66"/>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66"/>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66"/>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66"/>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66"/>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66"/>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66"/>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66"/>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66"/>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66"/>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66"/>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66"/>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66"/>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66"/>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66"/>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66"/>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66"/>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66"/>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66"/>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66"/>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66"/>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66"/>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66"/>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66"/>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66"/>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66"/>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66"/>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66"/>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66"/>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66"/>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66"/>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66"/>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66"/>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66"/>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66"/>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66"/>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66"/>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66"/>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66"/>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66"/>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66"/>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66"/>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66"/>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66"/>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66"/>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66"/>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66"/>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66"/>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66"/>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66"/>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66"/>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66"/>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66"/>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66"/>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66"/>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66"/>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66"/>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66"/>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66"/>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66"/>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66"/>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66"/>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66"/>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66"/>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66"/>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66"/>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66"/>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66"/>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66"/>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66"/>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66"/>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66"/>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66"/>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66"/>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66"/>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66"/>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66"/>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66"/>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66"/>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66"/>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66"/>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66"/>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66"/>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66"/>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66"/>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66"/>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66"/>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66"/>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66"/>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66"/>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66"/>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66"/>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66"/>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66"/>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66"/>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66"/>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66"/>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66"/>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66"/>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66"/>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66"/>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66"/>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66"/>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66"/>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66"/>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66"/>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66"/>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66"/>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66"/>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66"/>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66"/>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66"/>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66"/>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66"/>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66"/>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66"/>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66"/>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66"/>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66"/>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66"/>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66"/>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66"/>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66"/>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66"/>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66"/>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66"/>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66"/>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66"/>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66"/>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66"/>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66"/>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66"/>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66"/>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66"/>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66"/>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66"/>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66"/>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66"/>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66"/>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66"/>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66"/>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66"/>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66"/>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66"/>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66"/>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66"/>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66"/>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66"/>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66"/>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66"/>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66"/>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66"/>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66"/>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66"/>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66"/>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66"/>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66"/>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66"/>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66"/>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66"/>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66"/>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66"/>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66"/>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66"/>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66"/>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66"/>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66"/>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66"/>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66"/>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66"/>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66"/>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66"/>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66"/>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66"/>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66"/>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66"/>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66"/>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66"/>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66"/>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66"/>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66"/>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66"/>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66"/>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66"/>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66"/>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66"/>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66"/>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66"/>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66"/>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66"/>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66"/>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66"/>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66"/>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66"/>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66"/>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66"/>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66"/>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66"/>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66"/>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66"/>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66"/>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66"/>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66"/>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66"/>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66"/>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66"/>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66"/>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66"/>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66"/>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66"/>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66"/>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66"/>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66"/>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66"/>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66"/>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66"/>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66"/>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66"/>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66"/>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66"/>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66"/>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66"/>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66"/>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66"/>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66"/>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66"/>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66"/>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66"/>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66"/>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66"/>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66"/>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66"/>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66"/>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66"/>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66"/>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66"/>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66"/>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66"/>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66"/>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66"/>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66"/>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66"/>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66"/>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66"/>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66"/>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66"/>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66"/>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66"/>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66"/>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66"/>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66"/>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66"/>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66"/>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66"/>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66"/>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66"/>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66"/>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66"/>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66"/>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66"/>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66"/>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66"/>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66"/>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66"/>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66"/>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66"/>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66"/>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66"/>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66"/>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66"/>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66"/>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66"/>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66"/>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66"/>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66"/>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66"/>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66"/>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66"/>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66"/>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66"/>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66"/>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66"/>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66"/>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66"/>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66"/>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66"/>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66"/>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66"/>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66"/>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66"/>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66"/>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66"/>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66"/>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66"/>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66"/>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66"/>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66"/>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66"/>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66"/>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66"/>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66"/>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66"/>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66"/>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66"/>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66"/>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66"/>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66"/>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66"/>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66"/>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66"/>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66"/>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66"/>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66"/>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66"/>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66"/>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66"/>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66"/>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66"/>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66"/>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66"/>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66"/>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66"/>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66"/>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66"/>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66"/>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66"/>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66"/>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66"/>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66"/>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66"/>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66"/>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66"/>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66"/>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66"/>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66"/>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66"/>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66"/>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66"/>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66"/>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66"/>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66"/>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66"/>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66"/>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66"/>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66"/>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66"/>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66"/>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66"/>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66"/>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66"/>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66"/>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66"/>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66"/>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66"/>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66"/>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66"/>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66"/>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66"/>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66"/>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66"/>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66"/>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66"/>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66"/>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66"/>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66"/>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66"/>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66"/>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66"/>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66"/>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66"/>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66"/>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66"/>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66"/>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66"/>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66"/>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66"/>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66"/>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66"/>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66"/>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66"/>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66"/>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66"/>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66"/>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66"/>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66"/>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66"/>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66"/>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66"/>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66"/>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66"/>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66"/>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66"/>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66"/>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66"/>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66"/>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66"/>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66"/>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66"/>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66"/>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66"/>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66"/>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66"/>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66"/>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66"/>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66"/>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66"/>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66"/>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66"/>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66"/>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66"/>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66"/>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66"/>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66"/>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66"/>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66"/>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66"/>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66"/>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66"/>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66"/>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66"/>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66"/>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66"/>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66"/>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66"/>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66"/>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66"/>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66"/>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66"/>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66"/>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66"/>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66"/>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66"/>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66"/>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66"/>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66"/>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66"/>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66"/>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66"/>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66"/>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66"/>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66"/>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66"/>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66"/>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66"/>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66"/>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66"/>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66"/>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66"/>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66"/>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66"/>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66"/>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66"/>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66"/>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66"/>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66"/>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66"/>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66"/>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66"/>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66"/>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66"/>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66"/>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66"/>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66"/>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66"/>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66"/>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66"/>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66"/>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66"/>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66"/>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66"/>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66"/>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66"/>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66"/>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66"/>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66"/>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66"/>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66"/>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66"/>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66"/>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66"/>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66"/>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66"/>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66"/>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66"/>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66"/>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66"/>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66"/>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66"/>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66"/>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66"/>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66"/>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66"/>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66"/>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66"/>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66"/>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66"/>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66"/>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66"/>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66"/>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66"/>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66"/>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66"/>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66"/>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66"/>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66"/>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66"/>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66"/>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66"/>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66"/>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66"/>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66"/>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66"/>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66"/>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66"/>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66"/>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66"/>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66"/>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66"/>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66"/>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66"/>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66"/>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66"/>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66"/>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66"/>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66"/>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66"/>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66"/>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66"/>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66"/>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66"/>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66"/>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66"/>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66"/>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66"/>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66"/>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66"/>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66"/>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66"/>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66"/>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66"/>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66"/>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66"/>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66"/>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66"/>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66"/>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66"/>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66"/>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66"/>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66"/>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66"/>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66"/>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66"/>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66"/>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66"/>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66"/>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66"/>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66"/>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66"/>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66"/>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66"/>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66"/>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66"/>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66"/>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66"/>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66"/>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66"/>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66"/>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66"/>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66"/>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66"/>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66"/>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66"/>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66"/>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66"/>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66"/>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66"/>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66"/>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66"/>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66"/>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66"/>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66"/>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66"/>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66"/>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66"/>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66"/>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66"/>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66"/>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66"/>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66"/>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66"/>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66"/>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66"/>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66"/>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66"/>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66"/>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66"/>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66"/>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66"/>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66"/>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66"/>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66"/>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66"/>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66"/>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66"/>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66"/>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66"/>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66"/>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66"/>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66"/>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66"/>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66"/>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66"/>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66"/>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66"/>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66"/>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66"/>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66"/>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66"/>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66"/>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66"/>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66"/>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66"/>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66"/>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66"/>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66"/>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66"/>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66"/>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66"/>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66"/>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66"/>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66"/>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66"/>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66"/>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66"/>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66"/>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66"/>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66"/>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66"/>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66"/>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66"/>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66"/>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66"/>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66"/>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66"/>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66"/>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66"/>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66"/>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66"/>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66"/>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66"/>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66"/>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66"/>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66"/>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66"/>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66"/>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66"/>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66"/>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66"/>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66"/>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66"/>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66"/>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66"/>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66"/>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66"/>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66"/>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66"/>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66"/>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66"/>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66"/>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66"/>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66"/>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66"/>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66"/>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66"/>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66"/>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66"/>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66"/>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66"/>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66"/>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66"/>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66"/>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66"/>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66"/>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66"/>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66"/>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66"/>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66"/>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66"/>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66"/>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66"/>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66"/>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66"/>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66"/>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66"/>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66"/>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66"/>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66"/>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66"/>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66"/>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66"/>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66"/>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66"/>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66"/>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66"/>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66"/>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66"/>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66"/>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66"/>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66"/>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66"/>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66"/>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66"/>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66"/>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66"/>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66"/>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66"/>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66"/>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66"/>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66"/>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66"/>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66"/>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66"/>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66"/>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66"/>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66"/>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66"/>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66"/>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66"/>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66"/>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66"/>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66"/>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66"/>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66"/>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66"/>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66"/>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66"/>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66"/>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66"/>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66"/>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66"/>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66"/>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66"/>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66"/>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66"/>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66"/>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66"/>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66"/>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66"/>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66"/>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66"/>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66"/>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49" name="Google Shape;3349;p66"/>
          <p:cNvGrpSpPr/>
          <p:nvPr/>
        </p:nvGrpSpPr>
        <p:grpSpPr>
          <a:xfrm>
            <a:off x="5834044" y="993055"/>
            <a:ext cx="2590840" cy="1380235"/>
            <a:chOff x="233350" y="949250"/>
            <a:chExt cx="7137300" cy="3802300"/>
          </a:xfrm>
        </p:grpSpPr>
        <p:sp>
          <p:nvSpPr>
            <p:cNvPr id="3350" name="Google Shape;3350;p66"/>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66"/>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66"/>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66"/>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66"/>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66"/>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66"/>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66"/>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66"/>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66"/>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66"/>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66"/>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66"/>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66"/>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66"/>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66"/>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66"/>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66"/>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66"/>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66"/>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66"/>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66"/>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66"/>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66"/>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66"/>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66"/>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66"/>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66"/>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66"/>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66"/>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66"/>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66"/>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66"/>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66"/>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66"/>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66"/>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66"/>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66"/>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66"/>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66"/>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66"/>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66"/>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66"/>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66"/>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66"/>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66"/>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66"/>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66"/>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66"/>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66"/>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66"/>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1" name="Google Shape;3401;p66"/>
          <p:cNvGrpSpPr/>
          <p:nvPr/>
        </p:nvGrpSpPr>
        <p:grpSpPr>
          <a:xfrm>
            <a:off x="7648473" y="3037828"/>
            <a:ext cx="104231" cy="320340"/>
            <a:chOff x="7564426" y="3224343"/>
            <a:chExt cx="119985" cy="368801"/>
          </a:xfrm>
        </p:grpSpPr>
        <p:sp>
          <p:nvSpPr>
            <p:cNvPr id="3402" name="Google Shape;3402;p66"/>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66"/>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4" name="Google Shape;3404;p66"/>
          <p:cNvGrpSpPr/>
          <p:nvPr/>
        </p:nvGrpSpPr>
        <p:grpSpPr>
          <a:xfrm>
            <a:off x="7347962" y="3031929"/>
            <a:ext cx="189489" cy="332132"/>
            <a:chOff x="8370831" y="3202002"/>
            <a:chExt cx="218129" cy="382376"/>
          </a:xfrm>
        </p:grpSpPr>
        <p:sp>
          <p:nvSpPr>
            <p:cNvPr id="3405" name="Google Shape;3405;p66"/>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66"/>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7" name="Google Shape;3407;p66"/>
          <p:cNvGrpSpPr/>
          <p:nvPr/>
        </p:nvGrpSpPr>
        <p:grpSpPr>
          <a:xfrm>
            <a:off x="8071351" y="3443061"/>
            <a:ext cx="309429" cy="267000"/>
            <a:chOff x="6742064" y="3750480"/>
            <a:chExt cx="399315" cy="344560"/>
          </a:xfrm>
        </p:grpSpPr>
        <p:sp>
          <p:nvSpPr>
            <p:cNvPr id="3408" name="Google Shape;3408;p66"/>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66"/>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10" name="Google Shape;3410;p66"/>
          <p:cNvGrpSpPr/>
          <p:nvPr/>
        </p:nvGrpSpPr>
        <p:grpSpPr>
          <a:xfrm>
            <a:off x="7610370" y="3794109"/>
            <a:ext cx="180437" cy="281608"/>
            <a:chOff x="7248525" y="3739696"/>
            <a:chExt cx="230531" cy="359790"/>
          </a:xfrm>
        </p:grpSpPr>
        <p:sp>
          <p:nvSpPr>
            <p:cNvPr id="3411" name="Google Shape;3411;p66"/>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66"/>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13" name="Google Shape;3413;p66"/>
          <p:cNvGrpSpPr/>
          <p:nvPr/>
        </p:nvGrpSpPr>
        <p:grpSpPr>
          <a:xfrm>
            <a:off x="7856289" y="3437333"/>
            <a:ext cx="162896" cy="278710"/>
            <a:chOff x="7601242" y="3729267"/>
            <a:chExt cx="222566" cy="380803"/>
          </a:xfrm>
        </p:grpSpPr>
        <p:sp>
          <p:nvSpPr>
            <p:cNvPr id="3414" name="Google Shape;3414;p66"/>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66"/>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16" name="Google Shape;3416;p66"/>
          <p:cNvSpPr/>
          <p:nvPr/>
        </p:nvSpPr>
        <p:spPr>
          <a:xfrm>
            <a:off x="7822315" y="304969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17" name="Google Shape;3417;p66"/>
          <p:cNvGrpSpPr/>
          <p:nvPr/>
        </p:nvGrpSpPr>
        <p:grpSpPr>
          <a:xfrm>
            <a:off x="7345935" y="3438473"/>
            <a:ext cx="193543" cy="275990"/>
            <a:chOff x="8304647" y="3738687"/>
            <a:chExt cx="225076" cy="320956"/>
          </a:xfrm>
        </p:grpSpPr>
        <p:sp>
          <p:nvSpPr>
            <p:cNvPr id="3418" name="Google Shape;3418;p66"/>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66"/>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66"/>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21" name="Google Shape;3421;p66"/>
          <p:cNvGrpSpPr/>
          <p:nvPr/>
        </p:nvGrpSpPr>
        <p:grpSpPr>
          <a:xfrm>
            <a:off x="7618427" y="3438473"/>
            <a:ext cx="178492" cy="275990"/>
            <a:chOff x="8615101" y="3738687"/>
            <a:chExt cx="207573" cy="320956"/>
          </a:xfrm>
        </p:grpSpPr>
        <p:sp>
          <p:nvSpPr>
            <p:cNvPr id="3422" name="Google Shape;3422;p66"/>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66"/>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66"/>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25" name="Google Shape;3425;p66"/>
          <p:cNvSpPr/>
          <p:nvPr/>
        </p:nvSpPr>
        <p:spPr>
          <a:xfrm>
            <a:off x="8114867" y="3028356"/>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26" name="Google Shape;3426;p66"/>
          <p:cNvGrpSpPr/>
          <p:nvPr/>
        </p:nvGrpSpPr>
        <p:grpSpPr>
          <a:xfrm>
            <a:off x="6013132" y="3559961"/>
            <a:ext cx="557671" cy="511283"/>
            <a:chOff x="6015419" y="3716859"/>
            <a:chExt cx="557671" cy="511283"/>
          </a:xfrm>
        </p:grpSpPr>
        <p:sp>
          <p:nvSpPr>
            <p:cNvPr id="3427" name="Google Shape;3427;p66"/>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28" name="Google Shape;3428;p66"/>
            <p:cNvGrpSpPr/>
            <p:nvPr/>
          </p:nvGrpSpPr>
          <p:grpSpPr>
            <a:xfrm>
              <a:off x="6036094" y="3716980"/>
              <a:ext cx="529860" cy="510468"/>
              <a:chOff x="6036094" y="3716980"/>
              <a:chExt cx="529860" cy="510468"/>
            </a:xfrm>
          </p:grpSpPr>
          <p:sp>
            <p:nvSpPr>
              <p:cNvPr id="3429" name="Google Shape;3429;p66"/>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66"/>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66"/>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66"/>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66"/>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66"/>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66"/>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66"/>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66"/>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66"/>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39" name="Google Shape;3439;p66"/>
          <p:cNvGrpSpPr/>
          <p:nvPr/>
        </p:nvGrpSpPr>
        <p:grpSpPr>
          <a:xfrm>
            <a:off x="6642017" y="2916730"/>
            <a:ext cx="576302" cy="511871"/>
            <a:chOff x="6644304" y="3073628"/>
            <a:chExt cx="576302" cy="511871"/>
          </a:xfrm>
        </p:grpSpPr>
        <p:sp>
          <p:nvSpPr>
            <p:cNvPr id="3440" name="Google Shape;3440;p66"/>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41" name="Google Shape;3441;p66"/>
            <p:cNvGrpSpPr/>
            <p:nvPr/>
          </p:nvGrpSpPr>
          <p:grpSpPr>
            <a:xfrm>
              <a:off x="6712169" y="3085440"/>
              <a:ext cx="481622" cy="494913"/>
              <a:chOff x="6712169" y="3085440"/>
              <a:chExt cx="481622" cy="494913"/>
            </a:xfrm>
          </p:grpSpPr>
          <p:sp>
            <p:nvSpPr>
              <p:cNvPr id="3442" name="Google Shape;3442;p66"/>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66"/>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66"/>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66"/>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66"/>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47" name="Google Shape;3447;p66"/>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66"/>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66"/>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50" name="Google Shape;3450;p66"/>
          <p:cNvSpPr/>
          <p:nvPr/>
        </p:nvSpPr>
        <p:spPr>
          <a:xfrm>
            <a:off x="6986052" y="2933359"/>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51" name="Google Shape;3451;p66"/>
          <p:cNvGrpSpPr/>
          <p:nvPr/>
        </p:nvGrpSpPr>
        <p:grpSpPr>
          <a:xfrm>
            <a:off x="6649868" y="3559725"/>
            <a:ext cx="560631" cy="511352"/>
            <a:chOff x="6652154" y="3716623"/>
            <a:chExt cx="560631" cy="511352"/>
          </a:xfrm>
        </p:grpSpPr>
        <p:sp>
          <p:nvSpPr>
            <p:cNvPr id="3452" name="Google Shape;3452;p66"/>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53" name="Google Shape;3453;p66"/>
            <p:cNvGrpSpPr/>
            <p:nvPr/>
          </p:nvGrpSpPr>
          <p:grpSpPr>
            <a:xfrm>
              <a:off x="6669657" y="3716715"/>
              <a:ext cx="466779" cy="464290"/>
              <a:chOff x="6669657" y="3716715"/>
              <a:chExt cx="466779" cy="464290"/>
            </a:xfrm>
          </p:grpSpPr>
          <p:sp>
            <p:nvSpPr>
              <p:cNvPr id="3454" name="Google Shape;3454;p66"/>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66"/>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66"/>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66"/>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66"/>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66"/>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66"/>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66"/>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66"/>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66"/>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66"/>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66"/>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66"/>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67" name="Google Shape;3467;p66"/>
          <p:cNvGrpSpPr/>
          <p:nvPr/>
        </p:nvGrpSpPr>
        <p:grpSpPr>
          <a:xfrm>
            <a:off x="7843959" y="3841134"/>
            <a:ext cx="187557" cy="187557"/>
            <a:chOff x="8565775" y="671075"/>
            <a:chExt cx="441000" cy="441000"/>
          </a:xfrm>
        </p:grpSpPr>
        <p:sp>
          <p:nvSpPr>
            <p:cNvPr id="3468" name="Google Shape;3468;p66"/>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66"/>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70" name="Google Shape;3470;p66"/>
          <p:cNvSpPr/>
          <p:nvPr/>
        </p:nvSpPr>
        <p:spPr>
          <a:xfrm>
            <a:off x="8145173" y="3837054"/>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66"/>
          <p:cNvSpPr/>
          <p:nvPr/>
        </p:nvSpPr>
        <p:spPr>
          <a:xfrm flipH="1">
            <a:off x="7353412" y="3803510"/>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72" name="Google Shape;3472;p66"/>
          <p:cNvGrpSpPr/>
          <p:nvPr/>
        </p:nvGrpSpPr>
        <p:grpSpPr>
          <a:xfrm>
            <a:off x="5997814" y="2919352"/>
            <a:ext cx="587871" cy="512373"/>
            <a:chOff x="6000100" y="3076250"/>
            <a:chExt cx="587871" cy="512373"/>
          </a:xfrm>
        </p:grpSpPr>
        <p:sp>
          <p:nvSpPr>
            <p:cNvPr id="3473" name="Google Shape;3473;p66"/>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74" name="Google Shape;3474;p66"/>
            <p:cNvGrpSpPr/>
            <p:nvPr/>
          </p:nvGrpSpPr>
          <p:grpSpPr>
            <a:xfrm>
              <a:off x="6031360" y="3076713"/>
              <a:ext cx="539107" cy="480965"/>
              <a:chOff x="6031360" y="3076713"/>
              <a:chExt cx="539107" cy="480965"/>
            </a:xfrm>
          </p:grpSpPr>
          <p:sp>
            <p:nvSpPr>
              <p:cNvPr id="3475" name="Google Shape;3475;p66"/>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66"/>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66"/>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66"/>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66"/>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66"/>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66"/>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82" name="Google Shape;3482;p66"/>
          <p:cNvGrpSpPr/>
          <p:nvPr/>
        </p:nvGrpSpPr>
        <p:grpSpPr>
          <a:xfrm>
            <a:off x="3369305" y="938716"/>
            <a:ext cx="2310381" cy="1488888"/>
            <a:chOff x="229225" y="549050"/>
            <a:chExt cx="7161750" cy="4615275"/>
          </a:xfrm>
        </p:grpSpPr>
        <p:sp>
          <p:nvSpPr>
            <p:cNvPr id="3483" name="Google Shape;3483;p66"/>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66"/>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66"/>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66"/>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66"/>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66"/>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66"/>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66"/>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66"/>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66"/>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66"/>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66"/>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66"/>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66"/>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66"/>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66"/>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66"/>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66"/>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66"/>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66"/>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66"/>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66"/>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66"/>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66"/>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66"/>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66"/>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66"/>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66"/>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66"/>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66"/>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66"/>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66"/>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66"/>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66"/>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66"/>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66"/>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66"/>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66"/>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66"/>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66"/>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66"/>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66"/>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66"/>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66"/>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66"/>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66"/>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66"/>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66"/>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66"/>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66"/>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66"/>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66"/>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66"/>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66"/>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66"/>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66"/>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66"/>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66"/>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66"/>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66"/>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66"/>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66"/>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66"/>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66"/>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66"/>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66"/>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66"/>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66"/>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66"/>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66"/>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66"/>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66"/>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66"/>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66"/>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66"/>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66"/>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66"/>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66"/>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66"/>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66"/>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66"/>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66"/>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66"/>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66"/>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66"/>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66"/>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66"/>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66"/>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66"/>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66"/>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66"/>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66"/>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66"/>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66"/>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66"/>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66"/>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66"/>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66"/>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66"/>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66"/>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66"/>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66"/>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66"/>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66"/>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66"/>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66"/>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66"/>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66"/>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66"/>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66"/>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66"/>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66"/>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66"/>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66"/>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66"/>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66"/>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66"/>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0" name="Google Shape;3600;p66"/>
          <p:cNvGrpSpPr/>
          <p:nvPr/>
        </p:nvGrpSpPr>
        <p:grpSpPr>
          <a:xfrm>
            <a:off x="3514723" y="2830563"/>
            <a:ext cx="2310282" cy="1374222"/>
            <a:chOff x="238125" y="732525"/>
            <a:chExt cx="7130500" cy="4241425"/>
          </a:xfrm>
        </p:grpSpPr>
        <p:sp>
          <p:nvSpPr>
            <p:cNvPr id="3601" name="Google Shape;3601;p66"/>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66"/>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66"/>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66"/>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66"/>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66"/>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66"/>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66"/>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66"/>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66"/>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66"/>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66"/>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66"/>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66"/>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66"/>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66"/>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66"/>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66"/>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66"/>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66"/>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66"/>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66"/>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66"/>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66"/>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66"/>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66"/>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66"/>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66"/>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66"/>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66"/>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66"/>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66"/>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66"/>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66"/>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66"/>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66"/>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66"/>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66"/>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66"/>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66"/>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66"/>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66"/>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66"/>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66"/>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66"/>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66"/>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66"/>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66"/>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66"/>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66"/>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66"/>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66"/>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66"/>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66"/>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66"/>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66"/>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66"/>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66"/>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66"/>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66"/>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66"/>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66"/>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66"/>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66"/>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66"/>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66"/>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66"/>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66"/>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66"/>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66"/>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66"/>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66"/>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66"/>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66"/>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66"/>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66"/>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66"/>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66"/>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66"/>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66"/>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66"/>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66"/>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66"/>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66"/>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66"/>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66"/>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66"/>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66"/>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66"/>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66"/>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66"/>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66"/>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66"/>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66"/>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66"/>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66"/>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66"/>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66"/>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66"/>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66"/>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66"/>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66"/>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66"/>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66"/>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66"/>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66"/>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66"/>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66"/>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66"/>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66"/>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66"/>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66"/>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66"/>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66"/>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3718" name="Shape 3718"/>
        <p:cNvGrpSpPr/>
        <p:nvPr/>
      </p:nvGrpSpPr>
      <p:grpSpPr>
        <a:xfrm>
          <a:off x="0" y="0"/>
          <a:ext cx="0" cy="0"/>
          <a:chOff x="0" y="0"/>
          <a:chExt cx="0" cy="0"/>
        </a:xfrm>
      </p:grpSpPr>
      <p:grpSp>
        <p:nvGrpSpPr>
          <p:cNvPr id="3719" name="Google Shape;3719;p67"/>
          <p:cNvGrpSpPr/>
          <p:nvPr/>
        </p:nvGrpSpPr>
        <p:grpSpPr>
          <a:xfrm>
            <a:off x="725414" y="969763"/>
            <a:ext cx="2507799" cy="206239"/>
            <a:chOff x="106648" y="895722"/>
            <a:chExt cx="4481413" cy="374300"/>
          </a:xfrm>
        </p:grpSpPr>
        <p:grpSp>
          <p:nvGrpSpPr>
            <p:cNvPr id="3720" name="Google Shape;3720;p67"/>
            <p:cNvGrpSpPr/>
            <p:nvPr/>
          </p:nvGrpSpPr>
          <p:grpSpPr>
            <a:xfrm>
              <a:off x="2233276" y="895722"/>
              <a:ext cx="1082667" cy="223591"/>
              <a:chOff x="4808316" y="2800065"/>
              <a:chExt cx="1999386" cy="412910"/>
            </a:xfrm>
          </p:grpSpPr>
          <p:sp>
            <p:nvSpPr>
              <p:cNvPr id="3721" name="Google Shape;3721;p67"/>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22" name="Google Shape;3722;p67"/>
              <p:cNvGrpSpPr/>
              <p:nvPr/>
            </p:nvGrpSpPr>
            <p:grpSpPr>
              <a:xfrm>
                <a:off x="4808316" y="2800065"/>
                <a:ext cx="92400" cy="411825"/>
                <a:chOff x="845575" y="2563700"/>
                <a:chExt cx="92400" cy="411825"/>
              </a:xfrm>
            </p:grpSpPr>
            <p:cxnSp>
              <p:nvCxnSpPr>
                <p:cNvPr id="3723" name="Google Shape;3723;p67"/>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724" name="Google Shape;3724;p67"/>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25" name="Google Shape;3725;p67"/>
            <p:cNvGrpSpPr/>
            <p:nvPr/>
          </p:nvGrpSpPr>
          <p:grpSpPr>
            <a:xfrm>
              <a:off x="106648" y="895722"/>
              <a:ext cx="1088401" cy="223591"/>
              <a:chOff x="881025" y="2800065"/>
              <a:chExt cx="2009975" cy="412910"/>
            </a:xfrm>
          </p:grpSpPr>
          <p:sp>
            <p:nvSpPr>
              <p:cNvPr id="3726" name="Google Shape;3726;p67"/>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27" name="Google Shape;3727;p67"/>
              <p:cNvGrpSpPr/>
              <p:nvPr/>
            </p:nvGrpSpPr>
            <p:grpSpPr>
              <a:xfrm>
                <a:off x="881025" y="2800065"/>
                <a:ext cx="92400" cy="411825"/>
                <a:chOff x="845575" y="2563700"/>
                <a:chExt cx="92400" cy="411825"/>
              </a:xfrm>
            </p:grpSpPr>
            <p:cxnSp>
              <p:nvCxnSpPr>
                <p:cNvPr id="3728" name="Google Shape;3728;p67"/>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729" name="Google Shape;3729;p67"/>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30" name="Google Shape;3730;p67"/>
            <p:cNvGrpSpPr/>
            <p:nvPr/>
          </p:nvGrpSpPr>
          <p:grpSpPr>
            <a:xfrm>
              <a:off x="1172346" y="1047018"/>
              <a:ext cx="1083151" cy="223003"/>
              <a:chOff x="2849073" y="3079467"/>
              <a:chExt cx="2000279" cy="411825"/>
            </a:xfrm>
          </p:grpSpPr>
          <p:sp>
            <p:nvSpPr>
              <p:cNvPr id="3731" name="Google Shape;3731;p67"/>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32" name="Google Shape;3732;p67"/>
              <p:cNvGrpSpPr/>
              <p:nvPr/>
            </p:nvGrpSpPr>
            <p:grpSpPr>
              <a:xfrm rot="10800000">
                <a:off x="2849073" y="3079467"/>
                <a:ext cx="92400" cy="411825"/>
                <a:chOff x="2070100" y="2563700"/>
                <a:chExt cx="92400" cy="411825"/>
              </a:xfrm>
            </p:grpSpPr>
            <p:cxnSp>
              <p:nvCxnSpPr>
                <p:cNvPr id="3733" name="Google Shape;3733;p67"/>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734" name="Google Shape;3734;p67"/>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35" name="Google Shape;3735;p67"/>
            <p:cNvGrpSpPr/>
            <p:nvPr/>
          </p:nvGrpSpPr>
          <p:grpSpPr>
            <a:xfrm>
              <a:off x="3290132" y="1047018"/>
              <a:ext cx="1297929" cy="223003"/>
              <a:chOff x="6760035" y="3079467"/>
              <a:chExt cx="2396914" cy="411825"/>
            </a:xfrm>
          </p:grpSpPr>
          <p:sp>
            <p:nvSpPr>
              <p:cNvPr id="3736" name="Google Shape;3736;p67"/>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37" name="Google Shape;3737;p67"/>
              <p:cNvGrpSpPr/>
              <p:nvPr/>
            </p:nvGrpSpPr>
            <p:grpSpPr>
              <a:xfrm rot="10800000">
                <a:off x="6760035" y="3079467"/>
                <a:ext cx="92400" cy="411825"/>
                <a:chOff x="2070100" y="2563700"/>
                <a:chExt cx="92400" cy="411825"/>
              </a:xfrm>
            </p:grpSpPr>
            <p:cxnSp>
              <p:nvCxnSpPr>
                <p:cNvPr id="3738" name="Google Shape;3738;p67"/>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739" name="Google Shape;3739;p67"/>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740" name="Google Shape;3740;p67"/>
          <p:cNvGrpSpPr/>
          <p:nvPr/>
        </p:nvGrpSpPr>
        <p:grpSpPr>
          <a:xfrm>
            <a:off x="2143176" y="3369134"/>
            <a:ext cx="1086701" cy="799429"/>
            <a:chOff x="2183288" y="3555572"/>
            <a:chExt cx="1136241" cy="835873"/>
          </a:xfrm>
        </p:grpSpPr>
        <p:sp>
          <p:nvSpPr>
            <p:cNvPr id="3741" name="Google Shape;3741;p67"/>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42" name="Google Shape;3742;p67"/>
            <p:cNvGrpSpPr/>
            <p:nvPr/>
          </p:nvGrpSpPr>
          <p:grpSpPr>
            <a:xfrm>
              <a:off x="2205895" y="3637269"/>
              <a:ext cx="1089848" cy="724993"/>
              <a:chOff x="2205895" y="3637269"/>
              <a:chExt cx="1089848" cy="724993"/>
            </a:xfrm>
          </p:grpSpPr>
          <p:sp>
            <p:nvSpPr>
              <p:cNvPr id="3743" name="Google Shape;3743;p67"/>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67"/>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67"/>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67"/>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67"/>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67"/>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49" name="Google Shape;3749;p67"/>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50" name="Google Shape;3750;p67"/>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3751" name="Google Shape;3751;p67"/>
            <p:cNvGrpSpPr/>
            <p:nvPr/>
          </p:nvGrpSpPr>
          <p:grpSpPr>
            <a:xfrm>
              <a:off x="3173850" y="3779426"/>
              <a:ext cx="145679" cy="70048"/>
              <a:chOff x="3173850" y="3779426"/>
              <a:chExt cx="145679" cy="70048"/>
            </a:xfrm>
          </p:grpSpPr>
          <p:cxnSp>
            <p:nvCxnSpPr>
              <p:cNvPr id="3752" name="Google Shape;3752;p67"/>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3753" name="Google Shape;3753;p67"/>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4" name="Google Shape;3754;p67"/>
            <p:cNvGrpSpPr/>
            <p:nvPr/>
          </p:nvGrpSpPr>
          <p:grpSpPr>
            <a:xfrm>
              <a:off x="2183288" y="4139483"/>
              <a:ext cx="145133" cy="70048"/>
              <a:chOff x="2183288" y="4139483"/>
              <a:chExt cx="145133" cy="70048"/>
            </a:xfrm>
          </p:grpSpPr>
          <p:cxnSp>
            <p:nvCxnSpPr>
              <p:cNvPr id="3755" name="Google Shape;3755;p67"/>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3756" name="Google Shape;3756;p67"/>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57" name="Google Shape;3757;p67"/>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58" name="Google Shape;3758;p67"/>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3759" name="Google Shape;3759;p67"/>
            <p:cNvGrpSpPr/>
            <p:nvPr/>
          </p:nvGrpSpPr>
          <p:grpSpPr>
            <a:xfrm>
              <a:off x="2943836" y="4268886"/>
              <a:ext cx="60717" cy="122559"/>
              <a:chOff x="2943836" y="4268886"/>
              <a:chExt cx="60717" cy="122559"/>
            </a:xfrm>
          </p:grpSpPr>
          <p:sp>
            <p:nvSpPr>
              <p:cNvPr id="3760" name="Google Shape;3760;p67"/>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61" name="Google Shape;3761;p67"/>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3762" name="Google Shape;3762;p67"/>
          <p:cNvGrpSpPr/>
          <p:nvPr/>
        </p:nvGrpSpPr>
        <p:grpSpPr>
          <a:xfrm>
            <a:off x="3406121" y="1290134"/>
            <a:ext cx="1675870" cy="758251"/>
            <a:chOff x="3530532" y="1496185"/>
            <a:chExt cx="1562000" cy="706730"/>
          </a:xfrm>
        </p:grpSpPr>
        <p:cxnSp>
          <p:nvCxnSpPr>
            <p:cNvPr id="3763" name="Google Shape;3763;p67"/>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3764" name="Google Shape;3764;p67"/>
            <p:cNvGrpSpPr/>
            <p:nvPr/>
          </p:nvGrpSpPr>
          <p:grpSpPr>
            <a:xfrm>
              <a:off x="3530532" y="1496185"/>
              <a:ext cx="323430" cy="463587"/>
              <a:chOff x="3530532" y="1496185"/>
              <a:chExt cx="323430" cy="463587"/>
            </a:xfrm>
          </p:grpSpPr>
          <p:grpSp>
            <p:nvGrpSpPr>
              <p:cNvPr id="3765" name="Google Shape;3765;p67"/>
              <p:cNvGrpSpPr/>
              <p:nvPr/>
            </p:nvGrpSpPr>
            <p:grpSpPr>
              <a:xfrm>
                <a:off x="3567462" y="1496185"/>
                <a:ext cx="286500" cy="361376"/>
                <a:chOff x="3567462" y="1496185"/>
                <a:chExt cx="286500" cy="361376"/>
              </a:xfrm>
            </p:grpSpPr>
            <p:cxnSp>
              <p:nvCxnSpPr>
                <p:cNvPr id="3766" name="Google Shape;3766;p67"/>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3767" name="Google Shape;3767;p67"/>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68" name="Google Shape;3768;p67"/>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9" name="Google Shape;3769;p67"/>
            <p:cNvGrpSpPr/>
            <p:nvPr/>
          </p:nvGrpSpPr>
          <p:grpSpPr>
            <a:xfrm>
              <a:off x="3891569" y="1779209"/>
              <a:ext cx="323945" cy="423706"/>
              <a:chOff x="3891569" y="1779209"/>
              <a:chExt cx="323945" cy="423706"/>
            </a:xfrm>
          </p:grpSpPr>
          <p:grpSp>
            <p:nvGrpSpPr>
              <p:cNvPr id="3770" name="Google Shape;3770;p67"/>
              <p:cNvGrpSpPr/>
              <p:nvPr/>
            </p:nvGrpSpPr>
            <p:grpSpPr>
              <a:xfrm>
                <a:off x="3929014" y="1881638"/>
                <a:ext cx="286500" cy="321278"/>
                <a:chOff x="3929014" y="1881638"/>
                <a:chExt cx="286500" cy="321278"/>
              </a:xfrm>
            </p:grpSpPr>
            <p:cxnSp>
              <p:nvCxnSpPr>
                <p:cNvPr id="3771" name="Google Shape;3771;p67"/>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3772" name="Google Shape;3772;p67"/>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73" name="Google Shape;3773;p67"/>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74" name="Google Shape;3774;p67"/>
            <p:cNvGrpSpPr/>
            <p:nvPr/>
          </p:nvGrpSpPr>
          <p:grpSpPr>
            <a:xfrm>
              <a:off x="4252606" y="1496185"/>
              <a:ext cx="324721" cy="463587"/>
              <a:chOff x="4252606" y="1496185"/>
              <a:chExt cx="324721" cy="463587"/>
            </a:xfrm>
          </p:grpSpPr>
          <p:grpSp>
            <p:nvGrpSpPr>
              <p:cNvPr id="3775" name="Google Shape;3775;p67"/>
              <p:cNvGrpSpPr/>
              <p:nvPr/>
            </p:nvGrpSpPr>
            <p:grpSpPr>
              <a:xfrm>
                <a:off x="4290828" y="1496185"/>
                <a:ext cx="286500" cy="361376"/>
                <a:chOff x="4290828" y="1496185"/>
                <a:chExt cx="286500" cy="361376"/>
              </a:xfrm>
            </p:grpSpPr>
            <p:cxnSp>
              <p:nvCxnSpPr>
                <p:cNvPr id="3776" name="Google Shape;3776;p67"/>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3777" name="Google Shape;3777;p67"/>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78" name="Google Shape;3778;p67"/>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79" name="Google Shape;3779;p67"/>
            <p:cNvGrpSpPr/>
            <p:nvPr/>
          </p:nvGrpSpPr>
          <p:grpSpPr>
            <a:xfrm>
              <a:off x="4613643" y="1763716"/>
              <a:ext cx="325308" cy="439200"/>
              <a:chOff x="4613643" y="1763716"/>
              <a:chExt cx="325308" cy="439200"/>
            </a:xfrm>
          </p:grpSpPr>
          <p:grpSp>
            <p:nvGrpSpPr>
              <p:cNvPr id="3780" name="Google Shape;3780;p67"/>
              <p:cNvGrpSpPr/>
              <p:nvPr/>
            </p:nvGrpSpPr>
            <p:grpSpPr>
              <a:xfrm>
                <a:off x="4652451" y="1879538"/>
                <a:ext cx="286500" cy="323378"/>
                <a:chOff x="4652451" y="1879538"/>
                <a:chExt cx="286500" cy="323378"/>
              </a:xfrm>
            </p:grpSpPr>
            <p:cxnSp>
              <p:nvCxnSpPr>
                <p:cNvPr id="3781" name="Google Shape;3781;p67"/>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3782" name="Google Shape;3782;p67"/>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83" name="Google Shape;3783;p67"/>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84" name="Google Shape;3784;p67"/>
          <p:cNvGrpSpPr/>
          <p:nvPr/>
        </p:nvGrpSpPr>
        <p:grpSpPr>
          <a:xfrm>
            <a:off x="3417981" y="2143759"/>
            <a:ext cx="1652173" cy="391517"/>
            <a:chOff x="3512551" y="2358270"/>
            <a:chExt cx="1597383" cy="378533"/>
          </a:xfrm>
        </p:grpSpPr>
        <p:cxnSp>
          <p:nvCxnSpPr>
            <p:cNvPr id="3785" name="Google Shape;3785;p67"/>
            <p:cNvCxnSpPr>
              <a:stCxn id="3786" idx="6"/>
              <a:endCxn id="3787"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3788" name="Google Shape;3788;p67"/>
            <p:cNvGrpSpPr/>
            <p:nvPr/>
          </p:nvGrpSpPr>
          <p:grpSpPr>
            <a:xfrm>
              <a:off x="3512551" y="2358270"/>
              <a:ext cx="225647" cy="307714"/>
              <a:chOff x="2182679" y="2004714"/>
              <a:chExt cx="792300" cy="1080458"/>
            </a:xfrm>
          </p:grpSpPr>
          <p:cxnSp>
            <p:nvCxnSpPr>
              <p:cNvPr id="3789" name="Google Shape;3789;p67"/>
              <p:cNvCxnSpPr>
                <a:stCxn id="3790"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3786" name="Google Shape;3786;p67"/>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67"/>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1" name="Google Shape;3791;p67"/>
            <p:cNvGrpSpPr/>
            <p:nvPr/>
          </p:nvGrpSpPr>
          <p:grpSpPr>
            <a:xfrm>
              <a:off x="3969644" y="2440153"/>
              <a:ext cx="225853" cy="296651"/>
              <a:chOff x="3775710" y="1729289"/>
              <a:chExt cx="136500" cy="179289"/>
            </a:xfrm>
          </p:grpSpPr>
          <p:cxnSp>
            <p:nvCxnSpPr>
              <p:cNvPr id="3792" name="Google Shape;3792;p67"/>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3793" name="Google Shape;3793;p67"/>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67"/>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5" name="Google Shape;3795;p67"/>
            <p:cNvGrpSpPr/>
            <p:nvPr/>
          </p:nvGrpSpPr>
          <p:grpSpPr>
            <a:xfrm>
              <a:off x="4427051" y="2358270"/>
              <a:ext cx="225647" cy="307714"/>
              <a:chOff x="5393704" y="2004714"/>
              <a:chExt cx="792300" cy="1080458"/>
            </a:xfrm>
          </p:grpSpPr>
          <p:cxnSp>
            <p:nvCxnSpPr>
              <p:cNvPr id="3796" name="Google Shape;3796;p67"/>
              <p:cNvCxnSpPr>
                <a:stCxn id="3797"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3798" name="Google Shape;3798;p67"/>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67"/>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9" name="Google Shape;3799;p67"/>
            <p:cNvGrpSpPr/>
            <p:nvPr/>
          </p:nvGrpSpPr>
          <p:grpSpPr>
            <a:xfrm>
              <a:off x="4884287" y="2440252"/>
              <a:ext cx="225647" cy="296532"/>
              <a:chOff x="6999166" y="2292572"/>
              <a:chExt cx="792300" cy="1041192"/>
            </a:xfrm>
          </p:grpSpPr>
          <p:cxnSp>
            <p:nvCxnSpPr>
              <p:cNvPr id="3800" name="Google Shape;3800;p67"/>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3787" name="Google Shape;3787;p67"/>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67"/>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02" name="Google Shape;3802;p67"/>
          <p:cNvGrpSpPr/>
          <p:nvPr/>
        </p:nvGrpSpPr>
        <p:grpSpPr>
          <a:xfrm>
            <a:off x="6838789" y="979959"/>
            <a:ext cx="1581844" cy="732818"/>
            <a:chOff x="634175" y="2986275"/>
            <a:chExt cx="3147949" cy="1458344"/>
          </a:xfrm>
        </p:grpSpPr>
        <p:cxnSp>
          <p:nvCxnSpPr>
            <p:cNvPr id="3803" name="Google Shape;3803;p67"/>
            <p:cNvCxnSpPr>
              <a:stCxn id="3804" idx="4"/>
              <a:endCxn id="3805"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3806" name="Google Shape;3806;p67"/>
            <p:cNvCxnSpPr>
              <a:stCxn id="3805" idx="0"/>
              <a:endCxn id="3807"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3808" name="Google Shape;3808;p67"/>
            <p:cNvCxnSpPr>
              <a:stCxn id="3807" idx="4"/>
              <a:endCxn id="3809"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3810" name="Google Shape;3810;p67"/>
            <p:cNvCxnSpPr>
              <a:stCxn id="3809" idx="0"/>
              <a:endCxn id="3811"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3811" name="Google Shape;3811;p67"/>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807" name="Google Shape;3807;p67"/>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804" name="Google Shape;3804;p67"/>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809" name="Google Shape;3809;p67"/>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805" name="Google Shape;3805;p67"/>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3812" name="Google Shape;3812;p67"/>
          <p:cNvGrpSpPr/>
          <p:nvPr/>
        </p:nvGrpSpPr>
        <p:grpSpPr>
          <a:xfrm>
            <a:off x="3406504" y="2674269"/>
            <a:ext cx="1675128" cy="313674"/>
            <a:chOff x="998425" y="1182125"/>
            <a:chExt cx="1065400" cy="199500"/>
          </a:xfrm>
        </p:grpSpPr>
        <p:sp>
          <p:nvSpPr>
            <p:cNvPr id="3813" name="Google Shape;3813;p67"/>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67"/>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67"/>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67"/>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67"/>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8" name="Google Shape;3818;p67"/>
          <p:cNvGrpSpPr/>
          <p:nvPr/>
        </p:nvGrpSpPr>
        <p:grpSpPr>
          <a:xfrm>
            <a:off x="3406503" y="3630235"/>
            <a:ext cx="1675129" cy="525345"/>
            <a:chOff x="5194708" y="3484366"/>
            <a:chExt cx="3148148" cy="987304"/>
          </a:xfrm>
        </p:grpSpPr>
        <p:grpSp>
          <p:nvGrpSpPr>
            <p:cNvPr id="3819" name="Google Shape;3819;p67"/>
            <p:cNvGrpSpPr/>
            <p:nvPr/>
          </p:nvGrpSpPr>
          <p:grpSpPr>
            <a:xfrm>
              <a:off x="7531521" y="3484366"/>
              <a:ext cx="811335" cy="987304"/>
              <a:chOff x="3379425" y="1617275"/>
              <a:chExt cx="1090650" cy="1327200"/>
            </a:xfrm>
          </p:grpSpPr>
          <p:sp>
            <p:nvSpPr>
              <p:cNvPr id="3820" name="Google Shape;3820;p67"/>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67"/>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67"/>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3" name="Google Shape;3823;p67"/>
            <p:cNvGrpSpPr/>
            <p:nvPr/>
          </p:nvGrpSpPr>
          <p:grpSpPr>
            <a:xfrm>
              <a:off x="6752546" y="3484366"/>
              <a:ext cx="811428" cy="987304"/>
              <a:chOff x="2332275" y="1617275"/>
              <a:chExt cx="1090775" cy="1327200"/>
            </a:xfrm>
          </p:grpSpPr>
          <p:sp>
            <p:nvSpPr>
              <p:cNvPr id="3824" name="Google Shape;3824;p67"/>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67"/>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67"/>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7" name="Google Shape;3827;p67"/>
            <p:cNvGrpSpPr/>
            <p:nvPr/>
          </p:nvGrpSpPr>
          <p:grpSpPr>
            <a:xfrm>
              <a:off x="5973664" y="3484366"/>
              <a:ext cx="811335" cy="987304"/>
              <a:chOff x="1285250" y="1617275"/>
              <a:chExt cx="1090650" cy="1327200"/>
            </a:xfrm>
          </p:grpSpPr>
          <p:sp>
            <p:nvSpPr>
              <p:cNvPr id="3828" name="Google Shape;3828;p67"/>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67"/>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67"/>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1" name="Google Shape;3831;p67"/>
            <p:cNvGrpSpPr/>
            <p:nvPr/>
          </p:nvGrpSpPr>
          <p:grpSpPr>
            <a:xfrm>
              <a:off x="5194708" y="3484366"/>
              <a:ext cx="811409" cy="987304"/>
              <a:chOff x="238125" y="1617275"/>
              <a:chExt cx="1090750" cy="1327200"/>
            </a:xfrm>
          </p:grpSpPr>
          <p:sp>
            <p:nvSpPr>
              <p:cNvPr id="3832" name="Google Shape;3832;p67"/>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67"/>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67"/>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35" name="Google Shape;3835;p67"/>
          <p:cNvGrpSpPr/>
          <p:nvPr/>
        </p:nvGrpSpPr>
        <p:grpSpPr>
          <a:xfrm>
            <a:off x="6840188" y="2276124"/>
            <a:ext cx="1579046" cy="522230"/>
            <a:chOff x="6853641" y="2534077"/>
            <a:chExt cx="1515545" cy="501229"/>
          </a:xfrm>
        </p:grpSpPr>
        <p:grpSp>
          <p:nvGrpSpPr>
            <p:cNvPr id="3836" name="Google Shape;3836;p67"/>
            <p:cNvGrpSpPr/>
            <p:nvPr/>
          </p:nvGrpSpPr>
          <p:grpSpPr>
            <a:xfrm>
              <a:off x="6853641" y="2618923"/>
              <a:ext cx="1515545" cy="324556"/>
              <a:chOff x="6853641" y="2618923"/>
              <a:chExt cx="1515545" cy="324556"/>
            </a:xfrm>
          </p:grpSpPr>
          <p:sp>
            <p:nvSpPr>
              <p:cNvPr id="3837" name="Google Shape;3837;p67"/>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67"/>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67"/>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67"/>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67"/>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42" name="Google Shape;3842;p67"/>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67"/>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67"/>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67"/>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67"/>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7" name="Google Shape;3847;p67"/>
          <p:cNvGrpSpPr/>
          <p:nvPr/>
        </p:nvGrpSpPr>
        <p:grpSpPr>
          <a:xfrm>
            <a:off x="3435080" y="3151165"/>
            <a:ext cx="1617976" cy="346616"/>
            <a:chOff x="1808063" y="4294338"/>
            <a:chExt cx="3370782" cy="721817"/>
          </a:xfrm>
        </p:grpSpPr>
        <p:sp>
          <p:nvSpPr>
            <p:cNvPr id="3848" name="Google Shape;3848;p67"/>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67"/>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67"/>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67"/>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67"/>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67"/>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67"/>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67"/>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67"/>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67"/>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8" name="Google Shape;3858;p67"/>
          <p:cNvGrpSpPr/>
          <p:nvPr/>
        </p:nvGrpSpPr>
        <p:grpSpPr>
          <a:xfrm>
            <a:off x="5261076" y="3817915"/>
            <a:ext cx="1417067" cy="350605"/>
            <a:chOff x="4234950" y="2101012"/>
            <a:chExt cx="4219974" cy="1044090"/>
          </a:xfrm>
        </p:grpSpPr>
        <p:sp>
          <p:nvSpPr>
            <p:cNvPr id="3859" name="Google Shape;3859;p67"/>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67"/>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67"/>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67"/>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67"/>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67"/>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67"/>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67"/>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67"/>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67"/>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67"/>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67"/>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67"/>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67"/>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67"/>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67"/>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5" name="Google Shape;3875;p67"/>
          <p:cNvGrpSpPr/>
          <p:nvPr/>
        </p:nvGrpSpPr>
        <p:grpSpPr>
          <a:xfrm>
            <a:off x="6836548" y="1808672"/>
            <a:ext cx="1586327" cy="371557"/>
            <a:chOff x="1247650" y="2075423"/>
            <a:chExt cx="6648477" cy="1557238"/>
          </a:xfrm>
        </p:grpSpPr>
        <p:sp>
          <p:nvSpPr>
            <p:cNvPr id="3876" name="Google Shape;3876;p67"/>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67"/>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67"/>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67"/>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67"/>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67"/>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2" name="Google Shape;3882;p67"/>
          <p:cNvGrpSpPr/>
          <p:nvPr/>
        </p:nvGrpSpPr>
        <p:grpSpPr>
          <a:xfrm>
            <a:off x="5267818" y="961862"/>
            <a:ext cx="1415601" cy="1648533"/>
            <a:chOff x="1839112" y="2209163"/>
            <a:chExt cx="1918159" cy="2233784"/>
          </a:xfrm>
        </p:grpSpPr>
        <p:sp>
          <p:nvSpPr>
            <p:cNvPr id="3883" name="Google Shape;3883;p67"/>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67"/>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67"/>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886" name="Google Shape;3886;p67"/>
            <p:cNvCxnSpPr>
              <a:stCxn id="3883" idx="6"/>
              <a:endCxn id="3884"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3887" name="Google Shape;3887;p67"/>
            <p:cNvCxnSpPr>
              <a:stCxn id="3884" idx="4"/>
              <a:endCxn id="3888"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3889" name="Google Shape;3889;p67"/>
            <p:cNvCxnSpPr>
              <a:stCxn id="3888" idx="6"/>
              <a:endCxn id="3885"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3890" name="Google Shape;3890;p67"/>
            <p:cNvCxnSpPr>
              <a:stCxn id="3885" idx="4"/>
              <a:endCxn id="3891"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3888" name="Google Shape;3888;p67"/>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67"/>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67"/>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893" name="Google Shape;3893;p67"/>
            <p:cNvCxnSpPr>
              <a:endCxn id="3892"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3894" name="Google Shape;3894;p67"/>
          <p:cNvGrpSpPr/>
          <p:nvPr/>
        </p:nvGrpSpPr>
        <p:grpSpPr>
          <a:xfrm>
            <a:off x="3425084" y="979946"/>
            <a:ext cx="1637968" cy="154942"/>
            <a:chOff x="238125" y="2506075"/>
            <a:chExt cx="7115411" cy="673075"/>
          </a:xfrm>
        </p:grpSpPr>
        <p:sp>
          <p:nvSpPr>
            <p:cNvPr id="3895" name="Google Shape;3895;p67"/>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67"/>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67"/>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67"/>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67"/>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0" name="Google Shape;3900;p67"/>
          <p:cNvGrpSpPr/>
          <p:nvPr/>
        </p:nvGrpSpPr>
        <p:grpSpPr>
          <a:xfrm>
            <a:off x="1965820" y="1294664"/>
            <a:ext cx="1262932" cy="785408"/>
            <a:chOff x="548861" y="389676"/>
            <a:chExt cx="3843371" cy="2390163"/>
          </a:xfrm>
        </p:grpSpPr>
        <p:cxnSp>
          <p:nvCxnSpPr>
            <p:cNvPr id="3901" name="Google Shape;3901;p67"/>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3902" name="Google Shape;3902;p67"/>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3903" name="Google Shape;3903;p67"/>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3904" name="Google Shape;3904;p67"/>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3905" name="Google Shape;3905;p67"/>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3906" name="Google Shape;3906;p67"/>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907" name="Google Shape;3907;p67"/>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3908" name="Google Shape;3908;p67"/>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67"/>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67"/>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67"/>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67"/>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67"/>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4" name="Google Shape;3914;p67"/>
          <p:cNvGrpSpPr/>
          <p:nvPr/>
        </p:nvGrpSpPr>
        <p:grpSpPr>
          <a:xfrm>
            <a:off x="753952" y="2401541"/>
            <a:ext cx="1412054" cy="633562"/>
            <a:chOff x="1187400" y="2529299"/>
            <a:chExt cx="6769193" cy="2241903"/>
          </a:xfrm>
        </p:grpSpPr>
        <p:sp>
          <p:nvSpPr>
            <p:cNvPr id="3915" name="Google Shape;3915;p67"/>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3916" name="Google Shape;3916;p67"/>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917" name="Google Shape;3917;p67"/>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918" name="Google Shape;3918;p67"/>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919" name="Google Shape;3919;p67"/>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920" name="Google Shape;3920;p67"/>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921" name="Google Shape;3921;p67"/>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3922" name="Google Shape;3922;p67"/>
            <p:cNvCxnSpPr>
              <a:stCxn id="3915" idx="2"/>
              <a:endCxn id="3916"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923" name="Google Shape;3923;p67"/>
            <p:cNvCxnSpPr>
              <a:stCxn id="3917" idx="0"/>
              <a:endCxn id="3915"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924" name="Google Shape;3924;p67"/>
            <p:cNvCxnSpPr>
              <a:stCxn id="3917" idx="2"/>
              <a:endCxn id="3919"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925" name="Google Shape;3925;p67"/>
            <p:cNvCxnSpPr>
              <a:stCxn id="3918" idx="0"/>
              <a:endCxn id="3917"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926" name="Google Shape;3926;p67"/>
            <p:cNvCxnSpPr>
              <a:stCxn id="3916" idx="2"/>
              <a:endCxn id="3921"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927" name="Google Shape;3927;p67"/>
            <p:cNvCxnSpPr>
              <a:stCxn id="3920" idx="0"/>
              <a:endCxn id="3916"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3928" name="Google Shape;3928;p67"/>
          <p:cNvGrpSpPr/>
          <p:nvPr/>
        </p:nvGrpSpPr>
        <p:grpSpPr>
          <a:xfrm>
            <a:off x="6840198" y="2894250"/>
            <a:ext cx="1579035" cy="540873"/>
            <a:chOff x="6895650" y="3126697"/>
            <a:chExt cx="1436662" cy="492105"/>
          </a:xfrm>
        </p:grpSpPr>
        <p:sp>
          <p:nvSpPr>
            <p:cNvPr id="3929" name="Google Shape;3929;p67"/>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67"/>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67"/>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67"/>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67"/>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34" name="Google Shape;3934;p67"/>
            <p:cNvGrpSpPr/>
            <p:nvPr/>
          </p:nvGrpSpPr>
          <p:grpSpPr>
            <a:xfrm>
              <a:off x="6995957" y="3335810"/>
              <a:ext cx="1230393" cy="71754"/>
              <a:chOff x="6995957" y="3287964"/>
              <a:chExt cx="1230393" cy="71754"/>
            </a:xfrm>
          </p:grpSpPr>
          <p:sp>
            <p:nvSpPr>
              <p:cNvPr id="3935" name="Google Shape;3935;p67"/>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67"/>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67"/>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67"/>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67"/>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40" name="Google Shape;3940;p67"/>
          <p:cNvGrpSpPr/>
          <p:nvPr/>
        </p:nvGrpSpPr>
        <p:grpSpPr>
          <a:xfrm>
            <a:off x="6838780" y="3531013"/>
            <a:ext cx="1581862" cy="650625"/>
            <a:chOff x="6777990" y="3710194"/>
            <a:chExt cx="1646915" cy="677382"/>
          </a:xfrm>
        </p:grpSpPr>
        <p:grpSp>
          <p:nvGrpSpPr>
            <p:cNvPr id="3941" name="Google Shape;3941;p67"/>
            <p:cNvGrpSpPr/>
            <p:nvPr/>
          </p:nvGrpSpPr>
          <p:grpSpPr>
            <a:xfrm>
              <a:off x="6777990" y="3874492"/>
              <a:ext cx="411129" cy="513083"/>
              <a:chOff x="6777990" y="3874492"/>
              <a:chExt cx="411129" cy="513083"/>
            </a:xfrm>
          </p:grpSpPr>
          <p:cxnSp>
            <p:nvCxnSpPr>
              <p:cNvPr id="3942" name="Google Shape;3942;p67"/>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3943" name="Google Shape;3943;p67"/>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4" name="Google Shape;3944;p67"/>
            <p:cNvGrpSpPr/>
            <p:nvPr/>
          </p:nvGrpSpPr>
          <p:grpSpPr>
            <a:xfrm>
              <a:off x="7188425" y="3710194"/>
              <a:ext cx="411123" cy="520535"/>
              <a:chOff x="7188425" y="3710194"/>
              <a:chExt cx="411123" cy="520535"/>
            </a:xfrm>
          </p:grpSpPr>
          <p:cxnSp>
            <p:nvCxnSpPr>
              <p:cNvPr id="3945" name="Google Shape;3945;p67"/>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3946" name="Google Shape;3946;p67"/>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7" name="Google Shape;3947;p67"/>
            <p:cNvGrpSpPr/>
            <p:nvPr/>
          </p:nvGrpSpPr>
          <p:grpSpPr>
            <a:xfrm>
              <a:off x="7603341" y="3874492"/>
              <a:ext cx="411474" cy="513083"/>
              <a:chOff x="7603341" y="3874492"/>
              <a:chExt cx="411474" cy="513083"/>
            </a:xfrm>
          </p:grpSpPr>
          <p:cxnSp>
            <p:nvCxnSpPr>
              <p:cNvPr id="3948" name="Google Shape;3948;p67"/>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3949" name="Google Shape;3949;p67"/>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0" name="Google Shape;3950;p67"/>
            <p:cNvGrpSpPr/>
            <p:nvPr/>
          </p:nvGrpSpPr>
          <p:grpSpPr>
            <a:xfrm>
              <a:off x="8013776" y="3722847"/>
              <a:ext cx="411129" cy="507881"/>
              <a:chOff x="8013776" y="3722847"/>
              <a:chExt cx="411129" cy="507881"/>
            </a:xfrm>
          </p:grpSpPr>
          <p:cxnSp>
            <p:nvCxnSpPr>
              <p:cNvPr id="3951" name="Google Shape;3951;p67"/>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3952" name="Google Shape;3952;p67"/>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53" name="Google Shape;3953;p67"/>
          <p:cNvGrpSpPr/>
          <p:nvPr/>
        </p:nvGrpSpPr>
        <p:grpSpPr>
          <a:xfrm>
            <a:off x="5258295" y="2703853"/>
            <a:ext cx="1421889" cy="1020603"/>
            <a:chOff x="5190863" y="2824811"/>
            <a:chExt cx="1544860" cy="1108869"/>
          </a:xfrm>
        </p:grpSpPr>
        <p:grpSp>
          <p:nvGrpSpPr>
            <p:cNvPr id="3954" name="Google Shape;3954;p67"/>
            <p:cNvGrpSpPr/>
            <p:nvPr/>
          </p:nvGrpSpPr>
          <p:grpSpPr>
            <a:xfrm>
              <a:off x="5938695" y="3176919"/>
              <a:ext cx="685761" cy="404739"/>
              <a:chOff x="5938695" y="3176919"/>
              <a:chExt cx="685761" cy="404739"/>
            </a:xfrm>
          </p:grpSpPr>
          <p:grpSp>
            <p:nvGrpSpPr>
              <p:cNvPr id="3955" name="Google Shape;3955;p67"/>
              <p:cNvGrpSpPr/>
              <p:nvPr/>
            </p:nvGrpSpPr>
            <p:grpSpPr>
              <a:xfrm>
                <a:off x="5938695" y="3176919"/>
                <a:ext cx="685761" cy="404739"/>
                <a:chOff x="5938695" y="3176919"/>
                <a:chExt cx="685761" cy="404739"/>
              </a:xfrm>
            </p:grpSpPr>
            <p:sp>
              <p:nvSpPr>
                <p:cNvPr id="3956" name="Google Shape;3956;p67"/>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67"/>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58" name="Google Shape;3958;p67"/>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9" name="Google Shape;3959;p67"/>
            <p:cNvGrpSpPr/>
            <p:nvPr/>
          </p:nvGrpSpPr>
          <p:grpSpPr>
            <a:xfrm>
              <a:off x="5305233" y="3176835"/>
              <a:ext cx="685971" cy="404655"/>
              <a:chOff x="5305233" y="3176835"/>
              <a:chExt cx="685971" cy="404655"/>
            </a:xfrm>
          </p:grpSpPr>
          <p:grpSp>
            <p:nvGrpSpPr>
              <p:cNvPr id="3960" name="Google Shape;3960;p67"/>
              <p:cNvGrpSpPr/>
              <p:nvPr/>
            </p:nvGrpSpPr>
            <p:grpSpPr>
              <a:xfrm>
                <a:off x="5305233" y="3176835"/>
                <a:ext cx="685971" cy="404655"/>
                <a:chOff x="5305233" y="3176835"/>
                <a:chExt cx="685971" cy="404655"/>
              </a:xfrm>
            </p:grpSpPr>
            <p:sp>
              <p:nvSpPr>
                <p:cNvPr id="3961" name="Google Shape;3961;p67"/>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67"/>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63" name="Google Shape;3963;p67"/>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64" name="Google Shape;3964;p67"/>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65" name="Google Shape;3965;p67"/>
            <p:cNvGrpSpPr/>
            <p:nvPr/>
          </p:nvGrpSpPr>
          <p:grpSpPr>
            <a:xfrm>
              <a:off x="5657361" y="2824811"/>
              <a:ext cx="1078361" cy="404655"/>
              <a:chOff x="5657361" y="2824811"/>
              <a:chExt cx="1078361" cy="404655"/>
            </a:xfrm>
          </p:grpSpPr>
          <p:grpSp>
            <p:nvGrpSpPr>
              <p:cNvPr id="3966" name="Google Shape;3966;p67"/>
              <p:cNvGrpSpPr/>
              <p:nvPr/>
            </p:nvGrpSpPr>
            <p:grpSpPr>
              <a:xfrm>
                <a:off x="5657361" y="2824811"/>
                <a:ext cx="1078361" cy="404655"/>
                <a:chOff x="5657361" y="2824811"/>
                <a:chExt cx="1078361" cy="404655"/>
              </a:xfrm>
            </p:grpSpPr>
            <p:grpSp>
              <p:nvGrpSpPr>
                <p:cNvPr id="3967" name="Google Shape;3967;p67"/>
                <p:cNvGrpSpPr/>
                <p:nvPr/>
              </p:nvGrpSpPr>
              <p:grpSpPr>
                <a:xfrm>
                  <a:off x="5938485" y="2824811"/>
                  <a:ext cx="797237" cy="404655"/>
                  <a:chOff x="5938485" y="2824811"/>
                  <a:chExt cx="797237" cy="404655"/>
                </a:xfrm>
              </p:grpSpPr>
              <p:sp>
                <p:nvSpPr>
                  <p:cNvPr id="3968" name="Google Shape;3968;p67"/>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67"/>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70" name="Google Shape;3970;p67"/>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71" name="Google Shape;3971;p67"/>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2" name="Google Shape;3972;p67"/>
            <p:cNvGrpSpPr/>
            <p:nvPr/>
          </p:nvGrpSpPr>
          <p:grpSpPr>
            <a:xfrm>
              <a:off x="5190863" y="3528942"/>
              <a:ext cx="1078026" cy="404739"/>
              <a:chOff x="5190863" y="3528942"/>
              <a:chExt cx="1078026" cy="404739"/>
            </a:xfrm>
          </p:grpSpPr>
          <p:sp>
            <p:nvSpPr>
              <p:cNvPr id="3973" name="Google Shape;3973;p67"/>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74" name="Google Shape;3974;p67"/>
              <p:cNvGrpSpPr/>
              <p:nvPr/>
            </p:nvGrpSpPr>
            <p:grpSpPr>
              <a:xfrm>
                <a:off x="5190863" y="3528942"/>
                <a:ext cx="1078026" cy="404739"/>
                <a:chOff x="5190863" y="3528942"/>
                <a:chExt cx="1078026" cy="404739"/>
              </a:xfrm>
            </p:grpSpPr>
            <p:sp>
              <p:nvSpPr>
                <p:cNvPr id="3975" name="Google Shape;3975;p67"/>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67"/>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977" name="Google Shape;3977;p67"/>
          <p:cNvGrpSpPr/>
          <p:nvPr/>
        </p:nvGrpSpPr>
        <p:grpSpPr>
          <a:xfrm>
            <a:off x="724302" y="1268321"/>
            <a:ext cx="1086719" cy="879487"/>
            <a:chOff x="803162" y="1474292"/>
            <a:chExt cx="1086719" cy="879487"/>
          </a:xfrm>
        </p:grpSpPr>
        <p:grpSp>
          <p:nvGrpSpPr>
            <p:cNvPr id="3978" name="Google Shape;3978;p67"/>
            <p:cNvGrpSpPr/>
            <p:nvPr/>
          </p:nvGrpSpPr>
          <p:grpSpPr>
            <a:xfrm>
              <a:off x="803162" y="1625948"/>
              <a:ext cx="445856" cy="576579"/>
              <a:chOff x="803162" y="1625948"/>
              <a:chExt cx="445856" cy="576579"/>
            </a:xfrm>
          </p:grpSpPr>
          <p:sp>
            <p:nvSpPr>
              <p:cNvPr id="3979" name="Google Shape;3979;p67"/>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80" name="Google Shape;3980;p67"/>
              <p:cNvGrpSpPr/>
              <p:nvPr/>
            </p:nvGrpSpPr>
            <p:grpSpPr>
              <a:xfrm>
                <a:off x="1056023" y="1625948"/>
                <a:ext cx="192995" cy="576579"/>
                <a:chOff x="1056023" y="1625948"/>
                <a:chExt cx="192995" cy="576579"/>
              </a:xfrm>
            </p:grpSpPr>
            <p:sp>
              <p:nvSpPr>
                <p:cNvPr id="3981" name="Google Shape;3981;p67"/>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67"/>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67"/>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67"/>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67"/>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86" name="Google Shape;3986;p67"/>
            <p:cNvGrpSpPr/>
            <p:nvPr/>
          </p:nvGrpSpPr>
          <p:grpSpPr>
            <a:xfrm>
              <a:off x="1371406" y="1474292"/>
              <a:ext cx="518475" cy="879487"/>
              <a:chOff x="1398231" y="1474292"/>
              <a:chExt cx="518475" cy="879487"/>
            </a:xfrm>
          </p:grpSpPr>
          <p:grpSp>
            <p:nvGrpSpPr>
              <p:cNvPr id="3987" name="Google Shape;3987;p67"/>
              <p:cNvGrpSpPr/>
              <p:nvPr/>
            </p:nvGrpSpPr>
            <p:grpSpPr>
              <a:xfrm>
                <a:off x="1398231" y="1474292"/>
                <a:ext cx="518475" cy="341643"/>
                <a:chOff x="1398231" y="1474292"/>
                <a:chExt cx="518475" cy="341643"/>
              </a:xfrm>
            </p:grpSpPr>
            <p:sp>
              <p:nvSpPr>
                <p:cNvPr id="3988" name="Google Shape;3988;p67"/>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89" name="Google Shape;3989;p67"/>
                <p:cNvGrpSpPr/>
                <p:nvPr/>
              </p:nvGrpSpPr>
              <p:grpSpPr>
                <a:xfrm>
                  <a:off x="1616453" y="1474292"/>
                  <a:ext cx="300253" cy="341643"/>
                  <a:chOff x="1616453" y="1475379"/>
                  <a:chExt cx="300253" cy="341643"/>
                </a:xfrm>
              </p:grpSpPr>
              <p:sp>
                <p:nvSpPr>
                  <p:cNvPr id="3990" name="Google Shape;3990;p67"/>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67"/>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67"/>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67"/>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67"/>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67"/>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67"/>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97" name="Google Shape;3997;p67"/>
                  <p:cNvGrpSpPr/>
                  <p:nvPr/>
                </p:nvGrpSpPr>
                <p:grpSpPr>
                  <a:xfrm>
                    <a:off x="1839639" y="1475379"/>
                    <a:ext cx="77067" cy="341643"/>
                    <a:chOff x="1839639" y="1475379"/>
                    <a:chExt cx="77067" cy="341643"/>
                  </a:xfrm>
                </p:grpSpPr>
                <p:sp>
                  <p:nvSpPr>
                    <p:cNvPr id="3998" name="Google Shape;3998;p67"/>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67"/>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000" name="Google Shape;4000;p67"/>
              <p:cNvGrpSpPr/>
              <p:nvPr/>
            </p:nvGrpSpPr>
            <p:grpSpPr>
              <a:xfrm>
                <a:off x="1398451" y="2012951"/>
                <a:ext cx="518255" cy="340828"/>
                <a:chOff x="1398451" y="2012951"/>
                <a:chExt cx="518255" cy="340828"/>
              </a:xfrm>
            </p:grpSpPr>
            <p:sp>
              <p:nvSpPr>
                <p:cNvPr id="4001" name="Google Shape;4001;p67"/>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02" name="Google Shape;4002;p67"/>
                <p:cNvGrpSpPr/>
                <p:nvPr/>
              </p:nvGrpSpPr>
              <p:grpSpPr>
                <a:xfrm>
                  <a:off x="1616453" y="2012951"/>
                  <a:ext cx="300253" cy="340828"/>
                  <a:chOff x="1616453" y="2013538"/>
                  <a:chExt cx="300253" cy="340828"/>
                </a:xfrm>
              </p:grpSpPr>
              <p:sp>
                <p:nvSpPr>
                  <p:cNvPr id="4003" name="Google Shape;4003;p67"/>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67"/>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67"/>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67"/>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67"/>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67"/>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67"/>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10" name="Google Shape;4010;p67"/>
                  <p:cNvGrpSpPr/>
                  <p:nvPr/>
                </p:nvGrpSpPr>
                <p:grpSpPr>
                  <a:xfrm>
                    <a:off x="1839639" y="2013538"/>
                    <a:ext cx="77067" cy="340828"/>
                    <a:chOff x="1839639" y="2013538"/>
                    <a:chExt cx="77067" cy="340828"/>
                  </a:xfrm>
                </p:grpSpPr>
                <p:sp>
                  <p:nvSpPr>
                    <p:cNvPr id="4011" name="Google Shape;4011;p67"/>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67"/>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4013" name="Google Shape;4013;p67"/>
          <p:cNvGrpSpPr/>
          <p:nvPr/>
        </p:nvGrpSpPr>
        <p:grpSpPr>
          <a:xfrm>
            <a:off x="721126" y="3399508"/>
            <a:ext cx="1368681" cy="682918"/>
            <a:chOff x="724986" y="3605478"/>
            <a:chExt cx="1368681" cy="682918"/>
          </a:xfrm>
        </p:grpSpPr>
        <p:grpSp>
          <p:nvGrpSpPr>
            <p:cNvPr id="4014" name="Google Shape;4014;p67"/>
            <p:cNvGrpSpPr/>
            <p:nvPr/>
          </p:nvGrpSpPr>
          <p:grpSpPr>
            <a:xfrm>
              <a:off x="1289102" y="3823629"/>
              <a:ext cx="240442" cy="250435"/>
              <a:chOff x="-165066" y="3843615"/>
              <a:chExt cx="221259" cy="230455"/>
            </a:xfrm>
          </p:grpSpPr>
          <p:sp>
            <p:nvSpPr>
              <p:cNvPr id="4015" name="Google Shape;4015;p67"/>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67"/>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67"/>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67"/>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67"/>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67"/>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67"/>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67"/>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67"/>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67"/>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67"/>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67"/>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67"/>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67"/>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67"/>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67"/>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67"/>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67"/>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67"/>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67"/>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5" name="Google Shape;4035;p67"/>
            <p:cNvGrpSpPr/>
            <p:nvPr/>
          </p:nvGrpSpPr>
          <p:grpSpPr>
            <a:xfrm>
              <a:off x="724986" y="3605478"/>
              <a:ext cx="1368681" cy="682918"/>
              <a:chOff x="724986" y="3605478"/>
              <a:chExt cx="1368681" cy="682918"/>
            </a:xfrm>
          </p:grpSpPr>
          <p:grpSp>
            <p:nvGrpSpPr>
              <p:cNvPr id="4036" name="Google Shape;4036;p67"/>
              <p:cNvGrpSpPr/>
              <p:nvPr/>
            </p:nvGrpSpPr>
            <p:grpSpPr>
              <a:xfrm>
                <a:off x="1498221" y="4047614"/>
                <a:ext cx="529172" cy="240783"/>
                <a:chOff x="1498221" y="4047614"/>
                <a:chExt cx="529172" cy="240783"/>
              </a:xfrm>
            </p:grpSpPr>
            <p:grpSp>
              <p:nvGrpSpPr>
                <p:cNvPr id="4037" name="Google Shape;4037;p67"/>
                <p:cNvGrpSpPr/>
                <p:nvPr/>
              </p:nvGrpSpPr>
              <p:grpSpPr>
                <a:xfrm>
                  <a:off x="1826655" y="4224370"/>
                  <a:ext cx="200738" cy="25631"/>
                  <a:chOff x="1826655" y="4224370"/>
                  <a:chExt cx="200738" cy="25631"/>
                </a:xfrm>
              </p:grpSpPr>
              <p:sp>
                <p:nvSpPr>
                  <p:cNvPr id="4038" name="Google Shape;4038;p67"/>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67"/>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0" name="Google Shape;4040;p67"/>
                <p:cNvGrpSpPr/>
                <p:nvPr/>
              </p:nvGrpSpPr>
              <p:grpSpPr>
                <a:xfrm>
                  <a:off x="1498221" y="4047614"/>
                  <a:ext cx="328444" cy="240783"/>
                  <a:chOff x="1498221" y="4047614"/>
                  <a:chExt cx="328444" cy="240783"/>
                </a:xfrm>
              </p:grpSpPr>
              <p:sp>
                <p:nvSpPr>
                  <p:cNvPr id="4041" name="Google Shape;4041;p67"/>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42" name="Google Shape;4042;p67"/>
                  <p:cNvGrpSpPr/>
                  <p:nvPr/>
                </p:nvGrpSpPr>
                <p:grpSpPr>
                  <a:xfrm>
                    <a:off x="1498221" y="4047614"/>
                    <a:ext cx="150566" cy="190416"/>
                    <a:chOff x="1498221" y="4047614"/>
                    <a:chExt cx="150566" cy="190416"/>
                  </a:xfrm>
                </p:grpSpPr>
                <p:sp>
                  <p:nvSpPr>
                    <p:cNvPr id="4043" name="Google Shape;4043;p67"/>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67"/>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045" name="Google Shape;4045;p67"/>
              <p:cNvGrpSpPr/>
              <p:nvPr/>
            </p:nvGrpSpPr>
            <p:grpSpPr>
              <a:xfrm>
                <a:off x="1560718" y="3800594"/>
                <a:ext cx="532948" cy="302090"/>
                <a:chOff x="1560718" y="3800594"/>
                <a:chExt cx="532948" cy="302090"/>
              </a:xfrm>
            </p:grpSpPr>
            <p:grpSp>
              <p:nvGrpSpPr>
                <p:cNvPr id="4046" name="Google Shape;4046;p67"/>
                <p:cNvGrpSpPr/>
                <p:nvPr/>
              </p:nvGrpSpPr>
              <p:grpSpPr>
                <a:xfrm>
                  <a:off x="1912179" y="3827344"/>
                  <a:ext cx="181487" cy="25631"/>
                  <a:chOff x="1912179" y="3827344"/>
                  <a:chExt cx="181487" cy="25631"/>
                </a:xfrm>
              </p:grpSpPr>
              <p:sp>
                <p:nvSpPr>
                  <p:cNvPr id="4047" name="Google Shape;4047;p67"/>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67"/>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9" name="Google Shape;4049;p67"/>
                <p:cNvGrpSpPr/>
                <p:nvPr/>
              </p:nvGrpSpPr>
              <p:grpSpPr>
                <a:xfrm>
                  <a:off x="1912179" y="4044505"/>
                  <a:ext cx="181487" cy="25622"/>
                  <a:chOff x="1912179" y="4044506"/>
                  <a:chExt cx="181487" cy="25622"/>
                </a:xfrm>
              </p:grpSpPr>
              <p:sp>
                <p:nvSpPr>
                  <p:cNvPr id="4050" name="Google Shape;4050;p67"/>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67"/>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2" name="Google Shape;4052;p67"/>
                <p:cNvGrpSpPr/>
                <p:nvPr/>
              </p:nvGrpSpPr>
              <p:grpSpPr>
                <a:xfrm>
                  <a:off x="1560718" y="3800594"/>
                  <a:ext cx="351472" cy="302090"/>
                  <a:chOff x="1560718" y="3800594"/>
                  <a:chExt cx="351472" cy="302090"/>
                </a:xfrm>
              </p:grpSpPr>
              <p:grpSp>
                <p:nvGrpSpPr>
                  <p:cNvPr id="4053" name="Google Shape;4053;p67"/>
                  <p:cNvGrpSpPr/>
                  <p:nvPr/>
                </p:nvGrpSpPr>
                <p:grpSpPr>
                  <a:xfrm>
                    <a:off x="1560718" y="3842857"/>
                    <a:ext cx="173586" cy="217131"/>
                    <a:chOff x="1560718" y="3842857"/>
                    <a:chExt cx="173586" cy="217131"/>
                  </a:xfrm>
                </p:grpSpPr>
                <p:sp>
                  <p:nvSpPr>
                    <p:cNvPr id="4054" name="Google Shape;4054;p67"/>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67"/>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67"/>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57" name="Google Shape;4057;p67"/>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67"/>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059" name="Google Shape;4059;p67"/>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60" name="Google Shape;4060;p67"/>
              <p:cNvGrpSpPr/>
              <p:nvPr/>
            </p:nvGrpSpPr>
            <p:grpSpPr>
              <a:xfrm>
                <a:off x="785350" y="3605478"/>
                <a:ext cx="535311" cy="249245"/>
                <a:chOff x="785350" y="3605478"/>
                <a:chExt cx="535311" cy="249245"/>
              </a:xfrm>
            </p:grpSpPr>
            <p:grpSp>
              <p:nvGrpSpPr>
                <p:cNvPr id="4061" name="Google Shape;4061;p67"/>
                <p:cNvGrpSpPr/>
                <p:nvPr/>
              </p:nvGrpSpPr>
              <p:grpSpPr>
                <a:xfrm>
                  <a:off x="785350" y="3605478"/>
                  <a:ext cx="376191" cy="102736"/>
                  <a:chOff x="785350" y="3605478"/>
                  <a:chExt cx="376191" cy="102736"/>
                </a:xfrm>
              </p:grpSpPr>
              <p:sp>
                <p:nvSpPr>
                  <p:cNvPr id="4062" name="Google Shape;4062;p67"/>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67"/>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67"/>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5" name="Google Shape;4065;p67"/>
                <p:cNvGrpSpPr/>
                <p:nvPr/>
              </p:nvGrpSpPr>
              <p:grpSpPr>
                <a:xfrm>
                  <a:off x="1161530" y="3655851"/>
                  <a:ext cx="159131" cy="198872"/>
                  <a:chOff x="1161530" y="3655851"/>
                  <a:chExt cx="159131" cy="198872"/>
                </a:xfrm>
              </p:grpSpPr>
              <p:sp>
                <p:nvSpPr>
                  <p:cNvPr id="4066" name="Google Shape;4066;p67"/>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67"/>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68" name="Google Shape;4068;p67"/>
              <p:cNvGrpSpPr/>
              <p:nvPr/>
            </p:nvGrpSpPr>
            <p:grpSpPr>
              <a:xfrm>
                <a:off x="785350" y="4047614"/>
                <a:ext cx="535311" cy="240783"/>
                <a:chOff x="785350" y="4047614"/>
                <a:chExt cx="535311" cy="240783"/>
              </a:xfrm>
            </p:grpSpPr>
            <p:grpSp>
              <p:nvGrpSpPr>
                <p:cNvPr id="4069" name="Google Shape;4069;p67"/>
                <p:cNvGrpSpPr/>
                <p:nvPr/>
              </p:nvGrpSpPr>
              <p:grpSpPr>
                <a:xfrm>
                  <a:off x="1161636" y="4047614"/>
                  <a:ext cx="159025" cy="190415"/>
                  <a:chOff x="1161636" y="4047614"/>
                  <a:chExt cx="159025" cy="190415"/>
                </a:xfrm>
              </p:grpSpPr>
              <p:sp>
                <p:nvSpPr>
                  <p:cNvPr id="4070" name="Google Shape;4070;p67"/>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67"/>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2" name="Google Shape;4072;p67"/>
                <p:cNvGrpSpPr/>
                <p:nvPr/>
              </p:nvGrpSpPr>
              <p:grpSpPr>
                <a:xfrm>
                  <a:off x="785350" y="4185661"/>
                  <a:ext cx="376191" cy="102736"/>
                  <a:chOff x="785350" y="4185661"/>
                  <a:chExt cx="376191" cy="102736"/>
                </a:xfrm>
              </p:grpSpPr>
              <p:sp>
                <p:nvSpPr>
                  <p:cNvPr id="4073" name="Google Shape;4073;p67"/>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67"/>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67"/>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76" name="Google Shape;4076;p67"/>
              <p:cNvGrpSpPr/>
              <p:nvPr/>
            </p:nvGrpSpPr>
            <p:grpSpPr>
              <a:xfrm>
                <a:off x="1501054" y="3605478"/>
                <a:ext cx="526340" cy="249240"/>
                <a:chOff x="1501054" y="3605478"/>
                <a:chExt cx="526340" cy="249240"/>
              </a:xfrm>
            </p:grpSpPr>
            <p:grpSp>
              <p:nvGrpSpPr>
                <p:cNvPr id="4077" name="Google Shape;4077;p67"/>
                <p:cNvGrpSpPr/>
                <p:nvPr/>
              </p:nvGrpSpPr>
              <p:grpSpPr>
                <a:xfrm>
                  <a:off x="1834208" y="3643867"/>
                  <a:ext cx="193185" cy="25622"/>
                  <a:chOff x="1834208" y="3643867"/>
                  <a:chExt cx="193185" cy="25622"/>
                </a:xfrm>
              </p:grpSpPr>
              <p:sp>
                <p:nvSpPr>
                  <p:cNvPr id="4078" name="Google Shape;4078;p67"/>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67"/>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0" name="Google Shape;4080;p67"/>
                <p:cNvGrpSpPr/>
                <p:nvPr/>
              </p:nvGrpSpPr>
              <p:grpSpPr>
                <a:xfrm>
                  <a:off x="1501054" y="3605478"/>
                  <a:ext cx="333165" cy="249240"/>
                  <a:chOff x="1501054" y="3605478"/>
                  <a:chExt cx="333165" cy="249240"/>
                </a:xfrm>
              </p:grpSpPr>
              <p:sp>
                <p:nvSpPr>
                  <p:cNvPr id="4081" name="Google Shape;4081;p67"/>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82" name="Google Shape;4082;p67"/>
                  <p:cNvGrpSpPr/>
                  <p:nvPr/>
                </p:nvGrpSpPr>
                <p:grpSpPr>
                  <a:xfrm>
                    <a:off x="1501054" y="3655851"/>
                    <a:ext cx="155286" cy="198867"/>
                    <a:chOff x="1501054" y="3655851"/>
                    <a:chExt cx="155286" cy="198867"/>
                  </a:xfrm>
                </p:grpSpPr>
                <p:sp>
                  <p:nvSpPr>
                    <p:cNvPr id="4083" name="Google Shape;4083;p67"/>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67"/>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085" name="Google Shape;4085;p67"/>
              <p:cNvGrpSpPr/>
              <p:nvPr/>
            </p:nvGrpSpPr>
            <p:grpSpPr>
              <a:xfrm>
                <a:off x="724986" y="3800594"/>
                <a:ext cx="532950" cy="302090"/>
                <a:chOff x="724986" y="3800594"/>
                <a:chExt cx="532950" cy="302090"/>
              </a:xfrm>
            </p:grpSpPr>
            <p:grpSp>
              <p:nvGrpSpPr>
                <p:cNvPr id="4086" name="Google Shape;4086;p67"/>
                <p:cNvGrpSpPr/>
                <p:nvPr/>
              </p:nvGrpSpPr>
              <p:grpSpPr>
                <a:xfrm>
                  <a:off x="724986" y="4044367"/>
                  <a:ext cx="181314" cy="25626"/>
                  <a:chOff x="724986" y="4044367"/>
                  <a:chExt cx="181314" cy="25626"/>
                </a:xfrm>
              </p:grpSpPr>
              <p:sp>
                <p:nvSpPr>
                  <p:cNvPr id="4087" name="Google Shape;4087;p67"/>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67"/>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9" name="Google Shape;4089;p67"/>
                <p:cNvGrpSpPr/>
                <p:nvPr/>
              </p:nvGrpSpPr>
              <p:grpSpPr>
                <a:xfrm>
                  <a:off x="906290" y="3800594"/>
                  <a:ext cx="351646" cy="302090"/>
                  <a:chOff x="906290" y="3800594"/>
                  <a:chExt cx="351646" cy="302090"/>
                </a:xfrm>
              </p:grpSpPr>
              <p:grpSp>
                <p:nvGrpSpPr>
                  <p:cNvPr id="4090" name="Google Shape;4090;p67"/>
                  <p:cNvGrpSpPr/>
                  <p:nvPr/>
                </p:nvGrpSpPr>
                <p:grpSpPr>
                  <a:xfrm>
                    <a:off x="1084172" y="3842857"/>
                    <a:ext cx="173764" cy="217131"/>
                    <a:chOff x="1084172" y="3842857"/>
                    <a:chExt cx="173764" cy="217131"/>
                  </a:xfrm>
                </p:grpSpPr>
                <p:grpSp>
                  <p:nvGrpSpPr>
                    <p:cNvPr id="4091" name="Google Shape;4091;p67"/>
                    <p:cNvGrpSpPr/>
                    <p:nvPr/>
                  </p:nvGrpSpPr>
                  <p:grpSpPr>
                    <a:xfrm>
                      <a:off x="1156862" y="3936509"/>
                      <a:ext cx="101073" cy="25622"/>
                      <a:chOff x="1156862" y="3936509"/>
                      <a:chExt cx="101073" cy="25622"/>
                    </a:xfrm>
                  </p:grpSpPr>
                  <p:sp>
                    <p:nvSpPr>
                      <p:cNvPr id="4092" name="Google Shape;4092;p67"/>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67"/>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94" name="Google Shape;4094;p67"/>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95" name="Google Shape;4095;p67"/>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67"/>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7" name="Google Shape;4097;p67"/>
                <p:cNvGrpSpPr/>
                <p:nvPr/>
              </p:nvGrpSpPr>
              <p:grpSpPr>
                <a:xfrm>
                  <a:off x="724986" y="3830189"/>
                  <a:ext cx="189533" cy="25626"/>
                  <a:chOff x="724986" y="3830189"/>
                  <a:chExt cx="189533" cy="25626"/>
                </a:xfrm>
              </p:grpSpPr>
              <p:sp>
                <p:nvSpPr>
                  <p:cNvPr id="4098" name="Google Shape;4098;p67"/>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67"/>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4100" name="Google Shape;4100;p67"/>
          <p:cNvGrpSpPr/>
          <p:nvPr/>
        </p:nvGrpSpPr>
        <p:grpSpPr>
          <a:xfrm>
            <a:off x="2249438" y="2249669"/>
            <a:ext cx="948701" cy="935378"/>
            <a:chOff x="2253298" y="2428317"/>
            <a:chExt cx="948701" cy="935378"/>
          </a:xfrm>
        </p:grpSpPr>
        <p:sp>
          <p:nvSpPr>
            <p:cNvPr id="4101" name="Google Shape;4101;p67"/>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67"/>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67"/>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67"/>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67"/>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67"/>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67"/>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67"/>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67"/>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67"/>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67"/>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67"/>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67"/>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67"/>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67"/>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67"/>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67"/>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67"/>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67"/>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67"/>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67"/>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67"/>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67"/>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67"/>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67"/>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67"/>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67"/>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67"/>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67"/>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67"/>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67"/>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67"/>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67"/>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4137" name="Shape 4137"/>
        <p:cNvGrpSpPr/>
        <p:nvPr/>
      </p:nvGrpSpPr>
      <p:grpSpPr>
        <a:xfrm>
          <a:off x="0" y="0"/>
          <a:ext cx="0" cy="0"/>
          <a:chOff x="0" y="0"/>
          <a:chExt cx="0" cy="0"/>
        </a:xfrm>
      </p:grpSpPr>
      <p:grpSp>
        <p:nvGrpSpPr>
          <p:cNvPr id="4138" name="Google Shape;4138;p68"/>
          <p:cNvGrpSpPr/>
          <p:nvPr/>
        </p:nvGrpSpPr>
        <p:grpSpPr>
          <a:xfrm>
            <a:off x="3339745" y="952988"/>
            <a:ext cx="2363393" cy="1017867"/>
            <a:chOff x="3292400" y="1219146"/>
            <a:chExt cx="2615240" cy="1110239"/>
          </a:xfrm>
        </p:grpSpPr>
        <p:sp>
          <p:nvSpPr>
            <p:cNvPr id="4139" name="Google Shape;4139;p68"/>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400">
                <a:solidFill>
                  <a:srgbClr val="FFFFFF"/>
                </a:solidFill>
              </a:endParaRPr>
            </a:p>
          </p:txBody>
        </p:sp>
        <p:sp>
          <p:nvSpPr>
            <p:cNvPr id="4140" name="Google Shape;4140;p68"/>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41" name="Google Shape;4141;p68"/>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4142" name="Google Shape;4142;p68"/>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4143" name="Google Shape;4143;p68"/>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4144" name="Google Shape;4144;p68"/>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4145" name="Google Shape;4145;p68"/>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4146" name="Google Shape;4146;p68"/>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4147" name="Google Shape;4147;p68"/>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4148" name="Google Shape;4148;p68"/>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4149" name="Google Shape;4149;p68"/>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4150" name="Google Shape;4150;p68"/>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4151" name="Google Shape;4151;p68"/>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4152" name="Google Shape;4152;p68"/>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4153" name="Google Shape;4153;p68"/>
            <p:cNvGrpSpPr/>
            <p:nvPr/>
          </p:nvGrpSpPr>
          <p:grpSpPr>
            <a:xfrm>
              <a:off x="3748438" y="1378608"/>
              <a:ext cx="2159202" cy="903971"/>
              <a:chOff x="1683525" y="2179850"/>
              <a:chExt cx="4519050" cy="2134525"/>
            </a:xfrm>
          </p:grpSpPr>
          <p:sp>
            <p:nvSpPr>
              <p:cNvPr id="4154" name="Google Shape;4154;p68"/>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55" name="Google Shape;4155;p68"/>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56" name="Google Shape;4156;p68"/>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57" name="Google Shape;4157;p68"/>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58" name="Google Shape;4158;p68"/>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59" name="Google Shape;4159;p68"/>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60" name="Google Shape;4160;p68"/>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61" name="Google Shape;4161;p68"/>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62" name="Google Shape;4162;p68"/>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63" name="Google Shape;4163;p68"/>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64" name="Google Shape;4164;p68"/>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65" name="Google Shape;4165;p68"/>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graphicFrame>
        <p:nvGraphicFramePr>
          <p:cNvPr id="4166" name="Google Shape;4166;p68"/>
          <p:cNvGraphicFramePr/>
          <p:nvPr/>
        </p:nvGraphicFramePr>
        <p:xfrm>
          <a:off x="5935838" y="2130461"/>
          <a:ext cx="3000000" cy="3000000"/>
        </p:xfrm>
        <a:graphic>
          <a:graphicData uri="http://schemas.openxmlformats.org/drawingml/2006/table">
            <a:tbl>
              <a:tblPr>
                <a:noFill/>
                <a:tableStyleId>{A778B25A-DC79-4F5C-BA24-965FDAE32124}</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4167" name="Google Shape;4167;p68"/>
          <p:cNvGrpSpPr/>
          <p:nvPr/>
        </p:nvGrpSpPr>
        <p:grpSpPr>
          <a:xfrm>
            <a:off x="5935948" y="3189058"/>
            <a:ext cx="2496964" cy="1001454"/>
            <a:chOff x="1919611" y="789980"/>
            <a:chExt cx="1474179" cy="606868"/>
          </a:xfrm>
        </p:grpSpPr>
        <p:cxnSp>
          <p:nvCxnSpPr>
            <p:cNvPr id="4168" name="Google Shape;4168;p68"/>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169" name="Google Shape;4169;p68"/>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170" name="Google Shape;4170;p68"/>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4171" name="Google Shape;4171;p68"/>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4172" name="Google Shape;4172;p68"/>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4173" name="Google Shape;4173;p68"/>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4174" name="Google Shape;4174;p68"/>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4175" name="Google Shape;4175;p68"/>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68"/>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68"/>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68"/>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68"/>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68"/>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68"/>
            <p:cNvSpPr txBox="1"/>
            <p:nvPr/>
          </p:nvSpPr>
          <p:spPr>
            <a:xfrm flipH="1">
              <a:off x="1921107" y="918157"/>
              <a:ext cx="188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4182" name="Google Shape;4182;p68"/>
            <p:cNvSpPr txBox="1"/>
            <p:nvPr/>
          </p:nvSpPr>
          <p:spPr>
            <a:xfrm flipH="1">
              <a:off x="1919611" y="1113383"/>
              <a:ext cx="1899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4183" name="Google Shape;4183;p68"/>
            <p:cNvSpPr txBox="1"/>
            <p:nvPr/>
          </p:nvSpPr>
          <p:spPr>
            <a:xfrm flipH="1">
              <a:off x="1921111" y="1304520"/>
              <a:ext cx="188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4184" name="Google Shape;4184;p68"/>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5" name="Google Shape;4185;p68"/>
          <p:cNvGrpSpPr/>
          <p:nvPr/>
        </p:nvGrpSpPr>
        <p:grpSpPr>
          <a:xfrm>
            <a:off x="712562" y="998017"/>
            <a:ext cx="2394370" cy="976502"/>
            <a:chOff x="749309" y="1112739"/>
            <a:chExt cx="2371603" cy="976502"/>
          </a:xfrm>
        </p:grpSpPr>
        <p:sp>
          <p:nvSpPr>
            <p:cNvPr id="4186" name="Google Shape;4186;p68"/>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68"/>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68"/>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68"/>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68"/>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68"/>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68"/>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68"/>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68"/>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68"/>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68"/>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68"/>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68"/>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68"/>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68"/>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68"/>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68"/>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68"/>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68"/>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68"/>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68"/>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68"/>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68"/>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68"/>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68"/>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68"/>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68"/>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68"/>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68"/>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68"/>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68"/>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68"/>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4218" name="Google Shape;4218;p68"/>
          <p:cNvGraphicFramePr/>
          <p:nvPr/>
        </p:nvGraphicFramePr>
        <p:xfrm>
          <a:off x="5935863" y="996311"/>
          <a:ext cx="3000000" cy="3000000"/>
        </p:xfrm>
        <a:graphic>
          <a:graphicData uri="http://schemas.openxmlformats.org/drawingml/2006/table">
            <a:tbl>
              <a:tblPr>
                <a:noFill/>
                <a:tableStyleId>{A778B25A-DC79-4F5C-BA24-965FDAE32124}</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4219" name="Google Shape;4219;p68"/>
          <p:cNvGraphicFramePr/>
          <p:nvPr/>
        </p:nvGraphicFramePr>
        <p:xfrm>
          <a:off x="3342575" y="2130461"/>
          <a:ext cx="3000000" cy="3000000"/>
        </p:xfrm>
        <a:graphic>
          <a:graphicData uri="http://schemas.openxmlformats.org/drawingml/2006/table">
            <a:tbl>
              <a:tblPr>
                <a:noFill/>
                <a:tableStyleId>{A778B25A-DC79-4F5C-BA24-965FDAE32124}</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4220" name="Google Shape;4220;p68"/>
          <p:cNvGrpSpPr/>
          <p:nvPr/>
        </p:nvGrpSpPr>
        <p:grpSpPr>
          <a:xfrm>
            <a:off x="4086505" y="2517104"/>
            <a:ext cx="1517436" cy="74460"/>
            <a:chOff x="3980086" y="2804397"/>
            <a:chExt cx="1227600" cy="66900"/>
          </a:xfrm>
        </p:grpSpPr>
        <p:sp>
          <p:nvSpPr>
            <p:cNvPr id="4221" name="Google Shape;4221;p68"/>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68"/>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3" name="Google Shape;4223;p68"/>
          <p:cNvGrpSpPr/>
          <p:nvPr/>
        </p:nvGrpSpPr>
        <p:grpSpPr>
          <a:xfrm>
            <a:off x="4711569" y="2809692"/>
            <a:ext cx="892956" cy="74460"/>
            <a:chOff x="3980086" y="2804397"/>
            <a:chExt cx="1227600" cy="66900"/>
          </a:xfrm>
        </p:grpSpPr>
        <p:sp>
          <p:nvSpPr>
            <p:cNvPr id="4224" name="Google Shape;4224;p68"/>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68"/>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6" name="Google Shape;4226;p68"/>
          <p:cNvGrpSpPr/>
          <p:nvPr/>
        </p:nvGrpSpPr>
        <p:grpSpPr>
          <a:xfrm>
            <a:off x="3344661" y="3168575"/>
            <a:ext cx="2363244" cy="1005943"/>
            <a:chOff x="3358415" y="3361302"/>
            <a:chExt cx="2363244" cy="1024695"/>
          </a:xfrm>
        </p:grpSpPr>
        <p:grpSp>
          <p:nvGrpSpPr>
            <p:cNvPr id="4227" name="Google Shape;4227;p68"/>
            <p:cNvGrpSpPr/>
            <p:nvPr/>
          </p:nvGrpSpPr>
          <p:grpSpPr>
            <a:xfrm>
              <a:off x="3358415" y="3361302"/>
              <a:ext cx="441300" cy="1024695"/>
              <a:chOff x="3358415" y="3361302"/>
              <a:chExt cx="441300" cy="1024695"/>
            </a:xfrm>
          </p:grpSpPr>
          <p:sp>
            <p:nvSpPr>
              <p:cNvPr id="4228" name="Google Shape;4228;p68"/>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68"/>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68"/>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68"/>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68"/>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68"/>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4" name="Google Shape;4234;p68"/>
            <p:cNvGrpSpPr/>
            <p:nvPr/>
          </p:nvGrpSpPr>
          <p:grpSpPr>
            <a:xfrm>
              <a:off x="3838901" y="3361302"/>
              <a:ext cx="441300" cy="1024695"/>
              <a:chOff x="3838901" y="3361302"/>
              <a:chExt cx="441300" cy="1024695"/>
            </a:xfrm>
          </p:grpSpPr>
          <p:sp>
            <p:nvSpPr>
              <p:cNvPr id="4235" name="Google Shape;4235;p68"/>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68"/>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68"/>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68"/>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68"/>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68"/>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1" name="Google Shape;4241;p68"/>
            <p:cNvGrpSpPr/>
            <p:nvPr/>
          </p:nvGrpSpPr>
          <p:grpSpPr>
            <a:xfrm>
              <a:off x="4319387" y="3361302"/>
              <a:ext cx="441300" cy="1024695"/>
              <a:chOff x="4319387" y="3361302"/>
              <a:chExt cx="441300" cy="1024695"/>
            </a:xfrm>
          </p:grpSpPr>
          <p:sp>
            <p:nvSpPr>
              <p:cNvPr id="4242" name="Google Shape;4242;p68"/>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68"/>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68"/>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68"/>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68"/>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68"/>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8" name="Google Shape;4248;p68"/>
            <p:cNvGrpSpPr/>
            <p:nvPr/>
          </p:nvGrpSpPr>
          <p:grpSpPr>
            <a:xfrm>
              <a:off x="4799873" y="3361302"/>
              <a:ext cx="441300" cy="1024695"/>
              <a:chOff x="4799873" y="3361302"/>
              <a:chExt cx="441300" cy="1024695"/>
            </a:xfrm>
          </p:grpSpPr>
          <p:sp>
            <p:nvSpPr>
              <p:cNvPr id="4249" name="Google Shape;4249;p68"/>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68"/>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68"/>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68"/>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68"/>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68"/>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5" name="Google Shape;4255;p68"/>
            <p:cNvGrpSpPr/>
            <p:nvPr/>
          </p:nvGrpSpPr>
          <p:grpSpPr>
            <a:xfrm>
              <a:off x="5280360" y="3361302"/>
              <a:ext cx="441300" cy="1024695"/>
              <a:chOff x="5280360" y="3361302"/>
              <a:chExt cx="441300" cy="1024695"/>
            </a:xfrm>
          </p:grpSpPr>
          <p:sp>
            <p:nvSpPr>
              <p:cNvPr id="4256" name="Google Shape;4256;p68"/>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68"/>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68"/>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68"/>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68"/>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68"/>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4262" name="Google Shape;4262;p68"/>
          <p:cNvGraphicFramePr/>
          <p:nvPr/>
        </p:nvGraphicFramePr>
        <p:xfrm>
          <a:off x="711088" y="2130461"/>
          <a:ext cx="3000000" cy="3000000"/>
        </p:xfrm>
        <a:graphic>
          <a:graphicData uri="http://schemas.openxmlformats.org/drawingml/2006/table">
            <a:tbl>
              <a:tblPr>
                <a:noFill/>
                <a:tableStyleId>{A778B25A-DC79-4F5C-BA24-965FDAE32124}</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4263" name="Google Shape;4263;p68"/>
          <p:cNvGrpSpPr/>
          <p:nvPr/>
        </p:nvGrpSpPr>
        <p:grpSpPr>
          <a:xfrm>
            <a:off x="712613" y="3180186"/>
            <a:ext cx="2403614" cy="1005900"/>
            <a:chOff x="726450" y="3372825"/>
            <a:chExt cx="2403614" cy="1005900"/>
          </a:xfrm>
        </p:grpSpPr>
        <p:grpSp>
          <p:nvGrpSpPr>
            <p:cNvPr id="4264" name="Google Shape;4264;p68"/>
            <p:cNvGrpSpPr/>
            <p:nvPr/>
          </p:nvGrpSpPr>
          <p:grpSpPr>
            <a:xfrm>
              <a:off x="726450" y="3696000"/>
              <a:ext cx="2403614" cy="500898"/>
              <a:chOff x="726450" y="3696000"/>
              <a:chExt cx="2403614" cy="500898"/>
            </a:xfrm>
          </p:grpSpPr>
          <p:sp>
            <p:nvSpPr>
              <p:cNvPr id="4265" name="Google Shape;4265;p68"/>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266" name="Google Shape;4266;p68"/>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4267" name="Google Shape;4267;p68"/>
            <p:cNvGrpSpPr/>
            <p:nvPr/>
          </p:nvGrpSpPr>
          <p:grpSpPr>
            <a:xfrm>
              <a:off x="1348050" y="3372825"/>
              <a:ext cx="1720425" cy="1005900"/>
              <a:chOff x="1348050" y="3372825"/>
              <a:chExt cx="1720425" cy="1005900"/>
            </a:xfrm>
          </p:grpSpPr>
          <p:sp>
            <p:nvSpPr>
              <p:cNvPr id="4268" name="Google Shape;4268;p68"/>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269" name="Google Shape;4269;p68"/>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270" name="Google Shape;4270;p68"/>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271" name="Google Shape;4271;p68"/>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272" name="Google Shape;4272;p68"/>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4273" name="Google Shape;4273;p68"/>
            <p:cNvGrpSpPr/>
            <p:nvPr/>
          </p:nvGrpSpPr>
          <p:grpSpPr>
            <a:xfrm>
              <a:off x="1455707" y="3731058"/>
              <a:ext cx="1491150" cy="417657"/>
              <a:chOff x="1455707" y="3731058"/>
              <a:chExt cx="1491150" cy="417657"/>
            </a:xfrm>
          </p:grpSpPr>
          <p:grpSp>
            <p:nvGrpSpPr>
              <p:cNvPr id="4274" name="Google Shape;4274;p68"/>
              <p:cNvGrpSpPr/>
              <p:nvPr/>
            </p:nvGrpSpPr>
            <p:grpSpPr>
              <a:xfrm>
                <a:off x="1472938" y="3745828"/>
                <a:ext cx="72126" cy="53788"/>
                <a:chOff x="1472938" y="3745828"/>
                <a:chExt cx="72126" cy="53788"/>
              </a:xfrm>
            </p:grpSpPr>
            <p:sp>
              <p:nvSpPr>
                <p:cNvPr id="4275" name="Google Shape;4275;p68"/>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68"/>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7" name="Google Shape;4277;p68"/>
              <p:cNvGrpSpPr/>
              <p:nvPr/>
            </p:nvGrpSpPr>
            <p:grpSpPr>
              <a:xfrm>
                <a:off x="1819181" y="4089633"/>
                <a:ext cx="72126" cy="53788"/>
                <a:chOff x="1819181" y="4089633"/>
                <a:chExt cx="72126" cy="53788"/>
              </a:xfrm>
            </p:grpSpPr>
            <p:sp>
              <p:nvSpPr>
                <p:cNvPr id="4278" name="Google Shape;4278;p68"/>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68"/>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0" name="Google Shape;4280;p68"/>
              <p:cNvGrpSpPr/>
              <p:nvPr/>
            </p:nvGrpSpPr>
            <p:grpSpPr>
              <a:xfrm>
                <a:off x="1455707" y="4084171"/>
                <a:ext cx="64321" cy="64544"/>
                <a:chOff x="1455707" y="4084171"/>
                <a:chExt cx="64321" cy="64544"/>
              </a:xfrm>
            </p:grpSpPr>
            <p:sp>
              <p:nvSpPr>
                <p:cNvPr id="4281" name="Google Shape;4281;p68"/>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68"/>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3" name="Google Shape;4283;p68"/>
              <p:cNvGrpSpPr/>
              <p:nvPr/>
            </p:nvGrpSpPr>
            <p:grpSpPr>
              <a:xfrm>
                <a:off x="1818610" y="3731058"/>
                <a:ext cx="64321" cy="64544"/>
                <a:chOff x="1818610" y="3731058"/>
                <a:chExt cx="64321" cy="64544"/>
              </a:xfrm>
            </p:grpSpPr>
            <p:sp>
              <p:nvSpPr>
                <p:cNvPr id="4284" name="Google Shape;4284;p68"/>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68"/>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6" name="Google Shape;4286;p68"/>
              <p:cNvGrpSpPr/>
              <p:nvPr/>
            </p:nvGrpSpPr>
            <p:grpSpPr>
              <a:xfrm>
                <a:off x="2172491" y="4089633"/>
                <a:ext cx="72126" cy="53788"/>
                <a:chOff x="2172491" y="4089633"/>
                <a:chExt cx="72126" cy="53788"/>
              </a:xfrm>
            </p:grpSpPr>
            <p:sp>
              <p:nvSpPr>
                <p:cNvPr id="4287" name="Google Shape;4287;p68"/>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68"/>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9" name="Google Shape;4289;p68"/>
              <p:cNvGrpSpPr/>
              <p:nvPr/>
            </p:nvGrpSpPr>
            <p:grpSpPr>
              <a:xfrm>
                <a:off x="2171920" y="3731058"/>
                <a:ext cx="64321" cy="64544"/>
                <a:chOff x="2171920" y="3731058"/>
                <a:chExt cx="64321" cy="64544"/>
              </a:xfrm>
            </p:grpSpPr>
            <p:sp>
              <p:nvSpPr>
                <p:cNvPr id="4290" name="Google Shape;4290;p68"/>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68"/>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2" name="Google Shape;4292;p68"/>
              <p:cNvGrpSpPr/>
              <p:nvPr/>
            </p:nvGrpSpPr>
            <p:grpSpPr>
              <a:xfrm>
                <a:off x="2874730" y="3745828"/>
                <a:ext cx="72126" cy="53788"/>
                <a:chOff x="2874730" y="3745828"/>
                <a:chExt cx="72126" cy="53788"/>
              </a:xfrm>
            </p:grpSpPr>
            <p:sp>
              <p:nvSpPr>
                <p:cNvPr id="4293" name="Google Shape;4293;p68"/>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68"/>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5" name="Google Shape;4295;p68"/>
              <p:cNvGrpSpPr/>
              <p:nvPr/>
            </p:nvGrpSpPr>
            <p:grpSpPr>
              <a:xfrm>
                <a:off x="2878589" y="4081481"/>
                <a:ext cx="64321" cy="64544"/>
                <a:chOff x="2878589" y="4081481"/>
                <a:chExt cx="64321" cy="64544"/>
              </a:xfrm>
            </p:grpSpPr>
            <p:sp>
              <p:nvSpPr>
                <p:cNvPr id="4296" name="Google Shape;4296;p68"/>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68"/>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8" name="Google Shape;4298;p68"/>
              <p:cNvGrpSpPr/>
              <p:nvPr/>
            </p:nvGrpSpPr>
            <p:grpSpPr>
              <a:xfrm>
                <a:off x="2525796" y="4089633"/>
                <a:ext cx="72126" cy="53788"/>
                <a:chOff x="2525796" y="4089633"/>
                <a:chExt cx="72126" cy="53788"/>
              </a:xfrm>
            </p:grpSpPr>
            <p:sp>
              <p:nvSpPr>
                <p:cNvPr id="4299" name="Google Shape;4299;p68"/>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68"/>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1" name="Google Shape;4301;p68"/>
              <p:cNvGrpSpPr/>
              <p:nvPr/>
            </p:nvGrpSpPr>
            <p:grpSpPr>
              <a:xfrm>
                <a:off x="2525225" y="3731058"/>
                <a:ext cx="64321" cy="64544"/>
                <a:chOff x="2525225" y="3731058"/>
                <a:chExt cx="64321" cy="64544"/>
              </a:xfrm>
            </p:grpSpPr>
            <p:sp>
              <p:nvSpPr>
                <p:cNvPr id="4302" name="Google Shape;4302;p68"/>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68"/>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4307" name="Shape 4307"/>
        <p:cNvGrpSpPr/>
        <p:nvPr/>
      </p:nvGrpSpPr>
      <p:grpSpPr>
        <a:xfrm>
          <a:off x="0" y="0"/>
          <a:ext cx="0" cy="0"/>
          <a:chOff x="0" y="0"/>
          <a:chExt cx="0" cy="0"/>
        </a:xfrm>
      </p:grpSpPr>
      <p:grpSp>
        <p:nvGrpSpPr>
          <p:cNvPr id="4308" name="Google Shape;4308;p69"/>
          <p:cNvGrpSpPr/>
          <p:nvPr/>
        </p:nvGrpSpPr>
        <p:grpSpPr>
          <a:xfrm>
            <a:off x="5780153" y="1859606"/>
            <a:ext cx="671400" cy="674856"/>
            <a:chOff x="5780148" y="1859605"/>
            <a:chExt cx="671400" cy="674856"/>
          </a:xfrm>
        </p:grpSpPr>
        <p:sp>
          <p:nvSpPr>
            <p:cNvPr id="4309" name="Google Shape;4309;p69"/>
            <p:cNvSpPr/>
            <p:nvPr/>
          </p:nvSpPr>
          <p:spPr>
            <a:xfrm>
              <a:off x="5780148" y="1859605"/>
              <a:ext cx="671400" cy="6714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69"/>
            <p:cNvSpPr/>
            <p:nvPr/>
          </p:nvSpPr>
          <p:spPr>
            <a:xfrm>
              <a:off x="5851927" y="2006476"/>
              <a:ext cx="527700" cy="5277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69"/>
            <p:cNvSpPr/>
            <p:nvPr/>
          </p:nvSpPr>
          <p:spPr>
            <a:xfrm>
              <a:off x="5899320" y="2101262"/>
              <a:ext cx="433200" cy="4332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69"/>
            <p:cNvSpPr/>
            <p:nvPr/>
          </p:nvSpPr>
          <p:spPr>
            <a:xfrm>
              <a:off x="5944113" y="2190849"/>
              <a:ext cx="343500" cy="3435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3" name="Google Shape;4313;p69"/>
          <p:cNvGrpSpPr/>
          <p:nvPr/>
        </p:nvGrpSpPr>
        <p:grpSpPr>
          <a:xfrm>
            <a:off x="716996" y="971307"/>
            <a:ext cx="845921" cy="690752"/>
            <a:chOff x="732428" y="1198513"/>
            <a:chExt cx="845921" cy="690752"/>
          </a:xfrm>
        </p:grpSpPr>
        <p:grpSp>
          <p:nvGrpSpPr>
            <p:cNvPr id="4314" name="Google Shape;4314;p69"/>
            <p:cNvGrpSpPr/>
            <p:nvPr/>
          </p:nvGrpSpPr>
          <p:grpSpPr>
            <a:xfrm>
              <a:off x="823030" y="1198513"/>
              <a:ext cx="755319" cy="690752"/>
              <a:chOff x="823030" y="1198513"/>
              <a:chExt cx="755319" cy="690752"/>
            </a:xfrm>
          </p:grpSpPr>
          <p:sp>
            <p:nvSpPr>
              <p:cNvPr id="4315" name="Google Shape;4315;p69"/>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69"/>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7" name="Google Shape;4317;p69"/>
            <p:cNvGrpSpPr/>
            <p:nvPr/>
          </p:nvGrpSpPr>
          <p:grpSpPr>
            <a:xfrm>
              <a:off x="732428" y="1239937"/>
              <a:ext cx="739912" cy="607886"/>
              <a:chOff x="732428" y="1239937"/>
              <a:chExt cx="739912" cy="607886"/>
            </a:xfrm>
          </p:grpSpPr>
          <p:sp>
            <p:nvSpPr>
              <p:cNvPr id="4318" name="Google Shape;4318;p69"/>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69"/>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0" name="Google Shape;4320;p69"/>
            <p:cNvGrpSpPr/>
            <p:nvPr/>
          </p:nvGrpSpPr>
          <p:grpSpPr>
            <a:xfrm>
              <a:off x="732428" y="1277018"/>
              <a:ext cx="702832" cy="533758"/>
              <a:chOff x="732428" y="1277018"/>
              <a:chExt cx="702832" cy="533758"/>
            </a:xfrm>
          </p:grpSpPr>
          <p:sp>
            <p:nvSpPr>
              <p:cNvPr id="4321" name="Google Shape;4321;p69"/>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69"/>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3" name="Google Shape;4323;p69"/>
            <p:cNvGrpSpPr/>
            <p:nvPr/>
          </p:nvGrpSpPr>
          <p:grpSpPr>
            <a:xfrm>
              <a:off x="931170" y="1306653"/>
              <a:ext cx="647179" cy="474455"/>
              <a:chOff x="931170" y="1306653"/>
              <a:chExt cx="647179" cy="474455"/>
            </a:xfrm>
          </p:grpSpPr>
          <p:sp>
            <p:nvSpPr>
              <p:cNvPr id="4324" name="Google Shape;4324;p69"/>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69"/>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26" name="Google Shape;4326;p69"/>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7" name="Google Shape;4327;p69"/>
          <p:cNvGrpSpPr/>
          <p:nvPr/>
        </p:nvGrpSpPr>
        <p:grpSpPr>
          <a:xfrm>
            <a:off x="3948605" y="971313"/>
            <a:ext cx="634656" cy="699982"/>
            <a:chOff x="5985650" y="2860025"/>
            <a:chExt cx="1396075" cy="1539775"/>
          </a:xfrm>
        </p:grpSpPr>
        <p:sp>
          <p:nvSpPr>
            <p:cNvPr id="4328" name="Google Shape;4328;p69"/>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69"/>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69"/>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69"/>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69"/>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69"/>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69"/>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69"/>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69"/>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69"/>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69"/>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69"/>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69"/>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69"/>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69"/>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69"/>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69"/>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69"/>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69"/>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69"/>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69"/>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69"/>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69"/>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69"/>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69"/>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69"/>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69"/>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69"/>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69"/>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69"/>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69"/>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69"/>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0" name="Google Shape;4360;p69"/>
          <p:cNvGrpSpPr/>
          <p:nvPr/>
        </p:nvGrpSpPr>
        <p:grpSpPr>
          <a:xfrm>
            <a:off x="4704254" y="971307"/>
            <a:ext cx="725845" cy="699975"/>
            <a:chOff x="4249973" y="1201875"/>
            <a:chExt cx="1958568" cy="1888762"/>
          </a:xfrm>
        </p:grpSpPr>
        <p:sp>
          <p:nvSpPr>
            <p:cNvPr id="4361" name="Google Shape;4361;p69"/>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62" name="Google Shape;4362;p69"/>
            <p:cNvGrpSpPr/>
            <p:nvPr/>
          </p:nvGrpSpPr>
          <p:grpSpPr>
            <a:xfrm>
              <a:off x="5853086" y="1789142"/>
              <a:ext cx="355454" cy="1048099"/>
              <a:chOff x="5576108" y="2016725"/>
              <a:chExt cx="565200" cy="1666560"/>
            </a:xfrm>
          </p:grpSpPr>
          <p:sp>
            <p:nvSpPr>
              <p:cNvPr id="4363" name="Google Shape;4363;p69"/>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364" name="Google Shape;4364;p69"/>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5" name="Google Shape;4365;p69"/>
            <p:cNvGrpSpPr/>
            <p:nvPr/>
          </p:nvGrpSpPr>
          <p:grpSpPr>
            <a:xfrm>
              <a:off x="4869455" y="2691676"/>
              <a:ext cx="1013897" cy="398961"/>
              <a:chOff x="4012057" y="3451825"/>
              <a:chExt cx="1612175" cy="634379"/>
            </a:xfrm>
          </p:grpSpPr>
          <p:sp>
            <p:nvSpPr>
              <p:cNvPr id="4366" name="Google Shape;4366;p69"/>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367" name="Google Shape;4367;p69"/>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8" name="Google Shape;4368;p69"/>
            <p:cNvGrpSpPr/>
            <p:nvPr/>
          </p:nvGrpSpPr>
          <p:grpSpPr>
            <a:xfrm>
              <a:off x="4276937" y="2155961"/>
              <a:ext cx="651965" cy="891358"/>
              <a:chOff x="3069908" y="2599997"/>
              <a:chExt cx="1036675" cy="1417328"/>
            </a:xfrm>
          </p:grpSpPr>
          <p:sp>
            <p:nvSpPr>
              <p:cNvPr id="4369" name="Google Shape;4369;p69"/>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370" name="Google Shape;4370;p69"/>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1" name="Google Shape;4371;p69"/>
            <p:cNvGrpSpPr/>
            <p:nvPr/>
          </p:nvGrpSpPr>
          <p:grpSpPr>
            <a:xfrm>
              <a:off x="5054918" y="1201875"/>
              <a:ext cx="999548" cy="602711"/>
              <a:chOff x="4306958" y="1082925"/>
              <a:chExt cx="1589359" cy="958358"/>
            </a:xfrm>
          </p:grpSpPr>
          <p:sp>
            <p:nvSpPr>
              <p:cNvPr id="4372" name="Google Shape;4372;p69"/>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373" name="Google Shape;4373;p69"/>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4" name="Google Shape;4374;p69"/>
            <p:cNvGrpSpPr/>
            <p:nvPr/>
          </p:nvGrpSpPr>
          <p:grpSpPr>
            <a:xfrm>
              <a:off x="4249973" y="1303451"/>
              <a:ext cx="799317" cy="841334"/>
              <a:chOff x="3027033" y="1244439"/>
              <a:chExt cx="1270977" cy="1337786"/>
            </a:xfrm>
          </p:grpSpPr>
          <p:sp>
            <p:nvSpPr>
              <p:cNvPr id="4375" name="Google Shape;4375;p69"/>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376" name="Google Shape;4376;p69"/>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77" name="Google Shape;4377;p69"/>
          <p:cNvGrpSpPr/>
          <p:nvPr/>
        </p:nvGrpSpPr>
        <p:grpSpPr>
          <a:xfrm>
            <a:off x="4057119" y="1858087"/>
            <a:ext cx="750769" cy="683784"/>
            <a:chOff x="4204684" y="2104422"/>
            <a:chExt cx="699822" cy="637382"/>
          </a:xfrm>
        </p:grpSpPr>
        <p:grpSp>
          <p:nvGrpSpPr>
            <p:cNvPr id="4378" name="Google Shape;4378;p69"/>
            <p:cNvGrpSpPr/>
            <p:nvPr/>
          </p:nvGrpSpPr>
          <p:grpSpPr>
            <a:xfrm>
              <a:off x="4204684" y="2430067"/>
              <a:ext cx="342957" cy="311738"/>
              <a:chOff x="4204684" y="2430067"/>
              <a:chExt cx="342957" cy="311738"/>
            </a:xfrm>
          </p:grpSpPr>
          <p:sp>
            <p:nvSpPr>
              <p:cNvPr id="4379" name="Google Shape;4379;p69"/>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69"/>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1" name="Google Shape;4381;p69"/>
            <p:cNvGrpSpPr/>
            <p:nvPr/>
          </p:nvGrpSpPr>
          <p:grpSpPr>
            <a:xfrm>
              <a:off x="4561586" y="2430067"/>
              <a:ext cx="342920" cy="311738"/>
              <a:chOff x="4561586" y="2430067"/>
              <a:chExt cx="342920" cy="311738"/>
            </a:xfrm>
          </p:grpSpPr>
          <p:sp>
            <p:nvSpPr>
              <p:cNvPr id="4382" name="Google Shape;4382;p69"/>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69"/>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4" name="Google Shape;4384;p69"/>
            <p:cNvGrpSpPr/>
            <p:nvPr/>
          </p:nvGrpSpPr>
          <p:grpSpPr>
            <a:xfrm>
              <a:off x="4561586" y="2104422"/>
              <a:ext cx="342920" cy="311738"/>
              <a:chOff x="4561586" y="2104422"/>
              <a:chExt cx="342920" cy="311738"/>
            </a:xfrm>
          </p:grpSpPr>
          <p:sp>
            <p:nvSpPr>
              <p:cNvPr id="4385" name="Google Shape;4385;p69"/>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69"/>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7" name="Google Shape;4387;p69"/>
            <p:cNvGrpSpPr/>
            <p:nvPr/>
          </p:nvGrpSpPr>
          <p:grpSpPr>
            <a:xfrm>
              <a:off x="4204684" y="2104422"/>
              <a:ext cx="342957" cy="311664"/>
              <a:chOff x="4204684" y="2104422"/>
              <a:chExt cx="342957" cy="311664"/>
            </a:xfrm>
          </p:grpSpPr>
          <p:sp>
            <p:nvSpPr>
              <p:cNvPr id="4388" name="Google Shape;4388;p69"/>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69"/>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90" name="Google Shape;4390;p69"/>
          <p:cNvGrpSpPr/>
          <p:nvPr/>
        </p:nvGrpSpPr>
        <p:grpSpPr>
          <a:xfrm>
            <a:off x="5521552" y="971301"/>
            <a:ext cx="660591" cy="688867"/>
            <a:chOff x="5830645" y="1267368"/>
            <a:chExt cx="530340" cy="553040"/>
          </a:xfrm>
        </p:grpSpPr>
        <p:sp>
          <p:nvSpPr>
            <p:cNvPr id="4391" name="Google Shape;4391;p69"/>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92" name="Google Shape;4392;p69"/>
            <p:cNvGrpSpPr/>
            <p:nvPr/>
          </p:nvGrpSpPr>
          <p:grpSpPr>
            <a:xfrm>
              <a:off x="5830645" y="1267368"/>
              <a:ext cx="259743" cy="269909"/>
              <a:chOff x="5830645" y="1267368"/>
              <a:chExt cx="259743" cy="269909"/>
            </a:xfrm>
          </p:grpSpPr>
          <p:sp>
            <p:nvSpPr>
              <p:cNvPr id="4393" name="Google Shape;4393;p69"/>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69"/>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5" name="Google Shape;4395;p69"/>
            <p:cNvGrpSpPr/>
            <p:nvPr/>
          </p:nvGrpSpPr>
          <p:grpSpPr>
            <a:xfrm>
              <a:off x="6101293" y="1267368"/>
              <a:ext cx="259692" cy="269909"/>
              <a:chOff x="6101293" y="1267368"/>
              <a:chExt cx="259692" cy="269909"/>
            </a:xfrm>
          </p:grpSpPr>
          <p:sp>
            <p:nvSpPr>
              <p:cNvPr id="4396" name="Google Shape;4396;p69"/>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69"/>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8" name="Google Shape;4398;p69"/>
            <p:cNvGrpSpPr/>
            <p:nvPr/>
          </p:nvGrpSpPr>
          <p:grpSpPr>
            <a:xfrm>
              <a:off x="5830645" y="1550500"/>
              <a:ext cx="259692" cy="269909"/>
              <a:chOff x="5830645" y="1550500"/>
              <a:chExt cx="259692" cy="269909"/>
            </a:xfrm>
          </p:grpSpPr>
          <p:sp>
            <p:nvSpPr>
              <p:cNvPr id="4399" name="Google Shape;4399;p69"/>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69"/>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1" name="Google Shape;4401;p69"/>
            <p:cNvGrpSpPr/>
            <p:nvPr/>
          </p:nvGrpSpPr>
          <p:grpSpPr>
            <a:xfrm>
              <a:off x="6101293" y="1550500"/>
              <a:ext cx="259692" cy="269909"/>
              <a:chOff x="6101293" y="1550500"/>
              <a:chExt cx="259692" cy="269909"/>
            </a:xfrm>
          </p:grpSpPr>
          <p:sp>
            <p:nvSpPr>
              <p:cNvPr id="4402" name="Google Shape;4402;p69"/>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69"/>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04" name="Google Shape;4404;p69"/>
          <p:cNvGrpSpPr/>
          <p:nvPr/>
        </p:nvGrpSpPr>
        <p:grpSpPr>
          <a:xfrm>
            <a:off x="723705" y="1861761"/>
            <a:ext cx="697154" cy="679574"/>
            <a:chOff x="2679875" y="2361475"/>
            <a:chExt cx="780425" cy="760575"/>
          </a:xfrm>
        </p:grpSpPr>
        <p:sp>
          <p:nvSpPr>
            <p:cNvPr id="4405" name="Google Shape;4405;p69"/>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69"/>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69"/>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69"/>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69"/>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69"/>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1" name="Google Shape;4411;p69"/>
          <p:cNvGrpSpPr/>
          <p:nvPr/>
        </p:nvGrpSpPr>
        <p:grpSpPr>
          <a:xfrm>
            <a:off x="3122864" y="971353"/>
            <a:ext cx="735829" cy="684547"/>
            <a:chOff x="3351965" y="1148808"/>
            <a:chExt cx="750770" cy="698375"/>
          </a:xfrm>
        </p:grpSpPr>
        <p:grpSp>
          <p:nvGrpSpPr>
            <p:cNvPr id="4412" name="Google Shape;4412;p69"/>
            <p:cNvGrpSpPr/>
            <p:nvPr/>
          </p:nvGrpSpPr>
          <p:grpSpPr>
            <a:xfrm>
              <a:off x="3586796" y="1148808"/>
              <a:ext cx="294857" cy="286830"/>
              <a:chOff x="3750225" y="1774000"/>
              <a:chExt cx="149575" cy="145525"/>
            </a:xfrm>
          </p:grpSpPr>
          <p:sp>
            <p:nvSpPr>
              <p:cNvPr id="4413" name="Google Shape;4413;p69"/>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69"/>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5" name="Google Shape;4415;p69"/>
            <p:cNvGrpSpPr/>
            <p:nvPr/>
          </p:nvGrpSpPr>
          <p:grpSpPr>
            <a:xfrm>
              <a:off x="3779245" y="1375768"/>
              <a:ext cx="323490" cy="286978"/>
              <a:chOff x="3847850" y="1889150"/>
              <a:chExt cx="164100" cy="145600"/>
            </a:xfrm>
          </p:grpSpPr>
          <p:sp>
            <p:nvSpPr>
              <p:cNvPr id="4416" name="Google Shape;4416;p69"/>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69"/>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8" name="Google Shape;4418;p69"/>
            <p:cNvGrpSpPr/>
            <p:nvPr/>
          </p:nvGrpSpPr>
          <p:grpSpPr>
            <a:xfrm>
              <a:off x="3351965" y="1330435"/>
              <a:ext cx="295449" cy="285401"/>
              <a:chOff x="3631100" y="1866150"/>
              <a:chExt cx="149875" cy="144800"/>
            </a:xfrm>
          </p:grpSpPr>
          <p:sp>
            <p:nvSpPr>
              <p:cNvPr id="4419" name="Google Shape;4419;p69"/>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69"/>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1" name="Google Shape;4421;p69"/>
            <p:cNvGrpSpPr/>
            <p:nvPr/>
          </p:nvGrpSpPr>
          <p:grpSpPr>
            <a:xfrm>
              <a:off x="3548208" y="1560352"/>
              <a:ext cx="294808" cy="286830"/>
              <a:chOff x="3730650" y="1982800"/>
              <a:chExt cx="149550" cy="145525"/>
            </a:xfrm>
          </p:grpSpPr>
          <p:sp>
            <p:nvSpPr>
              <p:cNvPr id="4422" name="Google Shape;4422;p69"/>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69"/>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24" name="Google Shape;4424;p69"/>
          <p:cNvGrpSpPr/>
          <p:nvPr/>
        </p:nvGrpSpPr>
        <p:grpSpPr>
          <a:xfrm>
            <a:off x="7624517" y="971307"/>
            <a:ext cx="804565" cy="677795"/>
            <a:chOff x="7636443" y="1204988"/>
            <a:chExt cx="804565" cy="677795"/>
          </a:xfrm>
        </p:grpSpPr>
        <p:grpSp>
          <p:nvGrpSpPr>
            <p:cNvPr id="4425" name="Google Shape;4425;p69"/>
            <p:cNvGrpSpPr/>
            <p:nvPr/>
          </p:nvGrpSpPr>
          <p:grpSpPr>
            <a:xfrm>
              <a:off x="7636443" y="1509705"/>
              <a:ext cx="804565" cy="373078"/>
              <a:chOff x="7636443" y="1509705"/>
              <a:chExt cx="804565" cy="373078"/>
            </a:xfrm>
          </p:grpSpPr>
          <p:sp>
            <p:nvSpPr>
              <p:cNvPr id="4426" name="Google Shape;4426;p69"/>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69"/>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8" name="Google Shape;4428;p69"/>
            <p:cNvGrpSpPr/>
            <p:nvPr/>
          </p:nvGrpSpPr>
          <p:grpSpPr>
            <a:xfrm>
              <a:off x="7636443" y="1408133"/>
              <a:ext cx="804565" cy="373078"/>
              <a:chOff x="7636443" y="1408133"/>
              <a:chExt cx="804565" cy="373078"/>
            </a:xfrm>
          </p:grpSpPr>
          <p:sp>
            <p:nvSpPr>
              <p:cNvPr id="4429" name="Google Shape;4429;p69"/>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69"/>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1" name="Google Shape;4431;p69"/>
            <p:cNvGrpSpPr/>
            <p:nvPr/>
          </p:nvGrpSpPr>
          <p:grpSpPr>
            <a:xfrm>
              <a:off x="7636443" y="1306560"/>
              <a:ext cx="804565" cy="373078"/>
              <a:chOff x="7636443" y="1306560"/>
              <a:chExt cx="804565" cy="373078"/>
            </a:xfrm>
          </p:grpSpPr>
          <p:sp>
            <p:nvSpPr>
              <p:cNvPr id="4432" name="Google Shape;4432;p69"/>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69"/>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4" name="Google Shape;4434;p69"/>
            <p:cNvGrpSpPr/>
            <p:nvPr/>
          </p:nvGrpSpPr>
          <p:grpSpPr>
            <a:xfrm>
              <a:off x="7636443" y="1204988"/>
              <a:ext cx="804565" cy="373078"/>
              <a:chOff x="7636443" y="1204988"/>
              <a:chExt cx="804565" cy="373078"/>
            </a:xfrm>
          </p:grpSpPr>
          <p:sp>
            <p:nvSpPr>
              <p:cNvPr id="4435" name="Google Shape;4435;p69"/>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69"/>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37" name="Google Shape;4437;p69"/>
          <p:cNvGrpSpPr/>
          <p:nvPr/>
        </p:nvGrpSpPr>
        <p:grpSpPr>
          <a:xfrm>
            <a:off x="4963363" y="1878721"/>
            <a:ext cx="661339" cy="661188"/>
            <a:chOff x="3990000" y="975400"/>
            <a:chExt cx="3934200" cy="3933300"/>
          </a:xfrm>
        </p:grpSpPr>
        <p:sp>
          <p:nvSpPr>
            <p:cNvPr id="4438" name="Google Shape;4438;p69"/>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69"/>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69"/>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69"/>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2" name="Google Shape;4442;p69"/>
          <p:cNvGrpSpPr/>
          <p:nvPr/>
        </p:nvGrpSpPr>
        <p:grpSpPr>
          <a:xfrm>
            <a:off x="6607011" y="1857359"/>
            <a:ext cx="868881" cy="684241"/>
            <a:chOff x="6598259" y="2078634"/>
            <a:chExt cx="868881" cy="684241"/>
          </a:xfrm>
        </p:grpSpPr>
        <p:sp>
          <p:nvSpPr>
            <p:cNvPr id="4443" name="Google Shape;4443;p69"/>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69"/>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69"/>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69"/>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69"/>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69"/>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49" name="Google Shape;4449;p69"/>
            <p:cNvGrpSpPr/>
            <p:nvPr/>
          </p:nvGrpSpPr>
          <p:grpSpPr>
            <a:xfrm>
              <a:off x="6808175" y="2078634"/>
              <a:ext cx="452229" cy="684241"/>
              <a:chOff x="6808175" y="2078634"/>
              <a:chExt cx="452229" cy="684241"/>
            </a:xfrm>
          </p:grpSpPr>
          <p:sp>
            <p:nvSpPr>
              <p:cNvPr id="4450" name="Google Shape;4450;p69"/>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69"/>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69"/>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69"/>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69"/>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69"/>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56" name="Google Shape;4456;p69"/>
              <p:cNvGrpSpPr/>
              <p:nvPr/>
            </p:nvGrpSpPr>
            <p:grpSpPr>
              <a:xfrm>
                <a:off x="6821586" y="2078634"/>
                <a:ext cx="426871" cy="684241"/>
                <a:chOff x="6821586" y="2078634"/>
                <a:chExt cx="426871" cy="684241"/>
              </a:xfrm>
            </p:grpSpPr>
            <p:grpSp>
              <p:nvGrpSpPr>
                <p:cNvPr id="4457" name="Google Shape;4457;p69"/>
                <p:cNvGrpSpPr/>
                <p:nvPr/>
              </p:nvGrpSpPr>
              <p:grpSpPr>
                <a:xfrm>
                  <a:off x="6821586" y="2078634"/>
                  <a:ext cx="426871" cy="684241"/>
                  <a:chOff x="6821586" y="2078634"/>
                  <a:chExt cx="426871" cy="684241"/>
                </a:xfrm>
              </p:grpSpPr>
              <p:sp>
                <p:nvSpPr>
                  <p:cNvPr id="4458" name="Google Shape;4458;p69"/>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69"/>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69"/>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69"/>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69"/>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69"/>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69"/>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69"/>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69"/>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69"/>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69"/>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69"/>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69"/>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69"/>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69"/>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69"/>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69"/>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69"/>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69"/>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77" name="Google Shape;4477;p69"/>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69"/>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69"/>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69"/>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69"/>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69"/>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483" name="Google Shape;4483;p69"/>
          <p:cNvGrpSpPr/>
          <p:nvPr/>
        </p:nvGrpSpPr>
        <p:grpSpPr>
          <a:xfrm>
            <a:off x="716994" y="3531369"/>
            <a:ext cx="1340789" cy="640830"/>
            <a:chOff x="238125" y="1151100"/>
            <a:chExt cx="7139450" cy="3412300"/>
          </a:xfrm>
        </p:grpSpPr>
        <p:sp>
          <p:nvSpPr>
            <p:cNvPr id="4484" name="Google Shape;4484;p69"/>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69"/>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69"/>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69"/>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69"/>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69"/>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69"/>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69"/>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69"/>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69"/>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69"/>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69"/>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6" name="Google Shape;4496;p69"/>
          <p:cNvGrpSpPr/>
          <p:nvPr/>
        </p:nvGrpSpPr>
        <p:grpSpPr>
          <a:xfrm>
            <a:off x="5584217" y="2734650"/>
            <a:ext cx="985357" cy="585764"/>
            <a:chOff x="5145061" y="2881789"/>
            <a:chExt cx="1107641" cy="658458"/>
          </a:xfrm>
        </p:grpSpPr>
        <p:grpSp>
          <p:nvGrpSpPr>
            <p:cNvPr id="4497" name="Google Shape;4497;p69"/>
            <p:cNvGrpSpPr/>
            <p:nvPr/>
          </p:nvGrpSpPr>
          <p:grpSpPr>
            <a:xfrm>
              <a:off x="5722989" y="3244587"/>
              <a:ext cx="529713" cy="295659"/>
              <a:chOff x="5722989" y="3244587"/>
              <a:chExt cx="529713" cy="295659"/>
            </a:xfrm>
          </p:grpSpPr>
          <p:sp>
            <p:nvSpPr>
              <p:cNvPr id="4498" name="Google Shape;4498;p69"/>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499" name="Google Shape;4499;p69"/>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500" name="Google Shape;4500;p69"/>
            <p:cNvGrpSpPr/>
            <p:nvPr/>
          </p:nvGrpSpPr>
          <p:grpSpPr>
            <a:xfrm>
              <a:off x="5145061" y="3244587"/>
              <a:ext cx="536807" cy="295659"/>
              <a:chOff x="5145061" y="3244587"/>
              <a:chExt cx="536807" cy="295659"/>
            </a:xfrm>
          </p:grpSpPr>
          <p:sp>
            <p:nvSpPr>
              <p:cNvPr id="4501" name="Google Shape;4501;p69"/>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502" name="Google Shape;4502;p69"/>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503" name="Google Shape;4503;p69"/>
            <p:cNvGrpSpPr/>
            <p:nvPr/>
          </p:nvGrpSpPr>
          <p:grpSpPr>
            <a:xfrm>
              <a:off x="5341327" y="2898245"/>
              <a:ext cx="532309" cy="614891"/>
              <a:chOff x="5341327" y="2898245"/>
              <a:chExt cx="532309" cy="614891"/>
            </a:xfrm>
          </p:grpSpPr>
          <p:sp>
            <p:nvSpPr>
              <p:cNvPr id="4504" name="Google Shape;4504;p69"/>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505" name="Google Shape;4505;p69"/>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506" name="Google Shape;4506;p69"/>
            <p:cNvGrpSpPr/>
            <p:nvPr/>
          </p:nvGrpSpPr>
          <p:grpSpPr>
            <a:xfrm>
              <a:off x="5532290" y="2881789"/>
              <a:ext cx="620516" cy="305456"/>
              <a:chOff x="5532290" y="2881789"/>
              <a:chExt cx="620516" cy="305456"/>
            </a:xfrm>
          </p:grpSpPr>
          <p:sp>
            <p:nvSpPr>
              <p:cNvPr id="4507" name="Google Shape;4507;p69"/>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508" name="Google Shape;4508;p69"/>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4509" name="Google Shape;4509;p69"/>
          <p:cNvGrpSpPr/>
          <p:nvPr/>
        </p:nvGrpSpPr>
        <p:grpSpPr>
          <a:xfrm>
            <a:off x="8163140" y="3526708"/>
            <a:ext cx="269068" cy="645491"/>
            <a:chOff x="7026852" y="3311869"/>
            <a:chExt cx="434331" cy="1041954"/>
          </a:xfrm>
        </p:grpSpPr>
        <p:sp>
          <p:nvSpPr>
            <p:cNvPr id="4510" name="Google Shape;4510;p69"/>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69"/>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69"/>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3" name="Google Shape;4513;p69"/>
          <p:cNvGrpSpPr/>
          <p:nvPr/>
        </p:nvGrpSpPr>
        <p:grpSpPr>
          <a:xfrm>
            <a:off x="6179721" y="3565945"/>
            <a:ext cx="293882" cy="293836"/>
            <a:chOff x="4873519" y="3311869"/>
            <a:chExt cx="499374" cy="499296"/>
          </a:xfrm>
        </p:grpSpPr>
        <p:sp>
          <p:nvSpPr>
            <p:cNvPr id="4514" name="Google Shape;4514;p69"/>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69"/>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6" name="Google Shape;4516;p69"/>
          <p:cNvGrpSpPr/>
          <p:nvPr/>
        </p:nvGrpSpPr>
        <p:grpSpPr>
          <a:xfrm>
            <a:off x="6179721" y="3878317"/>
            <a:ext cx="293882" cy="293882"/>
            <a:chOff x="4873519" y="3875839"/>
            <a:chExt cx="499374" cy="499374"/>
          </a:xfrm>
        </p:grpSpPr>
        <p:sp>
          <p:nvSpPr>
            <p:cNvPr id="4517" name="Google Shape;4517;p69"/>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69"/>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9" name="Google Shape;4519;p69"/>
          <p:cNvGrpSpPr/>
          <p:nvPr/>
        </p:nvGrpSpPr>
        <p:grpSpPr>
          <a:xfrm>
            <a:off x="2410248" y="1850269"/>
            <a:ext cx="698104" cy="698208"/>
            <a:chOff x="2565073" y="2075876"/>
            <a:chExt cx="672482" cy="672518"/>
          </a:xfrm>
        </p:grpSpPr>
        <p:sp>
          <p:nvSpPr>
            <p:cNvPr id="4520" name="Google Shape;4520;p69"/>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69"/>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69"/>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69"/>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69"/>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69"/>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6" name="Google Shape;4526;p69"/>
          <p:cNvGrpSpPr/>
          <p:nvPr/>
        </p:nvGrpSpPr>
        <p:grpSpPr>
          <a:xfrm>
            <a:off x="5633660" y="3534870"/>
            <a:ext cx="438354" cy="637329"/>
            <a:chOff x="1697726" y="3244179"/>
            <a:chExt cx="788124" cy="1146069"/>
          </a:xfrm>
        </p:grpSpPr>
        <p:sp>
          <p:nvSpPr>
            <p:cNvPr id="4527" name="Google Shape;4527;p69"/>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69"/>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29" name="Google Shape;4529;p69"/>
          <p:cNvSpPr/>
          <p:nvPr/>
        </p:nvSpPr>
        <p:spPr>
          <a:xfrm>
            <a:off x="8130919"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30" name="Google Shape;4530;p69"/>
          <p:cNvGrpSpPr/>
          <p:nvPr/>
        </p:nvGrpSpPr>
        <p:grpSpPr>
          <a:xfrm>
            <a:off x="7634874" y="1863232"/>
            <a:ext cx="799565" cy="670282"/>
            <a:chOff x="7617850" y="2063282"/>
            <a:chExt cx="799565" cy="670282"/>
          </a:xfrm>
        </p:grpSpPr>
        <p:cxnSp>
          <p:nvCxnSpPr>
            <p:cNvPr id="4531" name="Google Shape;4531;p69"/>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532" name="Google Shape;4532;p69"/>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533" name="Google Shape;4533;p69"/>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534" name="Google Shape;4534;p69"/>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535" name="Google Shape;4535;p69"/>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4536" name="Google Shape;4536;p69"/>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4537" name="Google Shape;4537;p69"/>
            <p:cNvGrpSpPr/>
            <p:nvPr/>
          </p:nvGrpSpPr>
          <p:grpSpPr>
            <a:xfrm>
              <a:off x="7734309" y="2063282"/>
              <a:ext cx="570957" cy="620095"/>
              <a:chOff x="7734309" y="2063282"/>
              <a:chExt cx="570957" cy="620095"/>
            </a:xfrm>
          </p:grpSpPr>
          <p:grpSp>
            <p:nvGrpSpPr>
              <p:cNvPr id="4538" name="Google Shape;4538;p69"/>
              <p:cNvGrpSpPr/>
              <p:nvPr/>
            </p:nvGrpSpPr>
            <p:grpSpPr>
              <a:xfrm>
                <a:off x="8031573" y="2063282"/>
                <a:ext cx="273693" cy="620095"/>
                <a:chOff x="8031573" y="2063282"/>
                <a:chExt cx="273693" cy="620095"/>
              </a:xfrm>
            </p:grpSpPr>
            <p:sp>
              <p:nvSpPr>
                <p:cNvPr id="4539" name="Google Shape;4539;p69"/>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69"/>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69"/>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69"/>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3" name="Google Shape;4543;p69"/>
              <p:cNvGrpSpPr/>
              <p:nvPr/>
            </p:nvGrpSpPr>
            <p:grpSpPr>
              <a:xfrm flipH="1">
                <a:off x="7734309" y="2063282"/>
                <a:ext cx="273693" cy="620095"/>
                <a:chOff x="8031573" y="2063282"/>
                <a:chExt cx="273693" cy="620095"/>
              </a:xfrm>
            </p:grpSpPr>
            <p:sp>
              <p:nvSpPr>
                <p:cNvPr id="4544" name="Google Shape;4544;p69"/>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69"/>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69"/>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69"/>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4548" name="Google Shape;4548;p69"/>
          <p:cNvSpPr/>
          <p:nvPr/>
        </p:nvSpPr>
        <p:spPr>
          <a:xfrm>
            <a:off x="7095128"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69"/>
          <p:cNvSpPr/>
          <p:nvPr/>
        </p:nvSpPr>
        <p:spPr>
          <a:xfrm rot="10800000">
            <a:off x="6581310"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50" name="Google Shape;4550;p69"/>
          <p:cNvGrpSpPr/>
          <p:nvPr/>
        </p:nvGrpSpPr>
        <p:grpSpPr>
          <a:xfrm>
            <a:off x="7821480" y="2716716"/>
            <a:ext cx="602567" cy="601884"/>
            <a:chOff x="1186975" y="238125"/>
            <a:chExt cx="5244275" cy="5238325"/>
          </a:xfrm>
        </p:grpSpPr>
        <p:sp>
          <p:nvSpPr>
            <p:cNvPr id="4551" name="Google Shape;4551;p69"/>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69"/>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69"/>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69"/>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5" name="Google Shape;4555;p69"/>
          <p:cNvGrpSpPr/>
          <p:nvPr/>
        </p:nvGrpSpPr>
        <p:grpSpPr>
          <a:xfrm>
            <a:off x="3264218" y="1856199"/>
            <a:ext cx="651848" cy="687338"/>
            <a:chOff x="3400515" y="2056248"/>
            <a:chExt cx="698134" cy="735987"/>
          </a:xfrm>
        </p:grpSpPr>
        <p:grpSp>
          <p:nvGrpSpPr>
            <p:cNvPr id="4556" name="Google Shape;4556;p69"/>
            <p:cNvGrpSpPr/>
            <p:nvPr/>
          </p:nvGrpSpPr>
          <p:grpSpPr>
            <a:xfrm>
              <a:off x="3400515" y="2283913"/>
              <a:ext cx="312919" cy="219900"/>
              <a:chOff x="3400515" y="2283913"/>
              <a:chExt cx="312919" cy="219900"/>
            </a:xfrm>
          </p:grpSpPr>
          <p:sp>
            <p:nvSpPr>
              <p:cNvPr id="4557" name="Google Shape;4557;p69"/>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558" name="Google Shape;4558;p69"/>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4559" name="Google Shape;4559;p69"/>
            <p:cNvGrpSpPr/>
            <p:nvPr/>
          </p:nvGrpSpPr>
          <p:grpSpPr>
            <a:xfrm>
              <a:off x="3547823" y="2461089"/>
              <a:ext cx="219900" cy="331146"/>
              <a:chOff x="3547823" y="2461089"/>
              <a:chExt cx="219900" cy="331146"/>
            </a:xfrm>
          </p:grpSpPr>
          <p:sp>
            <p:nvSpPr>
              <p:cNvPr id="4560" name="Google Shape;4560;p69"/>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561" name="Google Shape;4561;p69"/>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4562" name="Google Shape;4562;p69"/>
            <p:cNvGrpSpPr/>
            <p:nvPr/>
          </p:nvGrpSpPr>
          <p:grpSpPr>
            <a:xfrm>
              <a:off x="3734138" y="2461089"/>
              <a:ext cx="219900" cy="331146"/>
              <a:chOff x="3734138" y="2461089"/>
              <a:chExt cx="219900" cy="331146"/>
            </a:xfrm>
          </p:grpSpPr>
          <p:sp>
            <p:nvSpPr>
              <p:cNvPr id="4563" name="Google Shape;4563;p69"/>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564" name="Google Shape;4564;p69"/>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4565" name="Google Shape;4565;p69"/>
            <p:cNvGrpSpPr/>
            <p:nvPr/>
          </p:nvGrpSpPr>
          <p:grpSpPr>
            <a:xfrm>
              <a:off x="3787560" y="2281742"/>
              <a:ext cx="311089" cy="219900"/>
              <a:chOff x="3787560" y="2281742"/>
              <a:chExt cx="311089" cy="219900"/>
            </a:xfrm>
          </p:grpSpPr>
          <p:sp>
            <p:nvSpPr>
              <p:cNvPr id="4566" name="Google Shape;4566;p69"/>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567" name="Google Shape;4567;p69"/>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4568" name="Google Shape;4568;p69"/>
            <p:cNvGrpSpPr/>
            <p:nvPr/>
          </p:nvGrpSpPr>
          <p:grpSpPr>
            <a:xfrm>
              <a:off x="3637290" y="2056248"/>
              <a:ext cx="219900" cy="330736"/>
              <a:chOff x="3637290" y="2056248"/>
              <a:chExt cx="219900" cy="330736"/>
            </a:xfrm>
          </p:grpSpPr>
          <p:sp>
            <p:nvSpPr>
              <p:cNvPr id="4569" name="Google Shape;4569;p69"/>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4570" name="Google Shape;4570;p69"/>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4571" name="Google Shape;4571;p69"/>
          <p:cNvGrpSpPr/>
          <p:nvPr/>
        </p:nvGrpSpPr>
        <p:grpSpPr>
          <a:xfrm>
            <a:off x="2555923" y="2726206"/>
            <a:ext cx="1268144" cy="592394"/>
            <a:chOff x="238125" y="1188750"/>
            <a:chExt cx="7140450" cy="3335550"/>
          </a:xfrm>
        </p:grpSpPr>
        <p:sp>
          <p:nvSpPr>
            <p:cNvPr id="4572" name="Google Shape;4572;p69"/>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69"/>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69"/>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69"/>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69"/>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7" name="Google Shape;4577;p69"/>
          <p:cNvGrpSpPr/>
          <p:nvPr/>
        </p:nvGrpSpPr>
        <p:grpSpPr>
          <a:xfrm>
            <a:off x="6663824" y="2728360"/>
            <a:ext cx="1053944" cy="590147"/>
            <a:chOff x="238125" y="1335475"/>
            <a:chExt cx="5418735" cy="3034175"/>
          </a:xfrm>
        </p:grpSpPr>
        <p:sp>
          <p:nvSpPr>
            <p:cNvPr id="4578" name="Google Shape;4578;p69"/>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69"/>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69"/>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1" name="Google Shape;4581;p69"/>
          <p:cNvGrpSpPr/>
          <p:nvPr/>
        </p:nvGrpSpPr>
        <p:grpSpPr>
          <a:xfrm>
            <a:off x="4094633" y="3533260"/>
            <a:ext cx="1268207" cy="638939"/>
            <a:chOff x="3967651" y="3645904"/>
            <a:chExt cx="1479304" cy="745292"/>
          </a:xfrm>
        </p:grpSpPr>
        <p:grpSp>
          <p:nvGrpSpPr>
            <p:cNvPr id="4582" name="Google Shape;4582;p69"/>
            <p:cNvGrpSpPr/>
            <p:nvPr/>
          </p:nvGrpSpPr>
          <p:grpSpPr>
            <a:xfrm>
              <a:off x="3967651" y="4009026"/>
              <a:ext cx="1479304" cy="382170"/>
              <a:chOff x="3967651" y="4009026"/>
              <a:chExt cx="1479304" cy="382170"/>
            </a:xfrm>
          </p:grpSpPr>
          <p:grpSp>
            <p:nvGrpSpPr>
              <p:cNvPr id="4583" name="Google Shape;4583;p69"/>
              <p:cNvGrpSpPr/>
              <p:nvPr/>
            </p:nvGrpSpPr>
            <p:grpSpPr>
              <a:xfrm>
                <a:off x="4892216" y="4195630"/>
                <a:ext cx="554739" cy="195566"/>
                <a:chOff x="3604375" y="4892160"/>
                <a:chExt cx="1651500" cy="582215"/>
              </a:xfrm>
            </p:grpSpPr>
            <p:sp>
              <p:nvSpPr>
                <p:cNvPr id="4584" name="Google Shape;4584;p69"/>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69"/>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6" name="Google Shape;4586;p69"/>
              <p:cNvGrpSpPr/>
              <p:nvPr/>
            </p:nvGrpSpPr>
            <p:grpSpPr>
              <a:xfrm>
                <a:off x="3967651" y="4146303"/>
                <a:ext cx="579402" cy="244893"/>
                <a:chOff x="851875" y="4745310"/>
                <a:chExt cx="1724925" cy="729065"/>
              </a:xfrm>
            </p:grpSpPr>
            <p:sp>
              <p:nvSpPr>
                <p:cNvPr id="4587" name="Google Shape;4587;p69"/>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69"/>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9" name="Google Shape;4589;p69"/>
              <p:cNvGrpSpPr/>
              <p:nvPr/>
            </p:nvGrpSpPr>
            <p:grpSpPr>
              <a:xfrm>
                <a:off x="4460753" y="4009026"/>
                <a:ext cx="493110" cy="382170"/>
                <a:chOff x="2319875" y="4336625"/>
                <a:chExt cx="1468025" cy="1137750"/>
              </a:xfrm>
            </p:grpSpPr>
            <p:sp>
              <p:nvSpPr>
                <p:cNvPr id="4590" name="Google Shape;4590;p69"/>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69"/>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92" name="Google Shape;4592;p69"/>
            <p:cNvGrpSpPr/>
            <p:nvPr/>
          </p:nvGrpSpPr>
          <p:grpSpPr>
            <a:xfrm>
              <a:off x="4479443" y="3645904"/>
              <a:ext cx="455965" cy="388789"/>
              <a:chOff x="2957425" y="238100"/>
              <a:chExt cx="1910200" cy="1628775"/>
            </a:xfrm>
          </p:grpSpPr>
          <p:sp>
            <p:nvSpPr>
              <p:cNvPr id="4593" name="Google Shape;4593;p69"/>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69"/>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69"/>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69"/>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69"/>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69"/>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69"/>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69"/>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69"/>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69"/>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03" name="Google Shape;4603;p69"/>
          <p:cNvGrpSpPr/>
          <p:nvPr/>
        </p:nvGrpSpPr>
        <p:grpSpPr>
          <a:xfrm>
            <a:off x="2480746" y="3534460"/>
            <a:ext cx="1243128" cy="637739"/>
            <a:chOff x="2496310" y="3693351"/>
            <a:chExt cx="1342906" cy="688926"/>
          </a:xfrm>
        </p:grpSpPr>
        <p:grpSp>
          <p:nvGrpSpPr>
            <p:cNvPr id="4604" name="Google Shape;4604;p69"/>
            <p:cNvGrpSpPr/>
            <p:nvPr/>
          </p:nvGrpSpPr>
          <p:grpSpPr>
            <a:xfrm>
              <a:off x="2496310" y="3693351"/>
              <a:ext cx="1342906" cy="688875"/>
              <a:chOff x="2496310" y="3693351"/>
              <a:chExt cx="1342906" cy="688875"/>
            </a:xfrm>
          </p:grpSpPr>
          <p:sp>
            <p:nvSpPr>
              <p:cNvPr id="4605" name="Google Shape;4605;p69"/>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69"/>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69"/>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69"/>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69"/>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69"/>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11" name="Google Shape;4611;p69"/>
              <p:cNvCxnSpPr>
                <a:stCxn id="4609"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4612" name="Google Shape;4612;p69"/>
              <p:cNvCxnSpPr>
                <a:stCxn id="4606"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4613" name="Google Shape;4613;p69"/>
              <p:cNvCxnSpPr>
                <a:stCxn id="4607"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4614" name="Google Shape;4614;p69"/>
              <p:cNvCxnSpPr>
                <a:stCxn id="4610"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4615" name="Google Shape;4615;p69"/>
              <p:cNvCxnSpPr>
                <a:stCxn id="4608"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4616" name="Google Shape;4616;p69"/>
            <p:cNvGrpSpPr/>
            <p:nvPr/>
          </p:nvGrpSpPr>
          <p:grpSpPr>
            <a:xfrm>
              <a:off x="2675275" y="3930557"/>
              <a:ext cx="1003306" cy="451719"/>
              <a:chOff x="2675275" y="4174282"/>
              <a:chExt cx="1003306" cy="451719"/>
            </a:xfrm>
          </p:grpSpPr>
          <p:sp>
            <p:nvSpPr>
              <p:cNvPr id="4617" name="Google Shape;4617;p69"/>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69"/>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69"/>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20" name="Google Shape;4620;p69"/>
          <p:cNvGrpSpPr/>
          <p:nvPr/>
        </p:nvGrpSpPr>
        <p:grpSpPr>
          <a:xfrm>
            <a:off x="1654417" y="971307"/>
            <a:ext cx="574511" cy="874709"/>
            <a:chOff x="1715404" y="1112080"/>
            <a:chExt cx="642270" cy="977984"/>
          </a:xfrm>
        </p:grpSpPr>
        <p:grpSp>
          <p:nvGrpSpPr>
            <p:cNvPr id="4621" name="Google Shape;4621;p69"/>
            <p:cNvGrpSpPr/>
            <p:nvPr/>
          </p:nvGrpSpPr>
          <p:grpSpPr>
            <a:xfrm>
              <a:off x="1715404" y="1112080"/>
              <a:ext cx="642270" cy="977984"/>
              <a:chOff x="1715404" y="1112080"/>
              <a:chExt cx="642270" cy="977984"/>
            </a:xfrm>
          </p:grpSpPr>
          <p:sp>
            <p:nvSpPr>
              <p:cNvPr id="4622" name="Google Shape;4622;p69"/>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69"/>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4" name="Google Shape;4624;p69"/>
            <p:cNvGrpSpPr/>
            <p:nvPr/>
          </p:nvGrpSpPr>
          <p:grpSpPr>
            <a:xfrm>
              <a:off x="1768927" y="1165603"/>
              <a:ext cx="535225" cy="851367"/>
              <a:chOff x="1768927" y="1165603"/>
              <a:chExt cx="535225" cy="851367"/>
            </a:xfrm>
          </p:grpSpPr>
          <p:sp>
            <p:nvSpPr>
              <p:cNvPr id="4625" name="Google Shape;4625;p69"/>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69"/>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7" name="Google Shape;4627;p69"/>
            <p:cNvGrpSpPr/>
            <p:nvPr/>
          </p:nvGrpSpPr>
          <p:grpSpPr>
            <a:xfrm>
              <a:off x="1822449" y="1219125"/>
              <a:ext cx="428180" cy="718859"/>
              <a:chOff x="1822449" y="1219125"/>
              <a:chExt cx="428180" cy="718859"/>
            </a:xfrm>
          </p:grpSpPr>
          <p:sp>
            <p:nvSpPr>
              <p:cNvPr id="4628" name="Google Shape;4628;p69"/>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69"/>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0" name="Google Shape;4630;p69"/>
            <p:cNvGrpSpPr/>
            <p:nvPr/>
          </p:nvGrpSpPr>
          <p:grpSpPr>
            <a:xfrm>
              <a:off x="1875972" y="1272648"/>
              <a:ext cx="321135" cy="586939"/>
              <a:chOff x="1875972" y="1272648"/>
              <a:chExt cx="321135" cy="586939"/>
            </a:xfrm>
          </p:grpSpPr>
          <p:sp>
            <p:nvSpPr>
              <p:cNvPr id="4631" name="Google Shape;4631;p69"/>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69"/>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33" name="Google Shape;4633;p69"/>
          <p:cNvGrpSpPr/>
          <p:nvPr/>
        </p:nvGrpSpPr>
        <p:grpSpPr>
          <a:xfrm>
            <a:off x="7761578" y="3528028"/>
            <a:ext cx="293855" cy="644170"/>
            <a:chOff x="241025" y="3151575"/>
            <a:chExt cx="293855" cy="644170"/>
          </a:xfrm>
        </p:grpSpPr>
        <p:sp>
          <p:nvSpPr>
            <p:cNvPr id="4634" name="Google Shape;4634;p69"/>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69"/>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6" name="Google Shape;4636;p69"/>
          <p:cNvGrpSpPr/>
          <p:nvPr/>
        </p:nvGrpSpPr>
        <p:grpSpPr>
          <a:xfrm>
            <a:off x="709562" y="2728028"/>
            <a:ext cx="1779649" cy="591620"/>
            <a:chOff x="246070" y="1983375"/>
            <a:chExt cx="1855347" cy="616849"/>
          </a:xfrm>
        </p:grpSpPr>
        <p:sp>
          <p:nvSpPr>
            <p:cNvPr id="4637" name="Google Shape;4637;p69"/>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69"/>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69"/>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69"/>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69"/>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69"/>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69"/>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69"/>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69"/>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6" name="Google Shape;4646;p69"/>
          <p:cNvGrpSpPr/>
          <p:nvPr/>
        </p:nvGrpSpPr>
        <p:grpSpPr>
          <a:xfrm>
            <a:off x="2320428" y="971307"/>
            <a:ext cx="711055" cy="745993"/>
            <a:chOff x="2496269" y="1171698"/>
            <a:chExt cx="761953" cy="799392"/>
          </a:xfrm>
        </p:grpSpPr>
        <p:grpSp>
          <p:nvGrpSpPr>
            <p:cNvPr id="4647" name="Google Shape;4647;p69"/>
            <p:cNvGrpSpPr/>
            <p:nvPr/>
          </p:nvGrpSpPr>
          <p:grpSpPr>
            <a:xfrm>
              <a:off x="2496269" y="1171698"/>
              <a:ext cx="761953" cy="723022"/>
              <a:chOff x="2496269" y="1171698"/>
              <a:chExt cx="761953" cy="723022"/>
            </a:xfrm>
          </p:grpSpPr>
          <p:sp>
            <p:nvSpPr>
              <p:cNvPr id="4648" name="Google Shape;4648;p69"/>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69"/>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50" name="Google Shape;4650;p69"/>
              <p:cNvGrpSpPr/>
              <p:nvPr/>
            </p:nvGrpSpPr>
            <p:grpSpPr>
              <a:xfrm>
                <a:off x="2496269" y="1171698"/>
                <a:ext cx="761953" cy="723022"/>
                <a:chOff x="2496269" y="1120652"/>
                <a:chExt cx="761953" cy="723022"/>
              </a:xfrm>
            </p:grpSpPr>
            <p:grpSp>
              <p:nvGrpSpPr>
                <p:cNvPr id="4651" name="Google Shape;4651;p69"/>
                <p:cNvGrpSpPr/>
                <p:nvPr/>
              </p:nvGrpSpPr>
              <p:grpSpPr>
                <a:xfrm>
                  <a:off x="2496269" y="1120652"/>
                  <a:ext cx="761953" cy="723022"/>
                  <a:chOff x="2496269" y="1120652"/>
                  <a:chExt cx="761953" cy="723022"/>
                </a:xfrm>
              </p:grpSpPr>
              <p:grpSp>
                <p:nvGrpSpPr>
                  <p:cNvPr id="4652" name="Google Shape;4652;p69"/>
                  <p:cNvGrpSpPr/>
                  <p:nvPr/>
                </p:nvGrpSpPr>
                <p:grpSpPr>
                  <a:xfrm>
                    <a:off x="2496269" y="1304589"/>
                    <a:ext cx="407089" cy="305057"/>
                    <a:chOff x="2496269" y="1304589"/>
                    <a:chExt cx="407089" cy="305057"/>
                  </a:xfrm>
                </p:grpSpPr>
                <p:sp>
                  <p:nvSpPr>
                    <p:cNvPr id="4653" name="Google Shape;4653;p69"/>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69"/>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5" name="Google Shape;4655;p69"/>
                  <p:cNvGrpSpPr/>
                  <p:nvPr/>
                </p:nvGrpSpPr>
                <p:grpSpPr>
                  <a:xfrm>
                    <a:off x="2586468" y="1493376"/>
                    <a:ext cx="358850" cy="349656"/>
                    <a:chOff x="2586468" y="1493376"/>
                    <a:chExt cx="358850" cy="349656"/>
                  </a:xfrm>
                </p:grpSpPr>
                <p:sp>
                  <p:nvSpPr>
                    <p:cNvPr id="4656" name="Google Shape;4656;p69"/>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69"/>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8" name="Google Shape;4658;p69"/>
                  <p:cNvGrpSpPr/>
                  <p:nvPr/>
                </p:nvGrpSpPr>
                <p:grpSpPr>
                  <a:xfrm>
                    <a:off x="2807939" y="1494024"/>
                    <a:ext cx="358857" cy="349650"/>
                    <a:chOff x="2807939" y="1494024"/>
                    <a:chExt cx="358857" cy="349650"/>
                  </a:xfrm>
                </p:grpSpPr>
                <p:sp>
                  <p:nvSpPr>
                    <p:cNvPr id="4659" name="Google Shape;4659;p69"/>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69"/>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1" name="Google Shape;4661;p69"/>
                  <p:cNvGrpSpPr/>
                  <p:nvPr/>
                </p:nvGrpSpPr>
                <p:grpSpPr>
                  <a:xfrm>
                    <a:off x="2851133" y="1305635"/>
                    <a:ext cx="407089" cy="305057"/>
                    <a:chOff x="2851133" y="1305635"/>
                    <a:chExt cx="407089" cy="305057"/>
                  </a:xfrm>
                </p:grpSpPr>
                <p:sp>
                  <p:nvSpPr>
                    <p:cNvPr id="4662" name="Google Shape;4662;p69"/>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69"/>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4" name="Google Shape;4664;p69"/>
                  <p:cNvGrpSpPr/>
                  <p:nvPr/>
                </p:nvGrpSpPr>
                <p:grpSpPr>
                  <a:xfrm>
                    <a:off x="2727495" y="1120652"/>
                    <a:ext cx="300271" cy="396358"/>
                    <a:chOff x="2727495" y="1120652"/>
                    <a:chExt cx="300271" cy="396358"/>
                  </a:xfrm>
                </p:grpSpPr>
                <p:sp>
                  <p:nvSpPr>
                    <p:cNvPr id="4665" name="Google Shape;4665;p69"/>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69"/>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67" name="Google Shape;4667;p69"/>
                <p:cNvGrpSpPr/>
                <p:nvPr/>
              </p:nvGrpSpPr>
              <p:grpSpPr>
                <a:xfrm>
                  <a:off x="2722305" y="1350460"/>
                  <a:ext cx="308357" cy="308344"/>
                  <a:chOff x="2722305" y="1350460"/>
                  <a:chExt cx="308357" cy="308344"/>
                </a:xfrm>
              </p:grpSpPr>
              <p:sp>
                <p:nvSpPr>
                  <p:cNvPr id="4668" name="Google Shape;4668;p69"/>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69" name="Google Shape;4669;p69"/>
                  <p:cNvGrpSpPr/>
                  <p:nvPr/>
                </p:nvGrpSpPr>
                <p:grpSpPr>
                  <a:xfrm>
                    <a:off x="2725064" y="1364529"/>
                    <a:ext cx="297954" cy="280182"/>
                    <a:chOff x="2725064" y="1364529"/>
                    <a:chExt cx="297954" cy="280182"/>
                  </a:xfrm>
                </p:grpSpPr>
                <p:sp>
                  <p:nvSpPr>
                    <p:cNvPr id="4670" name="Google Shape;4670;p69"/>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69"/>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69"/>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69"/>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69"/>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4675" name="Google Shape;4675;p69"/>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69"/>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69"/>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69"/>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69"/>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0" name="Google Shape;4680;p69"/>
          <p:cNvGrpSpPr/>
          <p:nvPr/>
        </p:nvGrpSpPr>
        <p:grpSpPr>
          <a:xfrm>
            <a:off x="3909129" y="2727412"/>
            <a:ext cx="1569144" cy="591015"/>
            <a:chOff x="3820100" y="3023049"/>
            <a:chExt cx="1303926" cy="491162"/>
          </a:xfrm>
        </p:grpSpPr>
        <p:grpSp>
          <p:nvGrpSpPr>
            <p:cNvPr id="4681" name="Google Shape;4681;p69"/>
            <p:cNvGrpSpPr/>
            <p:nvPr/>
          </p:nvGrpSpPr>
          <p:grpSpPr>
            <a:xfrm>
              <a:off x="3820100" y="3023072"/>
              <a:ext cx="1303926" cy="491139"/>
              <a:chOff x="3820100" y="3023072"/>
              <a:chExt cx="1303926" cy="491139"/>
            </a:xfrm>
          </p:grpSpPr>
          <p:sp>
            <p:nvSpPr>
              <p:cNvPr id="4682" name="Google Shape;4682;p69"/>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69"/>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4" name="Google Shape;4684;p69"/>
            <p:cNvGrpSpPr/>
            <p:nvPr/>
          </p:nvGrpSpPr>
          <p:grpSpPr>
            <a:xfrm>
              <a:off x="4132439" y="3023645"/>
              <a:ext cx="393633" cy="177096"/>
              <a:chOff x="4132439" y="3023645"/>
              <a:chExt cx="393633" cy="177096"/>
            </a:xfrm>
          </p:grpSpPr>
          <p:sp>
            <p:nvSpPr>
              <p:cNvPr id="4685" name="Google Shape;4685;p69"/>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69"/>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7" name="Google Shape;4687;p69"/>
            <p:cNvGrpSpPr/>
            <p:nvPr/>
          </p:nvGrpSpPr>
          <p:grpSpPr>
            <a:xfrm>
              <a:off x="3921811" y="3023049"/>
              <a:ext cx="1002397" cy="388943"/>
              <a:chOff x="3921811" y="3023049"/>
              <a:chExt cx="1002397" cy="388943"/>
            </a:xfrm>
          </p:grpSpPr>
          <p:sp>
            <p:nvSpPr>
              <p:cNvPr id="4688" name="Google Shape;4688;p69"/>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69"/>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0" name="Google Shape;4690;p69"/>
            <p:cNvGrpSpPr/>
            <p:nvPr/>
          </p:nvGrpSpPr>
          <p:grpSpPr>
            <a:xfrm>
              <a:off x="4023645" y="3023049"/>
              <a:ext cx="683032" cy="286722"/>
              <a:chOff x="4023645" y="3023049"/>
              <a:chExt cx="683032" cy="286722"/>
            </a:xfrm>
          </p:grpSpPr>
          <p:sp>
            <p:nvSpPr>
              <p:cNvPr id="4691" name="Google Shape;4691;p69"/>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69"/>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93" name="Google Shape;4693;p69"/>
          <p:cNvGrpSpPr/>
          <p:nvPr/>
        </p:nvGrpSpPr>
        <p:grpSpPr>
          <a:xfrm>
            <a:off x="1541251" y="1854258"/>
            <a:ext cx="713522" cy="688025"/>
            <a:chOff x="1706078" y="2092648"/>
            <a:chExt cx="660913" cy="637296"/>
          </a:xfrm>
        </p:grpSpPr>
        <p:sp>
          <p:nvSpPr>
            <p:cNvPr id="4694" name="Google Shape;4694;p69"/>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95" name="Google Shape;4695;p69"/>
            <p:cNvGrpSpPr/>
            <p:nvPr/>
          </p:nvGrpSpPr>
          <p:grpSpPr>
            <a:xfrm>
              <a:off x="1706078" y="2092648"/>
              <a:ext cx="660913" cy="575241"/>
              <a:chOff x="1706078" y="2092648"/>
              <a:chExt cx="660913" cy="575241"/>
            </a:xfrm>
          </p:grpSpPr>
          <p:sp>
            <p:nvSpPr>
              <p:cNvPr id="4696" name="Google Shape;4696;p69"/>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69"/>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69"/>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99" name="Google Shape;4699;p69"/>
          <p:cNvGrpSpPr/>
          <p:nvPr/>
        </p:nvGrpSpPr>
        <p:grpSpPr>
          <a:xfrm>
            <a:off x="6303109" y="971806"/>
            <a:ext cx="1317459" cy="684168"/>
            <a:chOff x="238125" y="999450"/>
            <a:chExt cx="7140700" cy="3708225"/>
          </a:xfrm>
        </p:grpSpPr>
        <p:sp>
          <p:nvSpPr>
            <p:cNvPr id="4700" name="Google Shape;4700;p69"/>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69"/>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69"/>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69"/>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69"/>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69"/>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69"/>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69"/>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69"/>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4712" name="Shape 4712"/>
        <p:cNvGrpSpPr/>
        <p:nvPr/>
      </p:nvGrpSpPr>
      <p:grpSpPr>
        <a:xfrm>
          <a:off x="0" y="0"/>
          <a:ext cx="0" cy="0"/>
          <a:chOff x="0" y="0"/>
          <a:chExt cx="0" cy="0"/>
        </a:xfrm>
      </p:grpSpPr>
      <p:grpSp>
        <p:nvGrpSpPr>
          <p:cNvPr id="4713" name="Google Shape;4713;p70"/>
          <p:cNvGrpSpPr/>
          <p:nvPr/>
        </p:nvGrpSpPr>
        <p:grpSpPr>
          <a:xfrm>
            <a:off x="717027" y="967622"/>
            <a:ext cx="1636117" cy="1526144"/>
            <a:chOff x="729238" y="1179665"/>
            <a:chExt cx="1636117" cy="1526144"/>
          </a:xfrm>
        </p:grpSpPr>
        <p:grpSp>
          <p:nvGrpSpPr>
            <p:cNvPr id="4714" name="Google Shape;4714;p70"/>
            <p:cNvGrpSpPr/>
            <p:nvPr/>
          </p:nvGrpSpPr>
          <p:grpSpPr>
            <a:xfrm>
              <a:off x="729238" y="1179665"/>
              <a:ext cx="80700" cy="1526144"/>
              <a:chOff x="729238" y="1179665"/>
              <a:chExt cx="80700" cy="1526144"/>
            </a:xfrm>
          </p:grpSpPr>
          <p:sp>
            <p:nvSpPr>
              <p:cNvPr id="4715" name="Google Shape;4715;p70"/>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70"/>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70"/>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70"/>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70"/>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70"/>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70"/>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70"/>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70"/>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70"/>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5" name="Google Shape;4725;p70"/>
            <p:cNvGrpSpPr/>
            <p:nvPr/>
          </p:nvGrpSpPr>
          <p:grpSpPr>
            <a:xfrm>
              <a:off x="903098" y="1179665"/>
              <a:ext cx="80700" cy="1526144"/>
              <a:chOff x="903098" y="1179665"/>
              <a:chExt cx="80700" cy="1526144"/>
            </a:xfrm>
          </p:grpSpPr>
          <p:sp>
            <p:nvSpPr>
              <p:cNvPr id="4726" name="Google Shape;4726;p70"/>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70"/>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70"/>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70"/>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70"/>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70"/>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70"/>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70"/>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70"/>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70"/>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6" name="Google Shape;4736;p70"/>
            <p:cNvGrpSpPr/>
            <p:nvPr/>
          </p:nvGrpSpPr>
          <p:grpSpPr>
            <a:xfrm>
              <a:off x="1076958" y="1179665"/>
              <a:ext cx="80700" cy="1526144"/>
              <a:chOff x="1076958" y="1179665"/>
              <a:chExt cx="80700" cy="1526144"/>
            </a:xfrm>
          </p:grpSpPr>
          <p:sp>
            <p:nvSpPr>
              <p:cNvPr id="4737" name="Google Shape;4737;p70"/>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70"/>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70"/>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70"/>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70"/>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70"/>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70"/>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70"/>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70"/>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70"/>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7" name="Google Shape;4747;p70"/>
            <p:cNvGrpSpPr/>
            <p:nvPr/>
          </p:nvGrpSpPr>
          <p:grpSpPr>
            <a:xfrm>
              <a:off x="1247707" y="1179665"/>
              <a:ext cx="80700" cy="1526144"/>
              <a:chOff x="1247707" y="1179665"/>
              <a:chExt cx="80700" cy="1526144"/>
            </a:xfrm>
          </p:grpSpPr>
          <p:sp>
            <p:nvSpPr>
              <p:cNvPr id="4748" name="Google Shape;4748;p70"/>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70"/>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70"/>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70"/>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70"/>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70"/>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70"/>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70"/>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70"/>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70"/>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8" name="Google Shape;4758;p70"/>
            <p:cNvGrpSpPr/>
            <p:nvPr/>
          </p:nvGrpSpPr>
          <p:grpSpPr>
            <a:xfrm>
              <a:off x="1421567" y="1179665"/>
              <a:ext cx="80700" cy="1526144"/>
              <a:chOff x="1421567" y="1179665"/>
              <a:chExt cx="80700" cy="1526144"/>
            </a:xfrm>
          </p:grpSpPr>
          <p:sp>
            <p:nvSpPr>
              <p:cNvPr id="4759" name="Google Shape;4759;p70"/>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70"/>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70"/>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70"/>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70"/>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70"/>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70"/>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70"/>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70"/>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70"/>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9" name="Google Shape;4769;p70"/>
            <p:cNvGrpSpPr/>
            <p:nvPr/>
          </p:nvGrpSpPr>
          <p:grpSpPr>
            <a:xfrm>
              <a:off x="1592327" y="1179665"/>
              <a:ext cx="80700" cy="1526144"/>
              <a:chOff x="1592327" y="1179665"/>
              <a:chExt cx="80700" cy="1526144"/>
            </a:xfrm>
          </p:grpSpPr>
          <p:sp>
            <p:nvSpPr>
              <p:cNvPr id="4770" name="Google Shape;4770;p70"/>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70"/>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70"/>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70"/>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70"/>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70"/>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70"/>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70"/>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70"/>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70"/>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0" name="Google Shape;4780;p70"/>
            <p:cNvGrpSpPr/>
            <p:nvPr/>
          </p:nvGrpSpPr>
          <p:grpSpPr>
            <a:xfrm>
              <a:off x="1766187" y="1179665"/>
              <a:ext cx="80700" cy="1526144"/>
              <a:chOff x="1766187" y="1179665"/>
              <a:chExt cx="80700" cy="1526144"/>
            </a:xfrm>
          </p:grpSpPr>
          <p:sp>
            <p:nvSpPr>
              <p:cNvPr id="4781" name="Google Shape;4781;p70"/>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70"/>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70"/>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70"/>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70"/>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70"/>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70"/>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70"/>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70"/>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70"/>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1" name="Google Shape;4791;p70"/>
            <p:cNvGrpSpPr/>
            <p:nvPr/>
          </p:nvGrpSpPr>
          <p:grpSpPr>
            <a:xfrm>
              <a:off x="1936935" y="1179665"/>
              <a:ext cx="80700" cy="1526144"/>
              <a:chOff x="1936935" y="1179665"/>
              <a:chExt cx="80700" cy="1526144"/>
            </a:xfrm>
          </p:grpSpPr>
          <p:sp>
            <p:nvSpPr>
              <p:cNvPr id="4792" name="Google Shape;4792;p70"/>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70"/>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70"/>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70"/>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70"/>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70"/>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70"/>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70"/>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70"/>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70"/>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2" name="Google Shape;4802;p70"/>
            <p:cNvGrpSpPr/>
            <p:nvPr/>
          </p:nvGrpSpPr>
          <p:grpSpPr>
            <a:xfrm>
              <a:off x="2110795" y="1179665"/>
              <a:ext cx="80700" cy="1526144"/>
              <a:chOff x="2110795" y="1179665"/>
              <a:chExt cx="80700" cy="1526144"/>
            </a:xfrm>
          </p:grpSpPr>
          <p:sp>
            <p:nvSpPr>
              <p:cNvPr id="4803" name="Google Shape;4803;p70"/>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70"/>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70"/>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70"/>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70"/>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70"/>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70"/>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70"/>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70"/>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70"/>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3" name="Google Shape;4813;p70"/>
            <p:cNvGrpSpPr/>
            <p:nvPr/>
          </p:nvGrpSpPr>
          <p:grpSpPr>
            <a:xfrm>
              <a:off x="2284655" y="1179665"/>
              <a:ext cx="80700" cy="1526144"/>
              <a:chOff x="2284655" y="1179665"/>
              <a:chExt cx="80700" cy="1526144"/>
            </a:xfrm>
          </p:grpSpPr>
          <p:sp>
            <p:nvSpPr>
              <p:cNvPr id="4814" name="Google Shape;4814;p70"/>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70"/>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70"/>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70"/>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70"/>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70"/>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70"/>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70"/>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70"/>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70"/>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24" name="Google Shape;4824;p70"/>
          <p:cNvGrpSpPr/>
          <p:nvPr/>
        </p:nvGrpSpPr>
        <p:grpSpPr>
          <a:xfrm>
            <a:off x="2611693" y="986760"/>
            <a:ext cx="1364248" cy="1102133"/>
            <a:chOff x="2623904" y="1198803"/>
            <a:chExt cx="1364248" cy="1102133"/>
          </a:xfrm>
        </p:grpSpPr>
        <p:grpSp>
          <p:nvGrpSpPr>
            <p:cNvPr id="4825" name="Google Shape;4825;p70"/>
            <p:cNvGrpSpPr/>
            <p:nvPr/>
          </p:nvGrpSpPr>
          <p:grpSpPr>
            <a:xfrm>
              <a:off x="2623907" y="1198803"/>
              <a:ext cx="1364245" cy="273000"/>
              <a:chOff x="2623907" y="1198803"/>
              <a:chExt cx="1364245" cy="273000"/>
            </a:xfrm>
          </p:grpSpPr>
          <p:sp>
            <p:nvSpPr>
              <p:cNvPr id="4826" name="Google Shape;4826;p70"/>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70"/>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70"/>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70"/>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70"/>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1" name="Google Shape;4831;p70"/>
            <p:cNvGrpSpPr/>
            <p:nvPr/>
          </p:nvGrpSpPr>
          <p:grpSpPr>
            <a:xfrm>
              <a:off x="2623904" y="1476964"/>
              <a:ext cx="1364245" cy="273000"/>
              <a:chOff x="2623904" y="1476964"/>
              <a:chExt cx="1364245" cy="273000"/>
            </a:xfrm>
          </p:grpSpPr>
          <p:sp>
            <p:nvSpPr>
              <p:cNvPr id="4832" name="Google Shape;4832;p70"/>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70"/>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70"/>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70"/>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70"/>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7" name="Google Shape;4837;p70"/>
            <p:cNvGrpSpPr/>
            <p:nvPr/>
          </p:nvGrpSpPr>
          <p:grpSpPr>
            <a:xfrm>
              <a:off x="2623907" y="1749775"/>
              <a:ext cx="1364245" cy="273000"/>
              <a:chOff x="2623907" y="1749775"/>
              <a:chExt cx="1364245" cy="273000"/>
            </a:xfrm>
          </p:grpSpPr>
          <p:sp>
            <p:nvSpPr>
              <p:cNvPr id="4838" name="Google Shape;4838;p70"/>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70"/>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70"/>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70"/>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70"/>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3" name="Google Shape;4843;p70"/>
            <p:cNvGrpSpPr/>
            <p:nvPr/>
          </p:nvGrpSpPr>
          <p:grpSpPr>
            <a:xfrm>
              <a:off x="2623904" y="2027936"/>
              <a:ext cx="1364245" cy="273000"/>
              <a:chOff x="2623904" y="2027936"/>
              <a:chExt cx="1364245" cy="273000"/>
            </a:xfrm>
          </p:grpSpPr>
          <p:sp>
            <p:nvSpPr>
              <p:cNvPr id="4844" name="Google Shape;4844;p70"/>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70"/>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70"/>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70"/>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70"/>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49" name="Google Shape;4849;p70"/>
          <p:cNvGrpSpPr/>
          <p:nvPr/>
        </p:nvGrpSpPr>
        <p:grpSpPr>
          <a:xfrm>
            <a:off x="2601154" y="2445833"/>
            <a:ext cx="1387541" cy="159124"/>
            <a:chOff x="3200660" y="2180272"/>
            <a:chExt cx="2563824" cy="378237"/>
          </a:xfrm>
        </p:grpSpPr>
        <p:sp>
          <p:nvSpPr>
            <p:cNvPr id="4850" name="Google Shape;4850;p70"/>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70"/>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70"/>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70"/>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70"/>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70"/>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70"/>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70"/>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70"/>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70"/>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70"/>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70"/>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70"/>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70"/>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70"/>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70"/>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70"/>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70"/>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8" name="Google Shape;4868;p70"/>
          <p:cNvGrpSpPr/>
          <p:nvPr/>
        </p:nvGrpSpPr>
        <p:grpSpPr>
          <a:xfrm>
            <a:off x="2597679" y="2723597"/>
            <a:ext cx="1390502" cy="159625"/>
            <a:chOff x="3530150" y="2790075"/>
            <a:chExt cx="1962600" cy="225300"/>
          </a:xfrm>
        </p:grpSpPr>
        <p:sp>
          <p:nvSpPr>
            <p:cNvPr id="4869" name="Google Shape;4869;p70"/>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70"/>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1" name="Google Shape;4871;p70"/>
          <p:cNvGrpSpPr/>
          <p:nvPr/>
        </p:nvGrpSpPr>
        <p:grpSpPr>
          <a:xfrm>
            <a:off x="2597736" y="3001862"/>
            <a:ext cx="1411629" cy="154175"/>
            <a:chOff x="3558802" y="4011244"/>
            <a:chExt cx="1866000" cy="111600"/>
          </a:xfrm>
        </p:grpSpPr>
        <p:sp>
          <p:nvSpPr>
            <p:cNvPr id="4872" name="Google Shape;4872;p70"/>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70"/>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4" name="Google Shape;4874;p70"/>
          <p:cNvGrpSpPr/>
          <p:nvPr/>
        </p:nvGrpSpPr>
        <p:grpSpPr>
          <a:xfrm>
            <a:off x="2598024" y="2207432"/>
            <a:ext cx="1383503" cy="119761"/>
            <a:chOff x="3465975" y="2270258"/>
            <a:chExt cx="1986364" cy="171947"/>
          </a:xfrm>
        </p:grpSpPr>
        <p:sp>
          <p:nvSpPr>
            <p:cNvPr id="4875" name="Google Shape;4875;p70"/>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70"/>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70"/>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70"/>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70"/>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70"/>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70"/>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70"/>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3" name="Google Shape;4883;p70"/>
          <p:cNvGrpSpPr/>
          <p:nvPr/>
        </p:nvGrpSpPr>
        <p:grpSpPr>
          <a:xfrm>
            <a:off x="2609031" y="3571205"/>
            <a:ext cx="1369531" cy="195460"/>
            <a:chOff x="723300" y="4253549"/>
            <a:chExt cx="2276482" cy="324900"/>
          </a:xfrm>
        </p:grpSpPr>
        <p:sp>
          <p:nvSpPr>
            <p:cNvPr id="4884" name="Google Shape;4884;p70"/>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70"/>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70"/>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70"/>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70"/>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9" name="Google Shape;4889;p70"/>
          <p:cNvGrpSpPr/>
          <p:nvPr/>
        </p:nvGrpSpPr>
        <p:grpSpPr>
          <a:xfrm>
            <a:off x="2598592" y="3272446"/>
            <a:ext cx="1389066" cy="180119"/>
            <a:chOff x="705948" y="3788465"/>
            <a:chExt cx="2308953" cy="299400"/>
          </a:xfrm>
        </p:grpSpPr>
        <p:sp>
          <p:nvSpPr>
            <p:cNvPr id="4890" name="Google Shape;4890;p70"/>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70"/>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70"/>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70"/>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70"/>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5" name="Google Shape;4895;p70"/>
          <p:cNvGrpSpPr/>
          <p:nvPr/>
        </p:nvGrpSpPr>
        <p:grpSpPr>
          <a:xfrm>
            <a:off x="4195583" y="1876400"/>
            <a:ext cx="1433821" cy="191501"/>
            <a:chOff x="4273350" y="2088443"/>
            <a:chExt cx="1433821" cy="191501"/>
          </a:xfrm>
        </p:grpSpPr>
        <p:grpSp>
          <p:nvGrpSpPr>
            <p:cNvPr id="4896" name="Google Shape;4896;p70"/>
            <p:cNvGrpSpPr/>
            <p:nvPr/>
          </p:nvGrpSpPr>
          <p:grpSpPr>
            <a:xfrm>
              <a:off x="4273350" y="2088443"/>
              <a:ext cx="1433821" cy="0"/>
              <a:chOff x="5224975" y="2962250"/>
              <a:chExt cx="1544400" cy="0"/>
            </a:xfrm>
          </p:grpSpPr>
          <p:cxnSp>
            <p:nvCxnSpPr>
              <p:cNvPr id="4897" name="Google Shape;4897;p70"/>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4898" name="Google Shape;4898;p70"/>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4899" name="Google Shape;4899;p70"/>
            <p:cNvGrpSpPr/>
            <p:nvPr/>
          </p:nvGrpSpPr>
          <p:grpSpPr>
            <a:xfrm>
              <a:off x="4273350" y="2279944"/>
              <a:ext cx="1433821" cy="0"/>
              <a:chOff x="5224975" y="2962250"/>
              <a:chExt cx="1544400" cy="0"/>
            </a:xfrm>
          </p:grpSpPr>
          <p:cxnSp>
            <p:nvCxnSpPr>
              <p:cNvPr id="4900" name="Google Shape;4900;p70"/>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4901" name="Google Shape;4901;p70"/>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4902" name="Google Shape;4902;p70"/>
          <p:cNvGrpSpPr/>
          <p:nvPr/>
        </p:nvGrpSpPr>
        <p:grpSpPr>
          <a:xfrm>
            <a:off x="2646529" y="3885304"/>
            <a:ext cx="1304609" cy="294074"/>
            <a:chOff x="2658741" y="4097347"/>
            <a:chExt cx="1304609" cy="294074"/>
          </a:xfrm>
        </p:grpSpPr>
        <p:grpSp>
          <p:nvGrpSpPr>
            <p:cNvPr id="4903" name="Google Shape;4903;p70"/>
            <p:cNvGrpSpPr/>
            <p:nvPr/>
          </p:nvGrpSpPr>
          <p:grpSpPr>
            <a:xfrm>
              <a:off x="2658741" y="4097347"/>
              <a:ext cx="118572" cy="294074"/>
              <a:chOff x="3343310" y="4475555"/>
              <a:chExt cx="127717" cy="316753"/>
            </a:xfrm>
          </p:grpSpPr>
          <p:sp>
            <p:nvSpPr>
              <p:cNvPr id="4904" name="Google Shape;4904;p70"/>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70"/>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6" name="Google Shape;4906;p70"/>
            <p:cNvGrpSpPr/>
            <p:nvPr/>
          </p:nvGrpSpPr>
          <p:grpSpPr>
            <a:xfrm>
              <a:off x="3815519" y="4098388"/>
              <a:ext cx="147831" cy="291991"/>
              <a:chOff x="3527539" y="4476677"/>
              <a:chExt cx="159232" cy="314510"/>
            </a:xfrm>
          </p:grpSpPr>
          <p:sp>
            <p:nvSpPr>
              <p:cNvPr id="4907" name="Google Shape;4907;p7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7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9" name="Google Shape;4909;p70"/>
            <p:cNvGrpSpPr/>
            <p:nvPr/>
          </p:nvGrpSpPr>
          <p:grpSpPr>
            <a:xfrm>
              <a:off x="3511696" y="4098388"/>
              <a:ext cx="147831" cy="291991"/>
              <a:chOff x="3527539" y="4476677"/>
              <a:chExt cx="159232" cy="314510"/>
            </a:xfrm>
          </p:grpSpPr>
          <p:sp>
            <p:nvSpPr>
              <p:cNvPr id="4910" name="Google Shape;4910;p7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7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2" name="Google Shape;4912;p70"/>
            <p:cNvGrpSpPr/>
            <p:nvPr/>
          </p:nvGrpSpPr>
          <p:grpSpPr>
            <a:xfrm>
              <a:off x="3207874" y="4098388"/>
              <a:ext cx="147831" cy="291991"/>
              <a:chOff x="3527539" y="4476677"/>
              <a:chExt cx="159232" cy="314510"/>
            </a:xfrm>
          </p:grpSpPr>
          <p:sp>
            <p:nvSpPr>
              <p:cNvPr id="4913" name="Google Shape;4913;p7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7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5" name="Google Shape;4915;p70"/>
            <p:cNvGrpSpPr/>
            <p:nvPr/>
          </p:nvGrpSpPr>
          <p:grpSpPr>
            <a:xfrm>
              <a:off x="2933305" y="4097347"/>
              <a:ext cx="118572" cy="294074"/>
              <a:chOff x="3343310" y="4475555"/>
              <a:chExt cx="127717" cy="316753"/>
            </a:xfrm>
          </p:grpSpPr>
          <p:sp>
            <p:nvSpPr>
              <p:cNvPr id="4916" name="Google Shape;4916;p70"/>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70"/>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18" name="Google Shape;4918;p70"/>
          <p:cNvGrpSpPr/>
          <p:nvPr/>
        </p:nvGrpSpPr>
        <p:grpSpPr>
          <a:xfrm>
            <a:off x="4197138" y="963998"/>
            <a:ext cx="1430711" cy="751237"/>
            <a:chOff x="5159450" y="1919950"/>
            <a:chExt cx="1541050" cy="862500"/>
          </a:xfrm>
        </p:grpSpPr>
        <p:sp>
          <p:nvSpPr>
            <p:cNvPr id="4919" name="Google Shape;4919;p70"/>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4920" name="Google Shape;4920;p70"/>
            <p:cNvGrpSpPr/>
            <p:nvPr/>
          </p:nvGrpSpPr>
          <p:grpSpPr>
            <a:xfrm>
              <a:off x="5159450" y="1919950"/>
              <a:ext cx="1541050" cy="862500"/>
              <a:chOff x="5159450" y="1919950"/>
              <a:chExt cx="1541050" cy="862500"/>
            </a:xfrm>
          </p:grpSpPr>
          <p:cxnSp>
            <p:nvCxnSpPr>
              <p:cNvPr id="4921" name="Google Shape;4921;p70"/>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4922" name="Google Shape;4922;p70"/>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4923" name="Google Shape;4923;p70"/>
          <p:cNvGrpSpPr/>
          <p:nvPr/>
        </p:nvGrpSpPr>
        <p:grpSpPr>
          <a:xfrm>
            <a:off x="4245275" y="2227768"/>
            <a:ext cx="1334436" cy="967914"/>
            <a:chOff x="4294923" y="2439811"/>
            <a:chExt cx="1334436" cy="967914"/>
          </a:xfrm>
        </p:grpSpPr>
        <p:grpSp>
          <p:nvGrpSpPr>
            <p:cNvPr id="4924" name="Google Shape;4924;p70"/>
            <p:cNvGrpSpPr/>
            <p:nvPr/>
          </p:nvGrpSpPr>
          <p:grpSpPr>
            <a:xfrm>
              <a:off x="4960455" y="2469658"/>
              <a:ext cx="668904" cy="885524"/>
              <a:chOff x="4960455" y="2469658"/>
              <a:chExt cx="668904" cy="885524"/>
            </a:xfrm>
          </p:grpSpPr>
          <p:sp>
            <p:nvSpPr>
              <p:cNvPr id="4925" name="Google Shape;4925;p70"/>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70"/>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70"/>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70"/>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70"/>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70"/>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1" name="Google Shape;4931;p70"/>
            <p:cNvGrpSpPr/>
            <p:nvPr/>
          </p:nvGrpSpPr>
          <p:grpSpPr>
            <a:xfrm>
              <a:off x="4294923" y="2469658"/>
              <a:ext cx="668951" cy="885524"/>
              <a:chOff x="4294923" y="2469658"/>
              <a:chExt cx="668951" cy="885524"/>
            </a:xfrm>
          </p:grpSpPr>
          <p:sp>
            <p:nvSpPr>
              <p:cNvPr id="4932" name="Google Shape;4932;p70"/>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70"/>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70"/>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70"/>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70"/>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70"/>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38" name="Google Shape;4938;p70"/>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9" name="Google Shape;4939;p70"/>
          <p:cNvGrpSpPr/>
          <p:nvPr/>
        </p:nvGrpSpPr>
        <p:grpSpPr>
          <a:xfrm>
            <a:off x="4231478" y="3282213"/>
            <a:ext cx="1430949" cy="897289"/>
            <a:chOff x="4351371" y="3547942"/>
            <a:chExt cx="1345130" cy="843475"/>
          </a:xfrm>
        </p:grpSpPr>
        <p:grpSp>
          <p:nvGrpSpPr>
            <p:cNvPr id="4940" name="Google Shape;4940;p70"/>
            <p:cNvGrpSpPr/>
            <p:nvPr/>
          </p:nvGrpSpPr>
          <p:grpSpPr>
            <a:xfrm>
              <a:off x="4351371" y="4209917"/>
              <a:ext cx="1345130" cy="181500"/>
              <a:chOff x="4351371" y="4209917"/>
              <a:chExt cx="1345130" cy="181500"/>
            </a:xfrm>
          </p:grpSpPr>
          <p:sp>
            <p:nvSpPr>
              <p:cNvPr id="4941" name="Google Shape;4941;p70"/>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42" name="Google Shape;4942;p70"/>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4943" name="Google Shape;4943;p70"/>
            <p:cNvGrpSpPr/>
            <p:nvPr/>
          </p:nvGrpSpPr>
          <p:grpSpPr>
            <a:xfrm>
              <a:off x="4403010" y="3985221"/>
              <a:ext cx="1109518" cy="181500"/>
              <a:chOff x="4403010" y="3985221"/>
              <a:chExt cx="1109518" cy="181500"/>
            </a:xfrm>
          </p:grpSpPr>
          <p:sp>
            <p:nvSpPr>
              <p:cNvPr id="4944" name="Google Shape;4944;p70"/>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45" name="Google Shape;4945;p70"/>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4946" name="Google Shape;4946;p70"/>
            <p:cNvGrpSpPr/>
            <p:nvPr/>
          </p:nvGrpSpPr>
          <p:grpSpPr>
            <a:xfrm>
              <a:off x="4618704" y="3766582"/>
              <a:ext cx="807858" cy="181500"/>
              <a:chOff x="4618704" y="3766582"/>
              <a:chExt cx="807858" cy="181500"/>
            </a:xfrm>
          </p:grpSpPr>
          <p:sp>
            <p:nvSpPr>
              <p:cNvPr id="4947" name="Google Shape;4947;p70"/>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48" name="Google Shape;4948;p70"/>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4949" name="Google Shape;4949;p70"/>
            <p:cNvGrpSpPr/>
            <p:nvPr/>
          </p:nvGrpSpPr>
          <p:grpSpPr>
            <a:xfrm>
              <a:off x="4735238" y="3547942"/>
              <a:ext cx="462839" cy="181500"/>
              <a:chOff x="4735238" y="3547942"/>
              <a:chExt cx="462839" cy="181500"/>
            </a:xfrm>
          </p:grpSpPr>
          <p:sp>
            <p:nvSpPr>
              <p:cNvPr id="4950" name="Google Shape;4950;p70"/>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51" name="Google Shape;4951;p70"/>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4952" name="Google Shape;4952;p70"/>
          <p:cNvGrpSpPr/>
          <p:nvPr/>
        </p:nvGrpSpPr>
        <p:grpSpPr>
          <a:xfrm>
            <a:off x="7407836" y="2217537"/>
            <a:ext cx="1020955" cy="928853"/>
            <a:chOff x="926675" y="238125"/>
            <a:chExt cx="5755100" cy="5232975"/>
          </a:xfrm>
        </p:grpSpPr>
        <p:sp>
          <p:nvSpPr>
            <p:cNvPr id="4953" name="Google Shape;4953;p70"/>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70"/>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70"/>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70"/>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7" name="Google Shape;4957;p70"/>
          <p:cNvGrpSpPr/>
          <p:nvPr/>
        </p:nvGrpSpPr>
        <p:grpSpPr>
          <a:xfrm>
            <a:off x="715210" y="2616272"/>
            <a:ext cx="1695374" cy="1560837"/>
            <a:chOff x="727421" y="2828315"/>
            <a:chExt cx="1695374" cy="1560837"/>
          </a:xfrm>
        </p:grpSpPr>
        <p:grpSp>
          <p:nvGrpSpPr>
            <p:cNvPr id="4958" name="Google Shape;4958;p70"/>
            <p:cNvGrpSpPr/>
            <p:nvPr/>
          </p:nvGrpSpPr>
          <p:grpSpPr>
            <a:xfrm>
              <a:off x="727421" y="2828315"/>
              <a:ext cx="1695374" cy="1560837"/>
              <a:chOff x="734799" y="2782450"/>
              <a:chExt cx="1571100" cy="1577400"/>
            </a:xfrm>
          </p:grpSpPr>
          <p:cxnSp>
            <p:nvCxnSpPr>
              <p:cNvPr id="4959" name="Google Shape;4959;p70"/>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4960" name="Google Shape;4960;p70"/>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4961" name="Google Shape;4961;p70"/>
            <p:cNvGrpSpPr/>
            <p:nvPr/>
          </p:nvGrpSpPr>
          <p:grpSpPr>
            <a:xfrm>
              <a:off x="819108" y="2882501"/>
              <a:ext cx="1556791" cy="1426186"/>
              <a:chOff x="819108" y="2882501"/>
              <a:chExt cx="1556791" cy="1426186"/>
            </a:xfrm>
          </p:grpSpPr>
          <p:grpSp>
            <p:nvGrpSpPr>
              <p:cNvPr id="4962" name="Google Shape;4962;p70"/>
              <p:cNvGrpSpPr/>
              <p:nvPr/>
            </p:nvGrpSpPr>
            <p:grpSpPr>
              <a:xfrm>
                <a:off x="819108" y="2882501"/>
                <a:ext cx="103104" cy="1426186"/>
                <a:chOff x="4674013" y="3100904"/>
                <a:chExt cx="122758" cy="1698043"/>
              </a:xfrm>
            </p:grpSpPr>
            <p:sp>
              <p:nvSpPr>
                <p:cNvPr id="4963" name="Google Shape;4963;p70"/>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70"/>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70"/>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70"/>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70"/>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70"/>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70"/>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0" name="Google Shape;4970;p70"/>
              <p:cNvGrpSpPr/>
              <p:nvPr/>
            </p:nvGrpSpPr>
            <p:grpSpPr>
              <a:xfrm>
                <a:off x="1062475" y="2882501"/>
                <a:ext cx="103104" cy="1426186"/>
                <a:chOff x="4940438" y="3100904"/>
                <a:chExt cx="122758" cy="1698043"/>
              </a:xfrm>
            </p:grpSpPr>
            <p:sp>
              <p:nvSpPr>
                <p:cNvPr id="4971" name="Google Shape;4971;p70"/>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70"/>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70"/>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70"/>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70"/>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70"/>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70"/>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8" name="Google Shape;4978;p70"/>
              <p:cNvGrpSpPr/>
              <p:nvPr/>
            </p:nvGrpSpPr>
            <p:grpSpPr>
              <a:xfrm>
                <a:off x="1299324" y="2882501"/>
                <a:ext cx="103104" cy="1426186"/>
                <a:chOff x="5206863" y="3100904"/>
                <a:chExt cx="122758" cy="1698043"/>
              </a:xfrm>
            </p:grpSpPr>
            <p:sp>
              <p:nvSpPr>
                <p:cNvPr id="4979" name="Google Shape;4979;p70"/>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70"/>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70"/>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70"/>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70"/>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70"/>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70"/>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6" name="Google Shape;4986;p70"/>
              <p:cNvGrpSpPr/>
              <p:nvPr/>
            </p:nvGrpSpPr>
            <p:grpSpPr>
              <a:xfrm>
                <a:off x="1786057" y="2882501"/>
                <a:ext cx="103104" cy="1426186"/>
                <a:chOff x="6006138" y="3143629"/>
                <a:chExt cx="122758" cy="1698043"/>
              </a:xfrm>
            </p:grpSpPr>
            <p:sp>
              <p:nvSpPr>
                <p:cNvPr id="4987" name="Google Shape;4987;p70"/>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70"/>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70"/>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70"/>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70"/>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70"/>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70"/>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4" name="Google Shape;4994;p70"/>
              <p:cNvGrpSpPr/>
              <p:nvPr/>
            </p:nvGrpSpPr>
            <p:grpSpPr>
              <a:xfrm>
                <a:off x="2029422" y="2882501"/>
                <a:ext cx="103104" cy="1426186"/>
                <a:chOff x="6805413" y="3100904"/>
                <a:chExt cx="122758" cy="1698043"/>
              </a:xfrm>
            </p:grpSpPr>
            <p:sp>
              <p:nvSpPr>
                <p:cNvPr id="4995" name="Google Shape;4995;p70"/>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70"/>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70"/>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70"/>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70"/>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70"/>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70"/>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2" name="Google Shape;5002;p70"/>
              <p:cNvGrpSpPr/>
              <p:nvPr/>
            </p:nvGrpSpPr>
            <p:grpSpPr>
              <a:xfrm>
                <a:off x="2272795" y="2882501"/>
                <a:ext cx="103104" cy="1426186"/>
                <a:chOff x="5206863" y="3100904"/>
                <a:chExt cx="122758" cy="1698043"/>
              </a:xfrm>
            </p:grpSpPr>
            <p:sp>
              <p:nvSpPr>
                <p:cNvPr id="5003" name="Google Shape;5003;p70"/>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70"/>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70"/>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70"/>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70"/>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70"/>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70"/>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0" name="Google Shape;5010;p70"/>
              <p:cNvGrpSpPr/>
              <p:nvPr/>
            </p:nvGrpSpPr>
            <p:grpSpPr>
              <a:xfrm>
                <a:off x="1542694" y="2882501"/>
                <a:ext cx="103104" cy="1426186"/>
                <a:chOff x="6006138" y="3143629"/>
                <a:chExt cx="122758" cy="1698043"/>
              </a:xfrm>
            </p:grpSpPr>
            <p:sp>
              <p:nvSpPr>
                <p:cNvPr id="5011" name="Google Shape;5011;p70"/>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70"/>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70"/>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70"/>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70"/>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70"/>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70"/>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018" name="Google Shape;5018;p70"/>
          <p:cNvGrpSpPr/>
          <p:nvPr/>
        </p:nvGrpSpPr>
        <p:grpSpPr>
          <a:xfrm>
            <a:off x="5671260" y="3305994"/>
            <a:ext cx="2749952" cy="870677"/>
            <a:chOff x="238125" y="1725700"/>
            <a:chExt cx="7139025" cy="2260325"/>
          </a:xfrm>
        </p:grpSpPr>
        <p:sp>
          <p:nvSpPr>
            <p:cNvPr id="5019" name="Google Shape;5019;p70"/>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70"/>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70"/>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70"/>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70"/>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70"/>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70"/>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70"/>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70"/>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70"/>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9" name="Google Shape;5029;p70"/>
          <p:cNvGrpSpPr/>
          <p:nvPr/>
        </p:nvGrpSpPr>
        <p:grpSpPr>
          <a:xfrm>
            <a:off x="5941424" y="2247740"/>
            <a:ext cx="1105452" cy="916747"/>
            <a:chOff x="5249100" y="1210600"/>
            <a:chExt cx="3502700" cy="2904775"/>
          </a:xfrm>
        </p:grpSpPr>
        <p:sp>
          <p:nvSpPr>
            <p:cNvPr id="5030" name="Google Shape;5030;p70"/>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70"/>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70"/>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70"/>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34" name="Google Shape;5034;p70"/>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5035" name="Google Shape;5035;p70"/>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5036" name="Google Shape;5036;p70"/>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5037" name="Google Shape;5037;p70"/>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5038" name="Google Shape;5038;p70"/>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9" name="Google Shape;5039;p70"/>
          <p:cNvGrpSpPr/>
          <p:nvPr/>
        </p:nvGrpSpPr>
        <p:grpSpPr>
          <a:xfrm>
            <a:off x="7123972" y="967158"/>
            <a:ext cx="1304650" cy="1124856"/>
            <a:chOff x="7287122" y="1165658"/>
            <a:chExt cx="1219413" cy="1051365"/>
          </a:xfrm>
        </p:grpSpPr>
        <p:grpSp>
          <p:nvGrpSpPr>
            <p:cNvPr id="5040" name="Google Shape;5040;p70"/>
            <p:cNvGrpSpPr/>
            <p:nvPr/>
          </p:nvGrpSpPr>
          <p:grpSpPr>
            <a:xfrm>
              <a:off x="7287122" y="1969723"/>
              <a:ext cx="1219413" cy="247300"/>
              <a:chOff x="7287122" y="1969723"/>
              <a:chExt cx="1219413" cy="247300"/>
            </a:xfrm>
          </p:grpSpPr>
          <p:sp>
            <p:nvSpPr>
              <p:cNvPr id="5041" name="Google Shape;5041;p70"/>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42" name="Google Shape;5042;p70"/>
              <p:cNvGrpSpPr/>
              <p:nvPr/>
            </p:nvGrpSpPr>
            <p:grpSpPr>
              <a:xfrm>
                <a:off x="7287122" y="2063892"/>
                <a:ext cx="1151753" cy="73428"/>
                <a:chOff x="7287122" y="2063892"/>
                <a:chExt cx="1151753" cy="73428"/>
              </a:xfrm>
            </p:grpSpPr>
            <p:sp>
              <p:nvSpPr>
                <p:cNvPr id="5043" name="Google Shape;5043;p70"/>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44" name="Google Shape;5044;p70"/>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5045" name="Google Shape;5045;p70"/>
            <p:cNvGrpSpPr/>
            <p:nvPr/>
          </p:nvGrpSpPr>
          <p:grpSpPr>
            <a:xfrm>
              <a:off x="7287122" y="1712201"/>
              <a:ext cx="1219403" cy="246767"/>
              <a:chOff x="7287122" y="1712201"/>
              <a:chExt cx="1219403" cy="246767"/>
            </a:xfrm>
          </p:grpSpPr>
          <p:sp>
            <p:nvSpPr>
              <p:cNvPr id="5046" name="Google Shape;5046;p70"/>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47" name="Google Shape;5047;p70"/>
              <p:cNvGrpSpPr/>
              <p:nvPr/>
            </p:nvGrpSpPr>
            <p:grpSpPr>
              <a:xfrm>
                <a:off x="7287122" y="1842861"/>
                <a:ext cx="1005303" cy="73419"/>
                <a:chOff x="7287122" y="1842861"/>
                <a:chExt cx="1005303" cy="73419"/>
              </a:xfrm>
            </p:grpSpPr>
            <p:sp>
              <p:nvSpPr>
                <p:cNvPr id="5048" name="Google Shape;5048;p70"/>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49" name="Google Shape;5049;p70"/>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5050" name="Google Shape;5050;p70"/>
            <p:cNvGrpSpPr/>
            <p:nvPr/>
          </p:nvGrpSpPr>
          <p:grpSpPr>
            <a:xfrm>
              <a:off x="7287122" y="1447520"/>
              <a:ext cx="1219403" cy="286667"/>
              <a:chOff x="7287122" y="1447520"/>
              <a:chExt cx="1219403" cy="286667"/>
            </a:xfrm>
          </p:grpSpPr>
          <p:sp>
            <p:nvSpPr>
              <p:cNvPr id="5051" name="Google Shape;5051;p70"/>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52" name="Google Shape;5052;p70"/>
              <p:cNvGrpSpPr/>
              <p:nvPr/>
            </p:nvGrpSpPr>
            <p:grpSpPr>
              <a:xfrm>
                <a:off x="7287122" y="1581977"/>
                <a:ext cx="852803" cy="73428"/>
                <a:chOff x="7287122" y="1581977"/>
                <a:chExt cx="852803" cy="73428"/>
              </a:xfrm>
            </p:grpSpPr>
            <p:sp>
              <p:nvSpPr>
                <p:cNvPr id="5053" name="Google Shape;5053;p70"/>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54" name="Google Shape;5054;p70"/>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5055" name="Google Shape;5055;p70"/>
            <p:cNvGrpSpPr/>
            <p:nvPr/>
          </p:nvGrpSpPr>
          <p:grpSpPr>
            <a:xfrm>
              <a:off x="7287122" y="1165658"/>
              <a:ext cx="1219403" cy="344253"/>
              <a:chOff x="7287122" y="1165658"/>
              <a:chExt cx="1219403" cy="344253"/>
            </a:xfrm>
          </p:grpSpPr>
          <p:sp>
            <p:nvSpPr>
              <p:cNvPr id="5056" name="Google Shape;5056;p70"/>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57" name="Google Shape;5057;p70"/>
              <p:cNvGrpSpPr/>
              <p:nvPr/>
            </p:nvGrpSpPr>
            <p:grpSpPr>
              <a:xfrm>
                <a:off x="7287122" y="1341025"/>
                <a:ext cx="695703" cy="73419"/>
                <a:chOff x="7287122" y="1341025"/>
                <a:chExt cx="695703" cy="73419"/>
              </a:xfrm>
            </p:grpSpPr>
            <p:sp>
              <p:nvSpPr>
                <p:cNvPr id="5058" name="Google Shape;5058;p70"/>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59" name="Google Shape;5059;p70"/>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5060" name="Google Shape;5060;p70"/>
          <p:cNvGrpSpPr/>
          <p:nvPr/>
        </p:nvGrpSpPr>
        <p:grpSpPr>
          <a:xfrm>
            <a:off x="5790464" y="973181"/>
            <a:ext cx="1397729" cy="1098540"/>
            <a:chOff x="5900602" y="1193063"/>
            <a:chExt cx="1299851" cy="1021707"/>
          </a:xfrm>
        </p:grpSpPr>
        <p:grpSp>
          <p:nvGrpSpPr>
            <p:cNvPr id="5061" name="Google Shape;5061;p70"/>
            <p:cNvGrpSpPr/>
            <p:nvPr/>
          </p:nvGrpSpPr>
          <p:grpSpPr>
            <a:xfrm>
              <a:off x="6520337" y="1193063"/>
              <a:ext cx="341815" cy="799959"/>
              <a:chOff x="6520337" y="1193063"/>
              <a:chExt cx="341815" cy="799959"/>
            </a:xfrm>
          </p:grpSpPr>
          <p:grpSp>
            <p:nvGrpSpPr>
              <p:cNvPr id="5062" name="Google Shape;5062;p70"/>
              <p:cNvGrpSpPr/>
              <p:nvPr/>
            </p:nvGrpSpPr>
            <p:grpSpPr>
              <a:xfrm>
                <a:off x="6520337" y="1589527"/>
                <a:ext cx="213950" cy="403494"/>
                <a:chOff x="6520337" y="1589527"/>
                <a:chExt cx="213950" cy="403494"/>
              </a:xfrm>
            </p:grpSpPr>
            <p:sp>
              <p:nvSpPr>
                <p:cNvPr id="5063" name="Google Shape;5063;p70"/>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70"/>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5" name="Google Shape;5065;p70"/>
              <p:cNvGrpSpPr/>
              <p:nvPr/>
            </p:nvGrpSpPr>
            <p:grpSpPr>
              <a:xfrm>
                <a:off x="6577204" y="1193063"/>
                <a:ext cx="284947" cy="464512"/>
                <a:chOff x="6577204" y="1193063"/>
                <a:chExt cx="284947" cy="464512"/>
              </a:xfrm>
            </p:grpSpPr>
            <p:sp>
              <p:nvSpPr>
                <p:cNvPr id="5066" name="Google Shape;5066;p70"/>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67" name="Google Shape;5067;p70"/>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5068" name="Google Shape;5068;p70"/>
            <p:cNvGrpSpPr/>
            <p:nvPr/>
          </p:nvGrpSpPr>
          <p:grpSpPr>
            <a:xfrm>
              <a:off x="6238903" y="1193063"/>
              <a:ext cx="300475" cy="900152"/>
              <a:chOff x="6238903" y="1193063"/>
              <a:chExt cx="300475" cy="900152"/>
            </a:xfrm>
          </p:grpSpPr>
          <p:grpSp>
            <p:nvGrpSpPr>
              <p:cNvPr id="5069" name="Google Shape;5069;p70"/>
              <p:cNvGrpSpPr/>
              <p:nvPr/>
            </p:nvGrpSpPr>
            <p:grpSpPr>
              <a:xfrm>
                <a:off x="6290865" y="1489315"/>
                <a:ext cx="248514" cy="603900"/>
                <a:chOff x="6290865" y="1489315"/>
                <a:chExt cx="248514" cy="603900"/>
              </a:xfrm>
            </p:grpSpPr>
            <p:sp>
              <p:nvSpPr>
                <p:cNvPr id="5070" name="Google Shape;5070;p70"/>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70"/>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2" name="Google Shape;5072;p70"/>
              <p:cNvGrpSpPr/>
              <p:nvPr/>
            </p:nvGrpSpPr>
            <p:grpSpPr>
              <a:xfrm>
                <a:off x="6238903" y="1193063"/>
                <a:ext cx="284947" cy="333087"/>
                <a:chOff x="6238903" y="1193063"/>
                <a:chExt cx="284947" cy="333087"/>
              </a:xfrm>
            </p:grpSpPr>
            <p:sp>
              <p:nvSpPr>
                <p:cNvPr id="5073" name="Google Shape;5073;p70"/>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74" name="Google Shape;5074;p70"/>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5075" name="Google Shape;5075;p70"/>
            <p:cNvGrpSpPr/>
            <p:nvPr/>
          </p:nvGrpSpPr>
          <p:grpSpPr>
            <a:xfrm>
              <a:off x="5900602" y="1193063"/>
              <a:ext cx="444345" cy="1021707"/>
              <a:chOff x="5900602" y="1193063"/>
              <a:chExt cx="444345" cy="1021707"/>
            </a:xfrm>
          </p:grpSpPr>
          <p:grpSp>
            <p:nvGrpSpPr>
              <p:cNvPr id="5076" name="Google Shape;5076;p70"/>
              <p:cNvGrpSpPr/>
              <p:nvPr/>
            </p:nvGrpSpPr>
            <p:grpSpPr>
              <a:xfrm>
                <a:off x="6046501" y="1367785"/>
                <a:ext cx="298446" cy="846986"/>
                <a:chOff x="6046501" y="1367785"/>
                <a:chExt cx="298446" cy="846986"/>
              </a:xfrm>
            </p:grpSpPr>
            <p:sp>
              <p:nvSpPr>
                <p:cNvPr id="5077" name="Google Shape;5077;p70"/>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70"/>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9" name="Google Shape;5079;p70"/>
              <p:cNvGrpSpPr/>
              <p:nvPr/>
            </p:nvGrpSpPr>
            <p:grpSpPr>
              <a:xfrm>
                <a:off x="5900602" y="1193063"/>
                <a:ext cx="284947" cy="182312"/>
                <a:chOff x="5900602" y="1193063"/>
                <a:chExt cx="284947" cy="182312"/>
              </a:xfrm>
            </p:grpSpPr>
            <p:sp>
              <p:nvSpPr>
                <p:cNvPr id="5080" name="Google Shape;5080;p70"/>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81" name="Google Shape;5081;p70"/>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5082" name="Google Shape;5082;p70"/>
            <p:cNvGrpSpPr/>
            <p:nvPr/>
          </p:nvGrpSpPr>
          <p:grpSpPr>
            <a:xfrm>
              <a:off x="6738300" y="1193063"/>
              <a:ext cx="462153" cy="707634"/>
              <a:chOff x="6738300" y="1193063"/>
              <a:chExt cx="462153" cy="707634"/>
            </a:xfrm>
          </p:grpSpPr>
          <p:grpSp>
            <p:nvGrpSpPr>
              <p:cNvPr id="5083" name="Google Shape;5083;p70"/>
              <p:cNvGrpSpPr/>
              <p:nvPr/>
            </p:nvGrpSpPr>
            <p:grpSpPr>
              <a:xfrm>
                <a:off x="6915505" y="1193063"/>
                <a:ext cx="284947" cy="597387"/>
                <a:chOff x="6915505" y="1193063"/>
                <a:chExt cx="284947" cy="597387"/>
              </a:xfrm>
            </p:grpSpPr>
            <p:sp>
              <p:nvSpPr>
                <p:cNvPr id="5084" name="Google Shape;5084;p70"/>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85" name="Google Shape;5085;p70"/>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5086" name="Google Shape;5086;p70"/>
              <p:cNvGrpSpPr/>
              <p:nvPr/>
            </p:nvGrpSpPr>
            <p:grpSpPr>
              <a:xfrm>
                <a:off x="6738300" y="1684725"/>
                <a:ext cx="230066" cy="215971"/>
                <a:chOff x="6738300" y="1684725"/>
                <a:chExt cx="230066" cy="215971"/>
              </a:xfrm>
            </p:grpSpPr>
            <p:sp>
              <p:nvSpPr>
                <p:cNvPr id="5087" name="Google Shape;5087;p70"/>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70"/>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5092" name="Shape 5092"/>
        <p:cNvGrpSpPr/>
        <p:nvPr/>
      </p:nvGrpSpPr>
      <p:grpSpPr>
        <a:xfrm>
          <a:off x="0" y="0"/>
          <a:ext cx="0" cy="0"/>
          <a:chOff x="0" y="0"/>
          <a:chExt cx="0" cy="0"/>
        </a:xfrm>
      </p:grpSpPr>
      <p:grpSp>
        <p:nvGrpSpPr>
          <p:cNvPr id="5093" name="Google Shape;5093;p71"/>
          <p:cNvGrpSpPr/>
          <p:nvPr/>
        </p:nvGrpSpPr>
        <p:grpSpPr>
          <a:xfrm>
            <a:off x="821785" y="2307635"/>
            <a:ext cx="339235" cy="298186"/>
            <a:chOff x="898875" y="244725"/>
            <a:chExt cx="481800" cy="423500"/>
          </a:xfrm>
        </p:grpSpPr>
        <p:sp>
          <p:nvSpPr>
            <p:cNvPr id="5094" name="Google Shape;5094;p71"/>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5" name="Google Shape;5095;p71"/>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6" name="Google Shape;5096;p71"/>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7" name="Google Shape;5097;p71"/>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8" name="Google Shape;5098;p71"/>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9" name="Google Shape;5099;p71"/>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00" name="Google Shape;5100;p71"/>
          <p:cNvGrpSpPr/>
          <p:nvPr/>
        </p:nvGrpSpPr>
        <p:grpSpPr>
          <a:xfrm>
            <a:off x="1260167" y="2287103"/>
            <a:ext cx="298169" cy="339253"/>
            <a:chOff x="1529350" y="258825"/>
            <a:chExt cx="423475" cy="481825"/>
          </a:xfrm>
        </p:grpSpPr>
        <p:sp>
          <p:nvSpPr>
            <p:cNvPr id="5101" name="Google Shape;5101;p71"/>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2" name="Google Shape;5102;p71"/>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03" name="Google Shape;5103;p71"/>
          <p:cNvGrpSpPr/>
          <p:nvPr/>
        </p:nvGrpSpPr>
        <p:grpSpPr>
          <a:xfrm>
            <a:off x="2102437" y="2287102"/>
            <a:ext cx="298169" cy="339253"/>
            <a:chOff x="2707500" y="249400"/>
            <a:chExt cx="423475" cy="481825"/>
          </a:xfrm>
        </p:grpSpPr>
        <p:sp>
          <p:nvSpPr>
            <p:cNvPr id="5104" name="Google Shape;5104;p71"/>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5" name="Google Shape;5105;p71"/>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06" name="Google Shape;5106;p71"/>
          <p:cNvGrpSpPr/>
          <p:nvPr/>
        </p:nvGrpSpPr>
        <p:grpSpPr>
          <a:xfrm>
            <a:off x="2516052" y="2287428"/>
            <a:ext cx="305386" cy="338602"/>
            <a:chOff x="3300325" y="249875"/>
            <a:chExt cx="433725" cy="480900"/>
          </a:xfrm>
        </p:grpSpPr>
        <p:sp>
          <p:nvSpPr>
            <p:cNvPr id="5107" name="Google Shape;5107;p71"/>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8" name="Google Shape;5108;p71"/>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9" name="Google Shape;5109;p71"/>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0" name="Google Shape;5110;p71"/>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1" name="Google Shape;5111;p71"/>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2" name="Google Shape;5112;p71"/>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13" name="Google Shape;5113;p71"/>
          <p:cNvGrpSpPr/>
          <p:nvPr/>
        </p:nvGrpSpPr>
        <p:grpSpPr>
          <a:xfrm>
            <a:off x="1653142" y="2367273"/>
            <a:ext cx="340890" cy="178912"/>
            <a:chOff x="2084325" y="363300"/>
            <a:chExt cx="484150" cy="254100"/>
          </a:xfrm>
        </p:grpSpPr>
        <p:sp>
          <p:nvSpPr>
            <p:cNvPr id="5114" name="Google Shape;5114;p71"/>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5" name="Google Shape;5115;p71"/>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16" name="Google Shape;5116;p71"/>
          <p:cNvGrpSpPr/>
          <p:nvPr/>
        </p:nvGrpSpPr>
        <p:grpSpPr>
          <a:xfrm>
            <a:off x="2905137" y="2287349"/>
            <a:ext cx="352349" cy="338760"/>
            <a:chOff x="3854700" y="249750"/>
            <a:chExt cx="500425" cy="481125"/>
          </a:xfrm>
        </p:grpSpPr>
        <p:sp>
          <p:nvSpPr>
            <p:cNvPr id="5117" name="Google Shape;5117;p71"/>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8" name="Google Shape;5118;p71"/>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9" name="Google Shape;5119;p71"/>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0" name="Google Shape;5120;p71"/>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1" name="Google Shape;5121;p71"/>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2" name="Google Shape;5122;p71"/>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3" name="Google Shape;5123;p71"/>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4" name="Google Shape;5124;p71"/>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25" name="Google Shape;5125;p71"/>
          <p:cNvGrpSpPr/>
          <p:nvPr/>
        </p:nvGrpSpPr>
        <p:grpSpPr>
          <a:xfrm>
            <a:off x="3323126" y="2287349"/>
            <a:ext cx="352349" cy="338760"/>
            <a:chOff x="4447550" y="249750"/>
            <a:chExt cx="500425" cy="481125"/>
          </a:xfrm>
        </p:grpSpPr>
        <p:sp>
          <p:nvSpPr>
            <p:cNvPr id="5126" name="Google Shape;5126;p71"/>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7" name="Google Shape;5127;p71"/>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28" name="Google Shape;5128;p71"/>
          <p:cNvGrpSpPr/>
          <p:nvPr/>
        </p:nvGrpSpPr>
        <p:grpSpPr>
          <a:xfrm>
            <a:off x="3752328" y="2287102"/>
            <a:ext cx="339253" cy="339253"/>
            <a:chOff x="5049725" y="249400"/>
            <a:chExt cx="481825" cy="481825"/>
          </a:xfrm>
        </p:grpSpPr>
        <p:sp>
          <p:nvSpPr>
            <p:cNvPr id="5129" name="Google Shape;5129;p71"/>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0" name="Google Shape;5130;p71"/>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31" name="Google Shape;5131;p71"/>
          <p:cNvGrpSpPr/>
          <p:nvPr/>
        </p:nvGrpSpPr>
        <p:grpSpPr>
          <a:xfrm>
            <a:off x="4166269" y="2287102"/>
            <a:ext cx="339253" cy="339253"/>
            <a:chOff x="5660400" y="238125"/>
            <a:chExt cx="481825" cy="481825"/>
          </a:xfrm>
        </p:grpSpPr>
        <p:sp>
          <p:nvSpPr>
            <p:cNvPr id="5132" name="Google Shape;5132;p71"/>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3" name="Google Shape;5133;p71"/>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34" name="Google Shape;5134;p71"/>
          <p:cNvGrpSpPr/>
          <p:nvPr/>
        </p:nvGrpSpPr>
        <p:grpSpPr>
          <a:xfrm>
            <a:off x="4582955" y="2287102"/>
            <a:ext cx="339253" cy="339253"/>
            <a:chOff x="6235400" y="249400"/>
            <a:chExt cx="481825" cy="481825"/>
          </a:xfrm>
        </p:grpSpPr>
        <p:sp>
          <p:nvSpPr>
            <p:cNvPr id="5135" name="Google Shape;5135;p71"/>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6" name="Google Shape;5136;p71"/>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7" name="Google Shape;5137;p71"/>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8" name="Google Shape;5138;p71"/>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9" name="Google Shape;5139;p71"/>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40" name="Google Shape;5140;p71"/>
          <p:cNvGrpSpPr/>
          <p:nvPr/>
        </p:nvGrpSpPr>
        <p:grpSpPr>
          <a:xfrm>
            <a:off x="821301" y="2731810"/>
            <a:ext cx="340204" cy="298116"/>
            <a:chOff x="899850" y="871450"/>
            <a:chExt cx="483175" cy="423400"/>
          </a:xfrm>
        </p:grpSpPr>
        <p:sp>
          <p:nvSpPr>
            <p:cNvPr id="5141" name="Google Shape;5141;p71"/>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2" name="Google Shape;5142;p71"/>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3" name="Google Shape;5143;p71"/>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4" name="Google Shape;5144;p71"/>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145" name="Google Shape;5145;p71"/>
          <p:cNvSpPr/>
          <p:nvPr/>
        </p:nvSpPr>
        <p:spPr>
          <a:xfrm>
            <a:off x="1258100" y="2711214"/>
            <a:ext cx="302200" cy="339253"/>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146" name="Google Shape;5146;p71"/>
          <p:cNvGrpSpPr/>
          <p:nvPr/>
        </p:nvGrpSpPr>
        <p:grpSpPr>
          <a:xfrm>
            <a:off x="1653301" y="2711232"/>
            <a:ext cx="340573" cy="339271"/>
            <a:chOff x="2085450" y="842250"/>
            <a:chExt cx="483700" cy="481850"/>
          </a:xfrm>
        </p:grpSpPr>
        <p:sp>
          <p:nvSpPr>
            <p:cNvPr id="5147" name="Google Shape;5147;p71"/>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8" name="Google Shape;5148;p71"/>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9" name="Google Shape;5149;p71"/>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50" name="Google Shape;5150;p71"/>
          <p:cNvGrpSpPr/>
          <p:nvPr/>
        </p:nvGrpSpPr>
        <p:grpSpPr>
          <a:xfrm>
            <a:off x="2081868" y="2711241"/>
            <a:ext cx="339306" cy="339253"/>
            <a:chOff x="2685825" y="840375"/>
            <a:chExt cx="481900" cy="481825"/>
          </a:xfrm>
        </p:grpSpPr>
        <p:sp>
          <p:nvSpPr>
            <p:cNvPr id="5151" name="Google Shape;5151;p71"/>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2" name="Google Shape;5152;p71"/>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53" name="Google Shape;5153;p71"/>
          <p:cNvGrpSpPr/>
          <p:nvPr/>
        </p:nvGrpSpPr>
        <p:grpSpPr>
          <a:xfrm>
            <a:off x="2493529" y="2710924"/>
            <a:ext cx="350431" cy="339887"/>
            <a:chOff x="3270675" y="841800"/>
            <a:chExt cx="497700" cy="482725"/>
          </a:xfrm>
        </p:grpSpPr>
        <p:sp>
          <p:nvSpPr>
            <p:cNvPr id="5154" name="Google Shape;5154;p71"/>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5" name="Google Shape;5155;p71"/>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6" name="Google Shape;5156;p71"/>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157" name="Google Shape;5157;p71"/>
          <p:cNvSpPr/>
          <p:nvPr/>
        </p:nvSpPr>
        <p:spPr>
          <a:xfrm>
            <a:off x="2911555" y="2721811"/>
            <a:ext cx="339253" cy="318060"/>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158" name="Google Shape;5158;p71"/>
          <p:cNvGrpSpPr/>
          <p:nvPr/>
        </p:nvGrpSpPr>
        <p:grpSpPr>
          <a:xfrm>
            <a:off x="3329675" y="2731783"/>
            <a:ext cx="339253" cy="298169"/>
            <a:chOff x="4467200" y="877100"/>
            <a:chExt cx="481825" cy="423475"/>
          </a:xfrm>
        </p:grpSpPr>
        <p:sp>
          <p:nvSpPr>
            <p:cNvPr id="5159" name="Google Shape;5159;p71"/>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0" name="Google Shape;5160;p71"/>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1" name="Google Shape;5161;p71"/>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2" name="Google Shape;5162;p71"/>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63" name="Google Shape;5163;p71"/>
          <p:cNvGrpSpPr/>
          <p:nvPr/>
        </p:nvGrpSpPr>
        <p:grpSpPr>
          <a:xfrm>
            <a:off x="3744565" y="2711232"/>
            <a:ext cx="354778" cy="339271"/>
            <a:chOff x="5045500" y="842250"/>
            <a:chExt cx="503875" cy="481850"/>
          </a:xfrm>
        </p:grpSpPr>
        <p:sp>
          <p:nvSpPr>
            <p:cNvPr id="5164" name="Google Shape;5164;p71"/>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5" name="Google Shape;5165;p71"/>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66" name="Google Shape;5166;p71"/>
          <p:cNvGrpSpPr/>
          <p:nvPr/>
        </p:nvGrpSpPr>
        <p:grpSpPr>
          <a:xfrm>
            <a:off x="4167413" y="2737451"/>
            <a:ext cx="336965" cy="286833"/>
            <a:chOff x="5645200" y="879425"/>
            <a:chExt cx="478575" cy="407375"/>
          </a:xfrm>
        </p:grpSpPr>
        <p:sp>
          <p:nvSpPr>
            <p:cNvPr id="5167" name="Google Shape;5167;p71"/>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8" name="Google Shape;5168;p71"/>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9" name="Google Shape;5169;p71"/>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0" name="Google Shape;5170;p71"/>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1" name="Google Shape;5171;p71"/>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2" name="Google Shape;5172;p71"/>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73" name="Google Shape;5173;p71"/>
          <p:cNvGrpSpPr/>
          <p:nvPr/>
        </p:nvGrpSpPr>
        <p:grpSpPr>
          <a:xfrm>
            <a:off x="4603488" y="2711241"/>
            <a:ext cx="298186" cy="339253"/>
            <a:chOff x="6264525" y="842250"/>
            <a:chExt cx="423500" cy="481825"/>
          </a:xfrm>
        </p:grpSpPr>
        <p:sp>
          <p:nvSpPr>
            <p:cNvPr id="5174" name="Google Shape;5174;p71"/>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5" name="Google Shape;5175;p71"/>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6" name="Google Shape;5176;p71"/>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7" name="Google Shape;5177;p71"/>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8" name="Google Shape;5178;p71"/>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9" name="Google Shape;5179;p71"/>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0" name="Google Shape;5180;p71"/>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81" name="Google Shape;5181;p71"/>
          <p:cNvGrpSpPr/>
          <p:nvPr/>
        </p:nvGrpSpPr>
        <p:grpSpPr>
          <a:xfrm>
            <a:off x="821776" y="3125895"/>
            <a:ext cx="339253" cy="339253"/>
            <a:chOff x="900750" y="1436075"/>
            <a:chExt cx="481825" cy="481825"/>
          </a:xfrm>
        </p:grpSpPr>
        <p:sp>
          <p:nvSpPr>
            <p:cNvPr id="5182" name="Google Shape;5182;p71"/>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3" name="Google Shape;5183;p71"/>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4" name="Google Shape;5184;p71"/>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5" name="Google Shape;5185;p71"/>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86" name="Google Shape;5186;p71"/>
          <p:cNvGrpSpPr/>
          <p:nvPr/>
        </p:nvGrpSpPr>
        <p:grpSpPr>
          <a:xfrm>
            <a:off x="1239624" y="3186183"/>
            <a:ext cx="339253" cy="218676"/>
            <a:chOff x="1492675" y="1520750"/>
            <a:chExt cx="481825" cy="310575"/>
          </a:xfrm>
        </p:grpSpPr>
        <p:sp>
          <p:nvSpPr>
            <p:cNvPr id="5187" name="Google Shape;5187;p71"/>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8" name="Google Shape;5188;p71"/>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89" name="Google Shape;5189;p71"/>
          <p:cNvGrpSpPr/>
          <p:nvPr/>
        </p:nvGrpSpPr>
        <p:grpSpPr>
          <a:xfrm>
            <a:off x="1647421" y="3125877"/>
            <a:ext cx="352332" cy="339288"/>
            <a:chOff x="2071000" y="1435025"/>
            <a:chExt cx="500400" cy="481875"/>
          </a:xfrm>
        </p:grpSpPr>
        <p:sp>
          <p:nvSpPr>
            <p:cNvPr id="5190" name="Google Shape;5190;p71"/>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1" name="Google Shape;5191;p71"/>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2" name="Google Shape;5192;p71"/>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93" name="Google Shape;5193;p71"/>
          <p:cNvGrpSpPr/>
          <p:nvPr/>
        </p:nvGrpSpPr>
        <p:grpSpPr>
          <a:xfrm>
            <a:off x="2075584" y="3146709"/>
            <a:ext cx="351874" cy="297623"/>
            <a:chOff x="2678350" y="1464650"/>
            <a:chExt cx="499750" cy="422700"/>
          </a:xfrm>
        </p:grpSpPr>
        <p:sp>
          <p:nvSpPr>
            <p:cNvPr id="5194" name="Google Shape;5194;p71"/>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5" name="Google Shape;5195;p71"/>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6" name="Google Shape;5196;p71"/>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97" name="Google Shape;5197;p71"/>
          <p:cNvGrpSpPr/>
          <p:nvPr/>
        </p:nvGrpSpPr>
        <p:grpSpPr>
          <a:xfrm>
            <a:off x="2499118" y="3125895"/>
            <a:ext cx="339253" cy="339253"/>
            <a:chOff x="3271200" y="1435075"/>
            <a:chExt cx="481825" cy="481825"/>
          </a:xfrm>
        </p:grpSpPr>
        <p:sp>
          <p:nvSpPr>
            <p:cNvPr id="5198" name="Google Shape;5198;p71"/>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9" name="Google Shape;5199;p71"/>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00" name="Google Shape;5200;p71"/>
          <p:cNvGrpSpPr/>
          <p:nvPr/>
        </p:nvGrpSpPr>
        <p:grpSpPr>
          <a:xfrm>
            <a:off x="2909591" y="3125877"/>
            <a:ext cx="343442" cy="339288"/>
            <a:chOff x="3858100" y="1435075"/>
            <a:chExt cx="487775" cy="481875"/>
          </a:xfrm>
        </p:grpSpPr>
        <p:sp>
          <p:nvSpPr>
            <p:cNvPr id="5201" name="Google Shape;5201;p71"/>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2" name="Google Shape;5202;p71"/>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3" name="Google Shape;5203;p71"/>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4" name="Google Shape;5204;p71"/>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5" name="Google Shape;5205;p71"/>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06" name="Google Shape;5206;p71"/>
          <p:cNvGrpSpPr/>
          <p:nvPr/>
        </p:nvGrpSpPr>
        <p:grpSpPr>
          <a:xfrm>
            <a:off x="3329674" y="3125895"/>
            <a:ext cx="339253" cy="339253"/>
            <a:chOff x="4456875" y="1435075"/>
            <a:chExt cx="481825" cy="481825"/>
          </a:xfrm>
        </p:grpSpPr>
        <p:sp>
          <p:nvSpPr>
            <p:cNvPr id="5207" name="Google Shape;5207;p71"/>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8" name="Google Shape;5208;p71"/>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9" name="Google Shape;5209;p71"/>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0" name="Google Shape;5210;p71"/>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1" name="Google Shape;5211;p71"/>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2" name="Google Shape;5212;p71"/>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3" name="Google Shape;5213;p71"/>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4" name="Google Shape;5214;p71"/>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5" name="Google Shape;5215;p71"/>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6" name="Google Shape;5216;p71"/>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7" name="Google Shape;5217;p71"/>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8" name="Google Shape;5218;p71"/>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9" name="Google Shape;5219;p71"/>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0" name="Google Shape;5220;p71"/>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1" name="Google Shape;5221;p71"/>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2" name="Google Shape;5222;p71"/>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3" name="Google Shape;5223;p71"/>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4" name="Google Shape;5224;p71"/>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5" name="Google Shape;5225;p71"/>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26" name="Google Shape;5226;p71"/>
          <p:cNvGrpSpPr/>
          <p:nvPr/>
        </p:nvGrpSpPr>
        <p:grpSpPr>
          <a:xfrm>
            <a:off x="3750665" y="3125886"/>
            <a:ext cx="342580" cy="339271"/>
            <a:chOff x="5049725" y="1435050"/>
            <a:chExt cx="486550" cy="481850"/>
          </a:xfrm>
        </p:grpSpPr>
        <p:sp>
          <p:nvSpPr>
            <p:cNvPr id="5227" name="Google Shape;5227;p71"/>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8" name="Google Shape;5228;p71"/>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9" name="Google Shape;5229;p71"/>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0" name="Google Shape;5230;p71"/>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31" name="Google Shape;5231;p71"/>
          <p:cNvGrpSpPr/>
          <p:nvPr/>
        </p:nvGrpSpPr>
        <p:grpSpPr>
          <a:xfrm>
            <a:off x="4166216" y="3125895"/>
            <a:ext cx="339359" cy="339253"/>
            <a:chOff x="5642475" y="1435075"/>
            <a:chExt cx="481975" cy="481825"/>
          </a:xfrm>
        </p:grpSpPr>
        <p:sp>
          <p:nvSpPr>
            <p:cNvPr id="5232" name="Google Shape;5232;p71"/>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3" name="Google Shape;5233;p71"/>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4" name="Google Shape;5234;p71"/>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35" name="Google Shape;5235;p71"/>
          <p:cNvGrpSpPr/>
          <p:nvPr/>
        </p:nvGrpSpPr>
        <p:grpSpPr>
          <a:xfrm>
            <a:off x="4580702" y="3125886"/>
            <a:ext cx="343759" cy="339271"/>
            <a:chOff x="6232000" y="1435050"/>
            <a:chExt cx="488225" cy="481850"/>
          </a:xfrm>
        </p:grpSpPr>
        <p:sp>
          <p:nvSpPr>
            <p:cNvPr id="5236" name="Google Shape;5236;p71"/>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7" name="Google Shape;5237;p71"/>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8" name="Google Shape;5238;p71"/>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9" name="Google Shape;5239;p71"/>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0" name="Google Shape;5240;p71"/>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41" name="Google Shape;5241;p71"/>
          <p:cNvGrpSpPr/>
          <p:nvPr/>
        </p:nvGrpSpPr>
        <p:grpSpPr>
          <a:xfrm>
            <a:off x="841438" y="3539545"/>
            <a:ext cx="299929" cy="337792"/>
            <a:chOff x="924450" y="2028975"/>
            <a:chExt cx="425975" cy="479750"/>
          </a:xfrm>
        </p:grpSpPr>
        <p:sp>
          <p:nvSpPr>
            <p:cNvPr id="5242" name="Google Shape;5242;p71"/>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3" name="Google Shape;5243;p71"/>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4" name="Google Shape;5244;p71"/>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45" name="Google Shape;5245;p71"/>
          <p:cNvGrpSpPr/>
          <p:nvPr/>
        </p:nvGrpSpPr>
        <p:grpSpPr>
          <a:xfrm>
            <a:off x="1653934" y="3559347"/>
            <a:ext cx="339306" cy="298186"/>
            <a:chOff x="2085450" y="2057100"/>
            <a:chExt cx="481900" cy="423500"/>
          </a:xfrm>
        </p:grpSpPr>
        <p:sp>
          <p:nvSpPr>
            <p:cNvPr id="5246" name="Google Shape;5246;p71"/>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7" name="Google Shape;5247;p71"/>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8" name="Google Shape;5248;p71"/>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49" name="Google Shape;5249;p71"/>
          <p:cNvGrpSpPr/>
          <p:nvPr/>
        </p:nvGrpSpPr>
        <p:grpSpPr>
          <a:xfrm>
            <a:off x="2081868" y="3582592"/>
            <a:ext cx="339306" cy="251698"/>
            <a:chOff x="2678275" y="2090100"/>
            <a:chExt cx="481900" cy="357475"/>
          </a:xfrm>
        </p:grpSpPr>
        <p:sp>
          <p:nvSpPr>
            <p:cNvPr id="5250" name="Google Shape;5250;p71"/>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1" name="Google Shape;5251;p71"/>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2" name="Google Shape;5252;p71"/>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3" name="Google Shape;5253;p71"/>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4" name="Google Shape;5254;p71"/>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55" name="Google Shape;5255;p71"/>
          <p:cNvGrpSpPr/>
          <p:nvPr/>
        </p:nvGrpSpPr>
        <p:grpSpPr>
          <a:xfrm>
            <a:off x="2559072" y="3594790"/>
            <a:ext cx="219345" cy="227301"/>
            <a:chOff x="3357325" y="2093500"/>
            <a:chExt cx="311525" cy="322825"/>
          </a:xfrm>
        </p:grpSpPr>
        <p:sp>
          <p:nvSpPr>
            <p:cNvPr id="5256" name="Google Shape;5256;p71"/>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7" name="Google Shape;5257;p71"/>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8" name="Google Shape;5258;p71"/>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259" name="Google Shape;5259;p71"/>
          <p:cNvSpPr/>
          <p:nvPr/>
        </p:nvSpPr>
        <p:spPr>
          <a:xfrm>
            <a:off x="2914345" y="3550464"/>
            <a:ext cx="333673" cy="315824"/>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260" name="Google Shape;5260;p71"/>
          <p:cNvGrpSpPr/>
          <p:nvPr/>
        </p:nvGrpSpPr>
        <p:grpSpPr>
          <a:xfrm>
            <a:off x="3353262" y="3538814"/>
            <a:ext cx="292078" cy="339253"/>
            <a:chOff x="4492800" y="2027925"/>
            <a:chExt cx="414825" cy="481825"/>
          </a:xfrm>
        </p:grpSpPr>
        <p:sp>
          <p:nvSpPr>
            <p:cNvPr id="5261" name="Google Shape;5261;p71"/>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2" name="Google Shape;5262;p71"/>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63" name="Google Shape;5263;p71"/>
          <p:cNvGrpSpPr/>
          <p:nvPr/>
        </p:nvGrpSpPr>
        <p:grpSpPr>
          <a:xfrm>
            <a:off x="3752354" y="3538805"/>
            <a:ext cx="339200" cy="339271"/>
            <a:chOff x="5049725" y="2027900"/>
            <a:chExt cx="481750" cy="481850"/>
          </a:xfrm>
        </p:grpSpPr>
        <p:sp>
          <p:nvSpPr>
            <p:cNvPr id="5264" name="Google Shape;5264;p71"/>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5" name="Google Shape;5265;p71"/>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6" name="Google Shape;5266;p71"/>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7" name="Google Shape;5267;p71"/>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8" name="Google Shape;5268;p71"/>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9" name="Google Shape;5269;p71"/>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0" name="Google Shape;5270;p71"/>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1" name="Google Shape;5271;p71"/>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72" name="Google Shape;5272;p71"/>
          <p:cNvGrpSpPr/>
          <p:nvPr/>
        </p:nvGrpSpPr>
        <p:grpSpPr>
          <a:xfrm>
            <a:off x="4225950" y="3538893"/>
            <a:ext cx="219890" cy="339095"/>
            <a:chOff x="5726350" y="2028150"/>
            <a:chExt cx="312300" cy="481600"/>
          </a:xfrm>
        </p:grpSpPr>
        <p:sp>
          <p:nvSpPr>
            <p:cNvPr id="5273" name="Google Shape;5273;p71"/>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4" name="Google Shape;5274;p71"/>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5" name="Google Shape;5275;p71"/>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76" name="Google Shape;5276;p71"/>
          <p:cNvGrpSpPr/>
          <p:nvPr/>
        </p:nvGrpSpPr>
        <p:grpSpPr>
          <a:xfrm>
            <a:off x="4586141" y="3542000"/>
            <a:ext cx="332881" cy="332881"/>
            <a:chOff x="6239925" y="2032450"/>
            <a:chExt cx="472775" cy="472775"/>
          </a:xfrm>
        </p:grpSpPr>
        <p:sp>
          <p:nvSpPr>
            <p:cNvPr id="5277" name="Google Shape;5277;p71"/>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8" name="Google Shape;5278;p71"/>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79" name="Google Shape;5279;p71"/>
          <p:cNvGrpSpPr/>
          <p:nvPr/>
        </p:nvGrpSpPr>
        <p:grpSpPr>
          <a:xfrm>
            <a:off x="5035233" y="2364092"/>
            <a:ext cx="334641" cy="185425"/>
            <a:chOff x="903075" y="2730000"/>
            <a:chExt cx="475275" cy="263350"/>
          </a:xfrm>
        </p:grpSpPr>
        <p:sp>
          <p:nvSpPr>
            <p:cNvPr id="5280" name="Google Shape;5280;p71"/>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1" name="Google Shape;5281;p71"/>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2" name="Google Shape;5282;p71"/>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83" name="Google Shape;5283;p71"/>
          <p:cNvGrpSpPr/>
          <p:nvPr/>
        </p:nvGrpSpPr>
        <p:grpSpPr>
          <a:xfrm>
            <a:off x="1239624" y="3538814"/>
            <a:ext cx="339253" cy="339253"/>
            <a:chOff x="1492675" y="2027925"/>
            <a:chExt cx="481825" cy="481825"/>
          </a:xfrm>
        </p:grpSpPr>
        <p:sp>
          <p:nvSpPr>
            <p:cNvPr id="5284" name="Google Shape;5284;p71"/>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5" name="Google Shape;5285;p71"/>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6" name="Google Shape;5286;p71"/>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7" name="Google Shape;5287;p71"/>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8" name="Google Shape;5288;p71"/>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89" name="Google Shape;5289;p71"/>
          <p:cNvGrpSpPr/>
          <p:nvPr/>
        </p:nvGrpSpPr>
        <p:grpSpPr>
          <a:xfrm>
            <a:off x="5466000" y="2287178"/>
            <a:ext cx="339253" cy="339253"/>
            <a:chOff x="1492675" y="2620775"/>
            <a:chExt cx="481825" cy="481825"/>
          </a:xfrm>
        </p:grpSpPr>
        <p:sp>
          <p:nvSpPr>
            <p:cNvPr id="5290" name="Google Shape;5290;p71"/>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1" name="Google Shape;5291;p71"/>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292" name="Google Shape;5292;p71"/>
          <p:cNvSpPr/>
          <p:nvPr/>
        </p:nvSpPr>
        <p:spPr>
          <a:xfrm>
            <a:off x="5865948" y="2287094"/>
            <a:ext cx="352508" cy="339253"/>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293" name="Google Shape;5293;p71"/>
          <p:cNvGrpSpPr/>
          <p:nvPr/>
        </p:nvGrpSpPr>
        <p:grpSpPr>
          <a:xfrm>
            <a:off x="6289754" y="2303161"/>
            <a:ext cx="333585" cy="307287"/>
            <a:chOff x="2682350" y="2643425"/>
            <a:chExt cx="473775" cy="436425"/>
          </a:xfrm>
        </p:grpSpPr>
        <p:sp>
          <p:nvSpPr>
            <p:cNvPr id="5294" name="Google Shape;5294;p71"/>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5" name="Google Shape;5295;p71"/>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6" name="Google Shape;5296;p71"/>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7" name="Google Shape;5297;p71"/>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8" name="Google Shape;5298;p71"/>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9" name="Google Shape;5299;p71"/>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0" name="Google Shape;5300;p71"/>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01" name="Google Shape;5301;p71"/>
          <p:cNvGrpSpPr/>
          <p:nvPr/>
        </p:nvGrpSpPr>
        <p:grpSpPr>
          <a:xfrm>
            <a:off x="6755243" y="2287178"/>
            <a:ext cx="238531" cy="339253"/>
            <a:chOff x="3342725" y="2620775"/>
            <a:chExt cx="338775" cy="481825"/>
          </a:xfrm>
        </p:grpSpPr>
        <p:sp>
          <p:nvSpPr>
            <p:cNvPr id="5302" name="Google Shape;5302;p71"/>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3" name="Google Shape;5303;p71"/>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4" name="Google Shape;5304;p71"/>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05" name="Google Shape;5305;p71"/>
          <p:cNvGrpSpPr/>
          <p:nvPr/>
        </p:nvGrpSpPr>
        <p:grpSpPr>
          <a:xfrm>
            <a:off x="7148994" y="2287178"/>
            <a:ext cx="278296" cy="339253"/>
            <a:chOff x="3907325" y="2620775"/>
            <a:chExt cx="395250" cy="481825"/>
          </a:xfrm>
        </p:grpSpPr>
        <p:sp>
          <p:nvSpPr>
            <p:cNvPr id="5306" name="Google Shape;5306;p71"/>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7" name="Google Shape;5307;p71"/>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8" name="Google Shape;5308;p71"/>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9" name="Google Shape;5309;p71"/>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10" name="Google Shape;5310;p71"/>
          <p:cNvGrpSpPr/>
          <p:nvPr/>
        </p:nvGrpSpPr>
        <p:grpSpPr>
          <a:xfrm>
            <a:off x="7542181" y="2297783"/>
            <a:ext cx="339253" cy="318042"/>
            <a:chOff x="4456875" y="2635825"/>
            <a:chExt cx="481825" cy="451700"/>
          </a:xfrm>
        </p:grpSpPr>
        <p:sp>
          <p:nvSpPr>
            <p:cNvPr id="5311" name="Google Shape;5311;p71"/>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2" name="Google Shape;5312;p71"/>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3" name="Google Shape;5313;p71"/>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4" name="Google Shape;5314;p71"/>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5" name="Google Shape;5315;p71"/>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6" name="Google Shape;5316;p71"/>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17" name="Google Shape;5317;p71"/>
          <p:cNvGrpSpPr/>
          <p:nvPr/>
        </p:nvGrpSpPr>
        <p:grpSpPr>
          <a:xfrm>
            <a:off x="7967105" y="2297783"/>
            <a:ext cx="339253" cy="318042"/>
            <a:chOff x="5049725" y="2635825"/>
            <a:chExt cx="481825" cy="451700"/>
          </a:xfrm>
        </p:grpSpPr>
        <p:sp>
          <p:nvSpPr>
            <p:cNvPr id="5318" name="Google Shape;5318;p71"/>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9" name="Google Shape;5319;p71"/>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0" name="Google Shape;5320;p71"/>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21" name="Google Shape;5321;p71"/>
          <p:cNvGrpSpPr/>
          <p:nvPr/>
        </p:nvGrpSpPr>
        <p:grpSpPr>
          <a:xfrm>
            <a:off x="2211475" y="3952243"/>
            <a:ext cx="338566" cy="338373"/>
            <a:chOff x="5643000" y="2621375"/>
            <a:chExt cx="480850" cy="480575"/>
          </a:xfrm>
        </p:grpSpPr>
        <p:sp>
          <p:nvSpPr>
            <p:cNvPr id="5322" name="Google Shape;5322;p71"/>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3" name="Google Shape;5323;p71"/>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4" name="Google Shape;5324;p71"/>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5" name="Google Shape;5325;p71"/>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6" name="Google Shape;5326;p71"/>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7" name="Google Shape;5327;p71"/>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8" name="Google Shape;5328;p71"/>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29" name="Google Shape;5329;p71"/>
          <p:cNvGrpSpPr/>
          <p:nvPr/>
        </p:nvGrpSpPr>
        <p:grpSpPr>
          <a:xfrm>
            <a:off x="4032695" y="3951803"/>
            <a:ext cx="339359" cy="339253"/>
            <a:chOff x="6235250" y="2620775"/>
            <a:chExt cx="481975" cy="481825"/>
          </a:xfrm>
        </p:grpSpPr>
        <p:sp>
          <p:nvSpPr>
            <p:cNvPr id="5330" name="Google Shape;5330;p71"/>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31" name="Google Shape;5331;p71"/>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32" name="Google Shape;5332;p71"/>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33" name="Google Shape;5333;p71"/>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34" name="Google Shape;5334;p71"/>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335" name="Google Shape;5335;p71"/>
          <p:cNvSpPr/>
          <p:nvPr/>
        </p:nvSpPr>
        <p:spPr>
          <a:xfrm>
            <a:off x="5030010" y="2720693"/>
            <a:ext cx="345027" cy="320295"/>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336" name="Google Shape;5336;p71"/>
          <p:cNvGrpSpPr/>
          <p:nvPr/>
        </p:nvGrpSpPr>
        <p:grpSpPr>
          <a:xfrm>
            <a:off x="5465078" y="2711317"/>
            <a:ext cx="341101" cy="339253"/>
            <a:chOff x="1535000" y="3223325"/>
            <a:chExt cx="484450" cy="481825"/>
          </a:xfrm>
        </p:grpSpPr>
        <p:sp>
          <p:nvSpPr>
            <p:cNvPr id="5337" name="Google Shape;5337;p71"/>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38" name="Google Shape;5338;p71"/>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39" name="Google Shape;5339;p71"/>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40" name="Google Shape;5340;p71"/>
          <p:cNvGrpSpPr/>
          <p:nvPr/>
        </p:nvGrpSpPr>
        <p:grpSpPr>
          <a:xfrm>
            <a:off x="5872645" y="2746618"/>
            <a:ext cx="339253" cy="268649"/>
            <a:chOff x="2085525" y="3263750"/>
            <a:chExt cx="481825" cy="381550"/>
          </a:xfrm>
        </p:grpSpPr>
        <p:sp>
          <p:nvSpPr>
            <p:cNvPr id="5341" name="Google Shape;5341;p71"/>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42" name="Google Shape;5342;p71"/>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343" name="Google Shape;5343;p71"/>
          <p:cNvSpPr/>
          <p:nvPr/>
        </p:nvSpPr>
        <p:spPr>
          <a:xfrm>
            <a:off x="6286830" y="2778690"/>
            <a:ext cx="339253" cy="204295"/>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344" name="Google Shape;5344;p71"/>
          <p:cNvGrpSpPr/>
          <p:nvPr/>
        </p:nvGrpSpPr>
        <p:grpSpPr>
          <a:xfrm>
            <a:off x="6704407" y="2711308"/>
            <a:ext cx="340204" cy="339271"/>
            <a:chOff x="3270450" y="3213625"/>
            <a:chExt cx="483175" cy="481850"/>
          </a:xfrm>
        </p:grpSpPr>
        <p:sp>
          <p:nvSpPr>
            <p:cNvPr id="5345" name="Google Shape;5345;p71"/>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46" name="Google Shape;5346;p71"/>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47" name="Google Shape;5347;p71"/>
          <p:cNvGrpSpPr/>
          <p:nvPr/>
        </p:nvGrpSpPr>
        <p:grpSpPr>
          <a:xfrm>
            <a:off x="7203676" y="2711317"/>
            <a:ext cx="168931" cy="339253"/>
            <a:chOff x="3984950" y="3213600"/>
            <a:chExt cx="239925" cy="481825"/>
          </a:xfrm>
        </p:grpSpPr>
        <p:sp>
          <p:nvSpPr>
            <p:cNvPr id="5348" name="Google Shape;5348;p71"/>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49" name="Google Shape;5349;p71"/>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350" name="Google Shape;5350;p71"/>
          <p:cNvSpPr/>
          <p:nvPr/>
        </p:nvSpPr>
        <p:spPr>
          <a:xfrm>
            <a:off x="7542004" y="2711214"/>
            <a:ext cx="339306" cy="339253"/>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51" name="Google Shape;5351;p71"/>
          <p:cNvSpPr/>
          <p:nvPr/>
        </p:nvSpPr>
        <p:spPr>
          <a:xfrm>
            <a:off x="7966934" y="2731069"/>
            <a:ext cx="339253" cy="299542"/>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352" name="Google Shape;5352;p71"/>
          <p:cNvGrpSpPr/>
          <p:nvPr/>
        </p:nvGrpSpPr>
        <p:grpSpPr>
          <a:xfrm>
            <a:off x="1736111" y="3981487"/>
            <a:ext cx="355218" cy="279880"/>
            <a:chOff x="5629975" y="3255775"/>
            <a:chExt cx="504500" cy="397500"/>
          </a:xfrm>
        </p:grpSpPr>
        <p:sp>
          <p:nvSpPr>
            <p:cNvPr id="5353" name="Google Shape;5353;p71"/>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54" name="Google Shape;5354;p71"/>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55" name="Google Shape;5355;p71"/>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56" name="Google Shape;5356;p71"/>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57" name="Google Shape;5357;p71"/>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58" name="Google Shape;5358;p71"/>
          <p:cNvGrpSpPr/>
          <p:nvPr/>
        </p:nvGrpSpPr>
        <p:grpSpPr>
          <a:xfrm>
            <a:off x="3572294" y="3981593"/>
            <a:ext cx="340256" cy="279669"/>
            <a:chOff x="6234950" y="3255925"/>
            <a:chExt cx="483250" cy="397200"/>
          </a:xfrm>
        </p:grpSpPr>
        <p:sp>
          <p:nvSpPr>
            <p:cNvPr id="5359" name="Google Shape;5359;p71"/>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60" name="Google Shape;5360;p71"/>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61" name="Google Shape;5361;p71"/>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62" name="Google Shape;5362;p71"/>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63" name="Google Shape;5363;p71"/>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64" name="Google Shape;5364;p71"/>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65" name="Google Shape;5365;p71"/>
          <p:cNvGrpSpPr/>
          <p:nvPr/>
        </p:nvGrpSpPr>
        <p:grpSpPr>
          <a:xfrm>
            <a:off x="5043532" y="3125970"/>
            <a:ext cx="318042" cy="339253"/>
            <a:chOff x="914900" y="3806450"/>
            <a:chExt cx="451700" cy="481825"/>
          </a:xfrm>
        </p:grpSpPr>
        <p:sp>
          <p:nvSpPr>
            <p:cNvPr id="5366" name="Google Shape;5366;p71"/>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67" name="Google Shape;5367;p71"/>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68" name="Google Shape;5368;p71"/>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69" name="Google Shape;5369;p71"/>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70" name="Google Shape;5370;p71"/>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71" name="Google Shape;5371;p71"/>
          <p:cNvGrpSpPr/>
          <p:nvPr/>
        </p:nvGrpSpPr>
        <p:grpSpPr>
          <a:xfrm>
            <a:off x="5462454" y="3125785"/>
            <a:ext cx="346347" cy="339623"/>
            <a:chOff x="1490050" y="3805975"/>
            <a:chExt cx="491900" cy="482350"/>
          </a:xfrm>
        </p:grpSpPr>
        <p:sp>
          <p:nvSpPr>
            <p:cNvPr id="5372" name="Google Shape;5372;p71"/>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73" name="Google Shape;5373;p71"/>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74" name="Google Shape;5374;p71"/>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75" name="Google Shape;5375;p71"/>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76" name="Google Shape;5376;p71"/>
          <p:cNvGrpSpPr/>
          <p:nvPr/>
        </p:nvGrpSpPr>
        <p:grpSpPr>
          <a:xfrm>
            <a:off x="5886322" y="3125970"/>
            <a:ext cx="311899" cy="339253"/>
            <a:chOff x="2104275" y="3806450"/>
            <a:chExt cx="442975" cy="481825"/>
          </a:xfrm>
        </p:grpSpPr>
        <p:sp>
          <p:nvSpPr>
            <p:cNvPr id="5377" name="Google Shape;5377;p71"/>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78" name="Google Shape;5378;p71"/>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79" name="Google Shape;5379;p71"/>
          <p:cNvGrpSpPr/>
          <p:nvPr/>
        </p:nvGrpSpPr>
        <p:grpSpPr>
          <a:xfrm>
            <a:off x="6309839" y="3125970"/>
            <a:ext cx="293416" cy="339253"/>
            <a:chOff x="2710875" y="3806450"/>
            <a:chExt cx="416725" cy="481825"/>
          </a:xfrm>
        </p:grpSpPr>
        <p:sp>
          <p:nvSpPr>
            <p:cNvPr id="5380" name="Google Shape;5380;p71"/>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81" name="Google Shape;5381;p71"/>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82" name="Google Shape;5382;p71"/>
          <p:cNvGrpSpPr/>
          <p:nvPr/>
        </p:nvGrpSpPr>
        <p:grpSpPr>
          <a:xfrm>
            <a:off x="6704883" y="3166412"/>
            <a:ext cx="339253" cy="258369"/>
            <a:chOff x="3271200" y="3863875"/>
            <a:chExt cx="481825" cy="366950"/>
          </a:xfrm>
        </p:grpSpPr>
        <p:sp>
          <p:nvSpPr>
            <p:cNvPr id="5383" name="Google Shape;5383;p71"/>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84" name="Google Shape;5384;p71"/>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85" name="Google Shape;5385;p71"/>
          <p:cNvGrpSpPr/>
          <p:nvPr/>
        </p:nvGrpSpPr>
        <p:grpSpPr>
          <a:xfrm>
            <a:off x="7140377" y="3126199"/>
            <a:ext cx="295528" cy="338795"/>
            <a:chOff x="3895050" y="3806775"/>
            <a:chExt cx="419725" cy="481175"/>
          </a:xfrm>
        </p:grpSpPr>
        <p:sp>
          <p:nvSpPr>
            <p:cNvPr id="5386" name="Google Shape;5386;p71"/>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87" name="Google Shape;5387;p71"/>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88" name="Google Shape;5388;p71"/>
          <p:cNvGrpSpPr/>
          <p:nvPr/>
        </p:nvGrpSpPr>
        <p:grpSpPr>
          <a:xfrm>
            <a:off x="7543659" y="3125979"/>
            <a:ext cx="336296" cy="339235"/>
            <a:chOff x="4464775" y="3806475"/>
            <a:chExt cx="477625" cy="481800"/>
          </a:xfrm>
        </p:grpSpPr>
        <p:sp>
          <p:nvSpPr>
            <p:cNvPr id="5389" name="Google Shape;5389;p71"/>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90" name="Google Shape;5390;p71"/>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91" name="Google Shape;5391;p71"/>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92" name="Google Shape;5392;p71"/>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93" name="Google Shape;5393;p71"/>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94" name="Google Shape;5394;p71"/>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95" name="Google Shape;5395;p71"/>
          <p:cNvGrpSpPr/>
          <p:nvPr/>
        </p:nvGrpSpPr>
        <p:grpSpPr>
          <a:xfrm>
            <a:off x="7967105" y="3125970"/>
            <a:ext cx="339253" cy="339253"/>
            <a:chOff x="5049725" y="3806450"/>
            <a:chExt cx="481825" cy="481825"/>
          </a:xfrm>
        </p:grpSpPr>
        <p:sp>
          <p:nvSpPr>
            <p:cNvPr id="5396" name="Google Shape;5396;p71"/>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97" name="Google Shape;5397;p71"/>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98" name="Google Shape;5398;p71"/>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99" name="Google Shape;5399;p71"/>
          <p:cNvGrpSpPr/>
          <p:nvPr/>
        </p:nvGrpSpPr>
        <p:grpSpPr>
          <a:xfrm>
            <a:off x="1276714" y="3951798"/>
            <a:ext cx="339253" cy="339253"/>
            <a:chOff x="5651375" y="3806450"/>
            <a:chExt cx="481825" cy="481825"/>
          </a:xfrm>
        </p:grpSpPr>
        <p:sp>
          <p:nvSpPr>
            <p:cNvPr id="5400" name="Google Shape;5400;p71"/>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01" name="Google Shape;5401;p71"/>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02" name="Google Shape;5402;p71"/>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03" name="Google Shape;5403;p71"/>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04" name="Google Shape;5404;p71"/>
          <p:cNvGrpSpPr/>
          <p:nvPr/>
        </p:nvGrpSpPr>
        <p:grpSpPr>
          <a:xfrm>
            <a:off x="3153646" y="3953787"/>
            <a:ext cx="298503" cy="335275"/>
            <a:chOff x="6264300" y="3809300"/>
            <a:chExt cx="423950" cy="476175"/>
          </a:xfrm>
        </p:grpSpPr>
        <p:sp>
          <p:nvSpPr>
            <p:cNvPr id="5405" name="Google Shape;5405;p71"/>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06" name="Google Shape;5406;p71"/>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07" name="Google Shape;5407;p71"/>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08" name="Google Shape;5408;p71"/>
          <p:cNvGrpSpPr/>
          <p:nvPr/>
        </p:nvGrpSpPr>
        <p:grpSpPr>
          <a:xfrm>
            <a:off x="5032267" y="3538881"/>
            <a:ext cx="340573" cy="339271"/>
            <a:chOff x="898875" y="4399275"/>
            <a:chExt cx="483700" cy="481850"/>
          </a:xfrm>
        </p:grpSpPr>
        <p:sp>
          <p:nvSpPr>
            <p:cNvPr id="5409" name="Google Shape;5409;p71"/>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10" name="Google Shape;5410;p71"/>
            <p:cNvSpPr/>
            <p:nvPr/>
          </p:nvSpPr>
          <p:spPr>
            <a:xfrm>
              <a:off x="1138025" y="4763350"/>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11" name="Google Shape;5411;p71"/>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12" name="Google Shape;5412;p71"/>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13" name="Google Shape;5413;p71"/>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14" name="Google Shape;5414;p71"/>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15" name="Google Shape;5415;p71"/>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16" name="Google Shape;5416;p71"/>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17" name="Google Shape;5417;p71"/>
          <p:cNvGrpSpPr/>
          <p:nvPr/>
        </p:nvGrpSpPr>
        <p:grpSpPr>
          <a:xfrm>
            <a:off x="5466000" y="3554133"/>
            <a:ext cx="339253" cy="308765"/>
            <a:chOff x="1492675" y="4420975"/>
            <a:chExt cx="481825" cy="438525"/>
          </a:xfrm>
        </p:grpSpPr>
        <p:sp>
          <p:nvSpPr>
            <p:cNvPr id="5418" name="Google Shape;5418;p71"/>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19" name="Google Shape;5419;p71"/>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20" name="Google Shape;5420;p71"/>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21" name="Google Shape;5421;p71"/>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22" name="Google Shape;5422;p71"/>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23" name="Google Shape;5423;p71"/>
          <p:cNvGrpSpPr/>
          <p:nvPr/>
        </p:nvGrpSpPr>
        <p:grpSpPr>
          <a:xfrm>
            <a:off x="5870982" y="3539558"/>
            <a:ext cx="342580" cy="337915"/>
            <a:chOff x="2084100" y="4400250"/>
            <a:chExt cx="486550" cy="479925"/>
          </a:xfrm>
        </p:grpSpPr>
        <p:sp>
          <p:nvSpPr>
            <p:cNvPr id="5424" name="Google Shape;5424;p71"/>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25" name="Google Shape;5425;p71"/>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26" name="Google Shape;5426;p71"/>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27" name="Google Shape;5427;p71"/>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28" name="Google Shape;5428;p71"/>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29" name="Google Shape;5429;p71"/>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30" name="Google Shape;5430;p71"/>
          <p:cNvGrpSpPr/>
          <p:nvPr/>
        </p:nvGrpSpPr>
        <p:grpSpPr>
          <a:xfrm>
            <a:off x="6307462" y="3538907"/>
            <a:ext cx="298169" cy="339218"/>
            <a:chOff x="2707950" y="4399325"/>
            <a:chExt cx="423475" cy="481775"/>
          </a:xfrm>
        </p:grpSpPr>
        <p:sp>
          <p:nvSpPr>
            <p:cNvPr id="5431" name="Google Shape;5431;p71"/>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32" name="Google Shape;5432;p71"/>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33" name="Google Shape;5433;p71"/>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34" name="Google Shape;5434;p71"/>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35" name="Google Shape;5435;p71"/>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36" name="Google Shape;5436;p71"/>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37" name="Google Shape;5437;p71"/>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38" name="Google Shape;5438;p71"/>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39" name="Google Shape;5439;p71"/>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40" name="Google Shape;5440;p71"/>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41" name="Google Shape;5441;p71"/>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42" name="Google Shape;5442;p71"/>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43" name="Google Shape;5443;p71"/>
          <p:cNvGrpSpPr/>
          <p:nvPr/>
        </p:nvGrpSpPr>
        <p:grpSpPr>
          <a:xfrm>
            <a:off x="6736981" y="3538881"/>
            <a:ext cx="275057" cy="339271"/>
            <a:chOff x="3330525" y="4399275"/>
            <a:chExt cx="390650" cy="481850"/>
          </a:xfrm>
        </p:grpSpPr>
        <p:sp>
          <p:nvSpPr>
            <p:cNvPr id="5444" name="Google Shape;5444;p71"/>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45" name="Google Shape;5445;p71"/>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46" name="Google Shape;5446;p71"/>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47" name="Google Shape;5447;p71"/>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48" name="Google Shape;5448;p71"/>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49" name="Google Shape;5449;p71"/>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50" name="Google Shape;5450;p71"/>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51" name="Google Shape;5451;p71"/>
          <p:cNvGrpSpPr/>
          <p:nvPr/>
        </p:nvGrpSpPr>
        <p:grpSpPr>
          <a:xfrm>
            <a:off x="7161510" y="3538890"/>
            <a:ext cx="253265" cy="339253"/>
            <a:chOff x="3938800" y="4399275"/>
            <a:chExt cx="359700" cy="481825"/>
          </a:xfrm>
        </p:grpSpPr>
        <p:sp>
          <p:nvSpPr>
            <p:cNvPr id="5452" name="Google Shape;5452;p71"/>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53" name="Google Shape;5453;p71"/>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54" name="Google Shape;5454;p71"/>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55" name="Google Shape;5455;p71"/>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56" name="Google Shape;5456;p71"/>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57" name="Google Shape;5457;p71"/>
          <p:cNvGrpSpPr/>
          <p:nvPr/>
        </p:nvGrpSpPr>
        <p:grpSpPr>
          <a:xfrm>
            <a:off x="7632288" y="3538890"/>
            <a:ext cx="159039" cy="339253"/>
            <a:chOff x="4584850" y="4399275"/>
            <a:chExt cx="225875" cy="481825"/>
          </a:xfrm>
        </p:grpSpPr>
        <p:sp>
          <p:nvSpPr>
            <p:cNvPr id="5458" name="Google Shape;5458;p71"/>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59" name="Google Shape;5459;p71"/>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460" name="Google Shape;5460;p71"/>
          <p:cNvSpPr/>
          <p:nvPr/>
        </p:nvSpPr>
        <p:spPr>
          <a:xfrm>
            <a:off x="7950424" y="3538820"/>
            <a:ext cx="372275" cy="33911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461" name="Google Shape;5461;p71"/>
          <p:cNvGrpSpPr/>
          <p:nvPr/>
        </p:nvGrpSpPr>
        <p:grpSpPr>
          <a:xfrm>
            <a:off x="817316" y="3951795"/>
            <a:ext cx="339253" cy="339253"/>
            <a:chOff x="5642550" y="4399275"/>
            <a:chExt cx="481825" cy="481825"/>
          </a:xfrm>
        </p:grpSpPr>
        <p:sp>
          <p:nvSpPr>
            <p:cNvPr id="5462" name="Google Shape;5462;p71"/>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63" name="Google Shape;5463;p71"/>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64" name="Google Shape;5464;p71"/>
          <p:cNvGrpSpPr/>
          <p:nvPr/>
        </p:nvGrpSpPr>
        <p:grpSpPr>
          <a:xfrm>
            <a:off x="2670186" y="3963703"/>
            <a:ext cx="363316" cy="315437"/>
            <a:chOff x="6218300" y="4416175"/>
            <a:chExt cx="516000" cy="448000"/>
          </a:xfrm>
        </p:grpSpPr>
        <p:sp>
          <p:nvSpPr>
            <p:cNvPr id="5465" name="Google Shape;5465;p71"/>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66" name="Google Shape;5466;p71"/>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67" name="Google Shape;5467;p71"/>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68" name="Google Shape;5468;p71"/>
          <p:cNvGrpSpPr/>
          <p:nvPr/>
        </p:nvGrpSpPr>
        <p:grpSpPr>
          <a:xfrm>
            <a:off x="5870391" y="3951792"/>
            <a:ext cx="339253" cy="339253"/>
            <a:chOff x="899850" y="4992125"/>
            <a:chExt cx="481825" cy="481825"/>
          </a:xfrm>
        </p:grpSpPr>
        <p:sp>
          <p:nvSpPr>
            <p:cNvPr id="5469" name="Google Shape;5469;p71"/>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70" name="Google Shape;5470;p71"/>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71" name="Google Shape;5471;p71"/>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72" name="Google Shape;5472;p71"/>
          <p:cNvGrpSpPr/>
          <p:nvPr/>
        </p:nvGrpSpPr>
        <p:grpSpPr>
          <a:xfrm>
            <a:off x="5410993" y="3951792"/>
            <a:ext cx="339253" cy="339253"/>
            <a:chOff x="1492675" y="4992125"/>
            <a:chExt cx="481825" cy="481825"/>
          </a:xfrm>
        </p:grpSpPr>
        <p:sp>
          <p:nvSpPr>
            <p:cNvPr id="5473" name="Google Shape;5473;p71"/>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74" name="Google Shape;5474;p71"/>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75" name="Google Shape;5475;p71"/>
          <p:cNvGrpSpPr/>
          <p:nvPr/>
        </p:nvGrpSpPr>
        <p:grpSpPr>
          <a:xfrm>
            <a:off x="4951595" y="3951792"/>
            <a:ext cx="339253" cy="339253"/>
            <a:chOff x="2085525" y="4992125"/>
            <a:chExt cx="481825" cy="481825"/>
          </a:xfrm>
        </p:grpSpPr>
        <p:sp>
          <p:nvSpPr>
            <p:cNvPr id="5476" name="Google Shape;5476;p71"/>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77" name="Google Shape;5477;p71"/>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78" name="Google Shape;5478;p71"/>
          <p:cNvGrpSpPr/>
          <p:nvPr/>
        </p:nvGrpSpPr>
        <p:grpSpPr>
          <a:xfrm>
            <a:off x="6789344" y="3951792"/>
            <a:ext cx="339253" cy="339253"/>
            <a:chOff x="2678350" y="4992125"/>
            <a:chExt cx="481825" cy="481825"/>
          </a:xfrm>
        </p:grpSpPr>
        <p:sp>
          <p:nvSpPr>
            <p:cNvPr id="5479" name="Google Shape;5479;p71"/>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80" name="Google Shape;5480;p71"/>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81" name="Google Shape;5481;p71"/>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82" name="Google Shape;5482;p71"/>
          <p:cNvGrpSpPr/>
          <p:nvPr/>
        </p:nvGrpSpPr>
        <p:grpSpPr>
          <a:xfrm>
            <a:off x="4492198" y="3951792"/>
            <a:ext cx="339253" cy="339253"/>
            <a:chOff x="3271200" y="4992125"/>
            <a:chExt cx="481825" cy="481825"/>
          </a:xfrm>
        </p:grpSpPr>
        <p:sp>
          <p:nvSpPr>
            <p:cNvPr id="5483" name="Google Shape;5483;p71"/>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84" name="Google Shape;5484;p71"/>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85" name="Google Shape;5485;p71"/>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86" name="Google Shape;5486;p71"/>
          <p:cNvGrpSpPr/>
          <p:nvPr/>
        </p:nvGrpSpPr>
        <p:grpSpPr>
          <a:xfrm>
            <a:off x="6329788" y="3952813"/>
            <a:ext cx="339411" cy="337211"/>
            <a:chOff x="5049575" y="4993600"/>
            <a:chExt cx="482050" cy="478925"/>
          </a:xfrm>
        </p:grpSpPr>
        <p:sp>
          <p:nvSpPr>
            <p:cNvPr id="5487" name="Google Shape;5487;p71"/>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88" name="Google Shape;5488;p71"/>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89" name="Google Shape;5489;p71"/>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90" name="Google Shape;5490;p71"/>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491" name="Google Shape;5491;p71"/>
          <p:cNvSpPr txBox="1"/>
          <p:nvPr/>
        </p:nvSpPr>
        <p:spPr>
          <a:xfrm>
            <a:off x="723400" y="1187975"/>
            <a:ext cx="76971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change the stroke and fill color</a:t>
            </a:r>
            <a:r>
              <a:rPr lang="en" sz="1100">
                <a:solidFill>
                  <a:schemeClr val="lt1"/>
                </a:solidFill>
              </a:rPr>
              <a:t>; just select the icon and click on the </a:t>
            </a:r>
            <a:r>
              <a:rPr b="1" lang="en" sz="1100">
                <a:solidFill>
                  <a:schemeClr val="dk2"/>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dk2"/>
                </a:solidFill>
                <a:uFill>
                  <a:noFill/>
                </a:uFill>
                <a:hlinkClick r:id="rId3">
                  <a:extLst>
                    <a:ext uri="{A12FA001-AC4F-418D-AE19-62706E023703}">
                      <ahyp:hlinkClr val="tx"/>
                    </a:ext>
                  </a:extLst>
                </a:hlinkClick>
              </a:rPr>
              <a:t>Flaticon’s extension</a:t>
            </a:r>
            <a:r>
              <a:rPr lang="en" sz="1100">
                <a:solidFill>
                  <a:schemeClr val="lt1"/>
                </a:solidFill>
              </a:rPr>
              <a:t>, allowing you to customize and add even more icons.</a:t>
            </a:r>
            <a:endParaRPr sz="1100">
              <a:solidFill>
                <a:schemeClr val="lt1"/>
              </a:solidFill>
            </a:endParaRPr>
          </a:p>
        </p:txBody>
      </p:sp>
      <p:sp>
        <p:nvSpPr>
          <p:cNvPr id="5492" name="Google Shape;5492;p71"/>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...and our sets of editable icons</a:t>
            </a:r>
            <a:endParaRPr/>
          </a:p>
        </p:txBody>
      </p:sp>
      <p:grpSp>
        <p:nvGrpSpPr>
          <p:cNvPr id="5493" name="Google Shape;5493;p71"/>
          <p:cNvGrpSpPr/>
          <p:nvPr/>
        </p:nvGrpSpPr>
        <p:grpSpPr>
          <a:xfrm>
            <a:off x="7248742" y="3975375"/>
            <a:ext cx="195300" cy="343772"/>
            <a:chOff x="3999225" y="4364775"/>
            <a:chExt cx="195300" cy="343772"/>
          </a:xfrm>
        </p:grpSpPr>
        <p:grpSp>
          <p:nvGrpSpPr>
            <p:cNvPr id="5494" name="Google Shape;5494;p71"/>
            <p:cNvGrpSpPr/>
            <p:nvPr/>
          </p:nvGrpSpPr>
          <p:grpSpPr>
            <a:xfrm>
              <a:off x="4048568" y="4562577"/>
              <a:ext cx="97317" cy="145970"/>
              <a:chOff x="1529575" y="2222650"/>
              <a:chExt cx="203125" cy="304675"/>
            </a:xfrm>
          </p:grpSpPr>
          <p:sp>
            <p:nvSpPr>
              <p:cNvPr id="5495" name="Google Shape;5495;p71"/>
              <p:cNvSpPr/>
              <p:nvPr/>
            </p:nvSpPr>
            <p:spPr>
              <a:xfrm>
                <a:off x="1631125" y="2222650"/>
                <a:ext cx="25" cy="304675"/>
              </a:xfrm>
              <a:custGeom>
                <a:rect b="b" l="l" r="r" t="t"/>
                <a:pathLst>
                  <a:path extrusionOk="0" fill="none" h="12187" w="1">
                    <a:moveTo>
                      <a:pt x="1" y="1"/>
                    </a:moveTo>
                    <a:lnTo>
                      <a:pt x="1" y="12187"/>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71"/>
              <p:cNvSpPr/>
              <p:nvPr/>
            </p:nvSpPr>
            <p:spPr>
              <a:xfrm>
                <a:off x="1529575" y="2425750"/>
                <a:ext cx="203125" cy="25"/>
              </a:xfrm>
              <a:custGeom>
                <a:rect b="b" l="l" r="r" t="t"/>
                <a:pathLst>
                  <a:path extrusionOk="0" fill="none" h="1" w="8125">
                    <a:moveTo>
                      <a:pt x="1" y="1"/>
                    </a:moveTo>
                    <a:lnTo>
                      <a:pt x="8125"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7" name="Google Shape;5497;p71"/>
            <p:cNvGrpSpPr/>
            <p:nvPr/>
          </p:nvGrpSpPr>
          <p:grpSpPr>
            <a:xfrm>
              <a:off x="3999225" y="4364775"/>
              <a:ext cx="195300" cy="195300"/>
              <a:chOff x="3999225" y="4364775"/>
              <a:chExt cx="195300" cy="195300"/>
            </a:xfrm>
          </p:grpSpPr>
          <p:sp>
            <p:nvSpPr>
              <p:cNvPr id="5498" name="Google Shape;5498;p71"/>
              <p:cNvSpPr/>
              <p:nvPr/>
            </p:nvSpPr>
            <p:spPr>
              <a:xfrm>
                <a:off x="3999225" y="436477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71"/>
              <p:cNvSpPr/>
              <p:nvPr/>
            </p:nvSpPr>
            <p:spPr>
              <a:xfrm>
                <a:off x="4029725" y="439525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00" name="Google Shape;5500;p71"/>
          <p:cNvGrpSpPr/>
          <p:nvPr/>
        </p:nvGrpSpPr>
        <p:grpSpPr>
          <a:xfrm>
            <a:off x="7564186" y="3991627"/>
            <a:ext cx="277088" cy="259611"/>
            <a:chOff x="4335888" y="4398114"/>
            <a:chExt cx="277088" cy="259611"/>
          </a:xfrm>
        </p:grpSpPr>
        <p:grpSp>
          <p:nvGrpSpPr>
            <p:cNvPr id="5501" name="Google Shape;5501;p71"/>
            <p:cNvGrpSpPr/>
            <p:nvPr/>
          </p:nvGrpSpPr>
          <p:grpSpPr>
            <a:xfrm>
              <a:off x="4335888" y="4462425"/>
              <a:ext cx="195300" cy="195300"/>
              <a:chOff x="4335888" y="4462425"/>
              <a:chExt cx="195300" cy="195300"/>
            </a:xfrm>
          </p:grpSpPr>
          <p:sp>
            <p:nvSpPr>
              <p:cNvPr id="5502" name="Google Shape;5502;p71"/>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71"/>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4" name="Google Shape;5504;p71"/>
            <p:cNvGrpSpPr/>
            <p:nvPr/>
          </p:nvGrpSpPr>
          <p:grpSpPr>
            <a:xfrm>
              <a:off x="4509813" y="4398114"/>
              <a:ext cx="103162" cy="103198"/>
              <a:chOff x="2277975" y="2021700"/>
              <a:chExt cx="215325" cy="215400"/>
            </a:xfrm>
          </p:grpSpPr>
          <p:sp>
            <p:nvSpPr>
              <p:cNvPr id="5505" name="Google Shape;5505;p71"/>
              <p:cNvSpPr/>
              <p:nvPr/>
            </p:nvSpPr>
            <p:spPr>
              <a:xfrm>
                <a:off x="2277975" y="2026475"/>
                <a:ext cx="210650" cy="210625"/>
              </a:xfrm>
              <a:custGeom>
                <a:rect b="b" l="l" r="r" t="t"/>
                <a:pathLst>
                  <a:path extrusionOk="0" fill="none" h="8425" w="8426">
                    <a:moveTo>
                      <a:pt x="8425" y="0"/>
                    </a:moveTo>
                    <a:lnTo>
                      <a:pt x="1" y="8425"/>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71"/>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07" name="Google Shape;5507;p71"/>
          <p:cNvGrpSpPr/>
          <p:nvPr/>
        </p:nvGrpSpPr>
        <p:grpSpPr>
          <a:xfrm>
            <a:off x="7961419" y="4049613"/>
            <a:ext cx="392275" cy="195300"/>
            <a:chOff x="4752588" y="4440200"/>
            <a:chExt cx="392275" cy="195300"/>
          </a:xfrm>
        </p:grpSpPr>
        <p:grpSp>
          <p:nvGrpSpPr>
            <p:cNvPr id="5508" name="Google Shape;5508;p71"/>
            <p:cNvGrpSpPr/>
            <p:nvPr/>
          </p:nvGrpSpPr>
          <p:grpSpPr>
            <a:xfrm>
              <a:off x="4950384" y="4469728"/>
              <a:ext cx="194479" cy="136244"/>
              <a:chOff x="3163375" y="2175125"/>
              <a:chExt cx="405925" cy="284375"/>
            </a:xfrm>
          </p:grpSpPr>
          <p:sp>
            <p:nvSpPr>
              <p:cNvPr id="5509" name="Google Shape;5509;p71"/>
              <p:cNvSpPr/>
              <p:nvPr/>
            </p:nvSpPr>
            <p:spPr>
              <a:xfrm>
                <a:off x="3163375" y="2317300"/>
                <a:ext cx="389050" cy="25"/>
              </a:xfrm>
              <a:custGeom>
                <a:rect b="b" l="l" r="r" t="t"/>
                <a:pathLst>
                  <a:path extrusionOk="0" fill="none" h="1" w="15562">
                    <a:moveTo>
                      <a:pt x="15562" y="1"/>
                    </a:moveTo>
                    <a:lnTo>
                      <a:pt x="1" y="1"/>
                    </a:lnTo>
                  </a:path>
                </a:pathLst>
              </a:custGeom>
              <a:solidFill>
                <a:srgbClr val="869FB2"/>
              </a:solidFill>
              <a:ln cap="sq"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71"/>
              <p:cNvSpPr/>
              <p:nvPr/>
            </p:nvSpPr>
            <p:spPr>
              <a:xfrm>
                <a:off x="3299975" y="2175125"/>
                <a:ext cx="25" cy="284375"/>
              </a:xfrm>
              <a:custGeom>
                <a:rect b="b" l="l" r="r" t="t"/>
                <a:pathLst>
                  <a:path extrusionOk="0" fill="none" h="11375" w="1">
                    <a:moveTo>
                      <a:pt x="0" y="1"/>
                    </a:moveTo>
                    <a:lnTo>
                      <a:pt x="0" y="11374"/>
                    </a:lnTo>
                  </a:path>
                </a:pathLst>
              </a:custGeom>
              <a:solidFill>
                <a:srgbClr val="869FB2"/>
              </a:solidFill>
              <a:ln cap="rnd"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71"/>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2" name="Google Shape;5512;p71"/>
            <p:cNvGrpSpPr/>
            <p:nvPr/>
          </p:nvGrpSpPr>
          <p:grpSpPr>
            <a:xfrm>
              <a:off x="4752588" y="4440200"/>
              <a:ext cx="195300" cy="195300"/>
              <a:chOff x="4335888" y="4462425"/>
              <a:chExt cx="195300" cy="195300"/>
            </a:xfrm>
          </p:grpSpPr>
          <p:sp>
            <p:nvSpPr>
              <p:cNvPr id="5513" name="Google Shape;5513;p71"/>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71"/>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5518" name="Shape 5518"/>
        <p:cNvGrpSpPr/>
        <p:nvPr/>
      </p:nvGrpSpPr>
      <p:grpSpPr>
        <a:xfrm>
          <a:off x="0" y="0"/>
          <a:ext cx="0" cy="0"/>
          <a:chOff x="0" y="0"/>
          <a:chExt cx="0" cy="0"/>
        </a:xfrm>
      </p:grpSpPr>
      <p:grpSp>
        <p:nvGrpSpPr>
          <p:cNvPr id="5519" name="Google Shape;5519;p72"/>
          <p:cNvGrpSpPr/>
          <p:nvPr/>
        </p:nvGrpSpPr>
        <p:grpSpPr>
          <a:xfrm>
            <a:off x="856199" y="1311179"/>
            <a:ext cx="322099" cy="370529"/>
            <a:chOff x="-42971725" y="3217825"/>
            <a:chExt cx="275675" cy="317125"/>
          </a:xfrm>
        </p:grpSpPr>
        <p:sp>
          <p:nvSpPr>
            <p:cNvPr id="5520" name="Google Shape;5520;p72"/>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72"/>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72"/>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3" name="Google Shape;5523;p72"/>
          <p:cNvGrpSpPr/>
          <p:nvPr/>
        </p:nvGrpSpPr>
        <p:grpSpPr>
          <a:xfrm>
            <a:off x="828113" y="1779835"/>
            <a:ext cx="378270" cy="337551"/>
            <a:chOff x="-42996150" y="3612600"/>
            <a:chExt cx="323750" cy="288900"/>
          </a:xfrm>
        </p:grpSpPr>
        <p:sp>
          <p:nvSpPr>
            <p:cNvPr id="5524" name="Google Shape;5524;p72"/>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72"/>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72"/>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7" name="Google Shape;5527;p72"/>
          <p:cNvGrpSpPr/>
          <p:nvPr/>
        </p:nvGrpSpPr>
        <p:grpSpPr>
          <a:xfrm>
            <a:off x="830874" y="2189205"/>
            <a:ext cx="372749" cy="370909"/>
            <a:chOff x="-42994575" y="3950300"/>
            <a:chExt cx="319025" cy="317450"/>
          </a:xfrm>
        </p:grpSpPr>
        <p:sp>
          <p:nvSpPr>
            <p:cNvPr id="5528" name="Google Shape;5528;p72"/>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72"/>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72"/>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1" name="Google Shape;5531;p72"/>
          <p:cNvGrpSpPr/>
          <p:nvPr/>
        </p:nvGrpSpPr>
        <p:grpSpPr>
          <a:xfrm>
            <a:off x="2984269" y="1336037"/>
            <a:ext cx="371785" cy="370879"/>
            <a:chOff x="-41111350" y="3239100"/>
            <a:chExt cx="318200" cy="317425"/>
          </a:xfrm>
        </p:grpSpPr>
        <p:sp>
          <p:nvSpPr>
            <p:cNvPr id="5532" name="Google Shape;5532;p72"/>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72"/>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72"/>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72"/>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6" name="Google Shape;5536;p72"/>
          <p:cNvGrpSpPr/>
          <p:nvPr/>
        </p:nvGrpSpPr>
        <p:grpSpPr>
          <a:xfrm>
            <a:off x="2980588" y="1771568"/>
            <a:ext cx="379146" cy="370967"/>
            <a:chOff x="-41117650" y="3605525"/>
            <a:chExt cx="324500" cy="317500"/>
          </a:xfrm>
        </p:grpSpPr>
        <p:sp>
          <p:nvSpPr>
            <p:cNvPr id="5537" name="Google Shape;5537;p72"/>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72"/>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72"/>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40" name="Google Shape;5540;p72"/>
          <p:cNvSpPr/>
          <p:nvPr/>
        </p:nvSpPr>
        <p:spPr>
          <a:xfrm>
            <a:off x="2986719" y="2221154"/>
            <a:ext cx="372720" cy="361678"/>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41" name="Google Shape;5541;p72"/>
          <p:cNvGrpSpPr/>
          <p:nvPr/>
        </p:nvGrpSpPr>
        <p:grpSpPr>
          <a:xfrm>
            <a:off x="1806843" y="2663092"/>
            <a:ext cx="216271" cy="371814"/>
            <a:chOff x="-39205300" y="3220175"/>
            <a:chExt cx="185100" cy="318225"/>
          </a:xfrm>
        </p:grpSpPr>
        <p:sp>
          <p:nvSpPr>
            <p:cNvPr id="5542" name="Google Shape;5542;p72"/>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72"/>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4" name="Google Shape;5544;p72"/>
          <p:cNvGrpSpPr/>
          <p:nvPr/>
        </p:nvGrpSpPr>
        <p:grpSpPr>
          <a:xfrm>
            <a:off x="1772370" y="3123163"/>
            <a:ext cx="300016" cy="369273"/>
            <a:chOff x="-39248625" y="3588600"/>
            <a:chExt cx="256775" cy="316050"/>
          </a:xfrm>
        </p:grpSpPr>
        <p:sp>
          <p:nvSpPr>
            <p:cNvPr id="5545" name="Google Shape;5545;p72"/>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72"/>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47" name="Google Shape;5547;p72"/>
          <p:cNvSpPr/>
          <p:nvPr/>
        </p:nvSpPr>
        <p:spPr>
          <a:xfrm>
            <a:off x="1743391" y="3578789"/>
            <a:ext cx="363548" cy="370909"/>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72"/>
          <p:cNvSpPr/>
          <p:nvPr/>
        </p:nvSpPr>
        <p:spPr>
          <a:xfrm>
            <a:off x="3932939" y="2650227"/>
            <a:ext cx="369974" cy="368601"/>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49" name="Google Shape;5549;p72"/>
          <p:cNvGrpSpPr/>
          <p:nvPr/>
        </p:nvGrpSpPr>
        <p:grpSpPr>
          <a:xfrm>
            <a:off x="1223084" y="1311179"/>
            <a:ext cx="429504" cy="370879"/>
            <a:chOff x="-42651700" y="3217825"/>
            <a:chExt cx="367600" cy="317425"/>
          </a:xfrm>
        </p:grpSpPr>
        <p:sp>
          <p:nvSpPr>
            <p:cNvPr id="5550" name="Google Shape;5550;p72"/>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72"/>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72"/>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72"/>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4" name="Google Shape;5554;p72"/>
          <p:cNvGrpSpPr/>
          <p:nvPr/>
        </p:nvGrpSpPr>
        <p:grpSpPr>
          <a:xfrm>
            <a:off x="1258516" y="1750829"/>
            <a:ext cx="358640" cy="363226"/>
            <a:chOff x="-42617300" y="3587775"/>
            <a:chExt cx="306950" cy="310875"/>
          </a:xfrm>
        </p:grpSpPr>
        <p:sp>
          <p:nvSpPr>
            <p:cNvPr id="5555" name="Google Shape;5555;p72"/>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72"/>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57" name="Google Shape;5557;p72"/>
          <p:cNvSpPr/>
          <p:nvPr/>
        </p:nvSpPr>
        <p:spPr>
          <a:xfrm>
            <a:off x="1254968" y="2189872"/>
            <a:ext cx="371785" cy="369974"/>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58" name="Google Shape;5558;p72"/>
          <p:cNvGrpSpPr/>
          <p:nvPr/>
        </p:nvGrpSpPr>
        <p:grpSpPr>
          <a:xfrm>
            <a:off x="3430343" y="1335569"/>
            <a:ext cx="376926" cy="370324"/>
            <a:chOff x="-40748275" y="3238700"/>
            <a:chExt cx="322600" cy="316950"/>
          </a:xfrm>
        </p:grpSpPr>
        <p:sp>
          <p:nvSpPr>
            <p:cNvPr id="5559" name="Google Shape;5559;p72"/>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72"/>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72"/>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72"/>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72"/>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72"/>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5" name="Google Shape;5565;p72"/>
          <p:cNvGrpSpPr/>
          <p:nvPr/>
        </p:nvGrpSpPr>
        <p:grpSpPr>
          <a:xfrm>
            <a:off x="3432899" y="1803553"/>
            <a:ext cx="371814" cy="338690"/>
            <a:chOff x="-40745125" y="3632900"/>
            <a:chExt cx="318225" cy="289875"/>
          </a:xfrm>
        </p:grpSpPr>
        <p:sp>
          <p:nvSpPr>
            <p:cNvPr id="5566" name="Google Shape;5566;p72"/>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72"/>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72"/>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72"/>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72"/>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72"/>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72"/>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3" name="Google Shape;5573;p72"/>
          <p:cNvGrpSpPr/>
          <p:nvPr/>
        </p:nvGrpSpPr>
        <p:grpSpPr>
          <a:xfrm>
            <a:off x="3437047" y="2214764"/>
            <a:ext cx="363518" cy="370178"/>
            <a:chOff x="-40742750" y="3972175"/>
            <a:chExt cx="311125" cy="316825"/>
          </a:xfrm>
        </p:grpSpPr>
        <p:sp>
          <p:nvSpPr>
            <p:cNvPr id="5574" name="Google Shape;5574;p72"/>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72"/>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6" name="Google Shape;5576;p72"/>
          <p:cNvGrpSpPr/>
          <p:nvPr/>
        </p:nvGrpSpPr>
        <p:grpSpPr>
          <a:xfrm>
            <a:off x="2219708" y="2664932"/>
            <a:ext cx="266892" cy="369974"/>
            <a:chOff x="-38860325" y="3221750"/>
            <a:chExt cx="228425" cy="316650"/>
          </a:xfrm>
        </p:grpSpPr>
        <p:sp>
          <p:nvSpPr>
            <p:cNvPr id="5577" name="Google Shape;5577;p72"/>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72"/>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72"/>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72"/>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1" name="Google Shape;5581;p72"/>
          <p:cNvGrpSpPr/>
          <p:nvPr/>
        </p:nvGrpSpPr>
        <p:grpSpPr>
          <a:xfrm>
            <a:off x="2170515" y="3126989"/>
            <a:ext cx="380081" cy="367111"/>
            <a:chOff x="-38905225" y="3591875"/>
            <a:chExt cx="325300" cy="314200"/>
          </a:xfrm>
        </p:grpSpPr>
        <p:sp>
          <p:nvSpPr>
            <p:cNvPr id="5582" name="Google Shape;5582;p72"/>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72"/>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72"/>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85" name="Google Shape;5585;p72"/>
          <p:cNvSpPr/>
          <p:nvPr/>
        </p:nvSpPr>
        <p:spPr>
          <a:xfrm>
            <a:off x="2178329" y="3636767"/>
            <a:ext cx="369974" cy="312927"/>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86" name="Google Shape;5586;p72"/>
          <p:cNvGrpSpPr/>
          <p:nvPr/>
        </p:nvGrpSpPr>
        <p:grpSpPr>
          <a:xfrm>
            <a:off x="3977265" y="3112069"/>
            <a:ext cx="290815" cy="369740"/>
            <a:chOff x="-37370925" y="3579105"/>
            <a:chExt cx="248900" cy="316450"/>
          </a:xfrm>
        </p:grpSpPr>
        <p:sp>
          <p:nvSpPr>
            <p:cNvPr id="5587" name="Google Shape;5587;p72"/>
            <p:cNvSpPr/>
            <p:nvPr/>
          </p:nvSpPr>
          <p:spPr>
            <a:xfrm>
              <a:off x="-37268550" y="367105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72"/>
            <p:cNvSpPr/>
            <p:nvPr/>
          </p:nvSpPr>
          <p:spPr>
            <a:xfrm>
              <a:off x="-37370925" y="357910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89" name="Google Shape;5589;p72"/>
          <p:cNvSpPr/>
          <p:nvPr/>
        </p:nvSpPr>
        <p:spPr>
          <a:xfrm>
            <a:off x="1677319" y="1311867"/>
            <a:ext cx="364453" cy="369419"/>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72"/>
          <p:cNvSpPr/>
          <p:nvPr/>
        </p:nvSpPr>
        <p:spPr>
          <a:xfrm>
            <a:off x="1702161" y="1747169"/>
            <a:ext cx="314767" cy="371814"/>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91" name="Google Shape;5591;p72"/>
          <p:cNvGrpSpPr/>
          <p:nvPr/>
        </p:nvGrpSpPr>
        <p:grpSpPr>
          <a:xfrm>
            <a:off x="1670640" y="2190140"/>
            <a:ext cx="371814" cy="369974"/>
            <a:chOff x="-42259725" y="3951100"/>
            <a:chExt cx="318225" cy="316650"/>
          </a:xfrm>
        </p:grpSpPr>
        <p:sp>
          <p:nvSpPr>
            <p:cNvPr id="5592" name="Google Shape;5592;p72"/>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72"/>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4" name="Google Shape;5594;p72"/>
          <p:cNvGrpSpPr/>
          <p:nvPr/>
        </p:nvGrpSpPr>
        <p:grpSpPr>
          <a:xfrm>
            <a:off x="3869002" y="1369161"/>
            <a:ext cx="370879" cy="337755"/>
            <a:chOff x="-40378075" y="3267450"/>
            <a:chExt cx="317425" cy="289075"/>
          </a:xfrm>
        </p:grpSpPr>
        <p:sp>
          <p:nvSpPr>
            <p:cNvPr id="5595" name="Google Shape;5595;p72"/>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72"/>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72"/>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72"/>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9" name="Google Shape;5599;p72"/>
          <p:cNvGrpSpPr/>
          <p:nvPr/>
        </p:nvGrpSpPr>
        <p:grpSpPr>
          <a:xfrm>
            <a:off x="3872668" y="1770429"/>
            <a:ext cx="363548" cy="369974"/>
            <a:chOff x="-40372575" y="3604550"/>
            <a:chExt cx="311150" cy="316650"/>
          </a:xfrm>
        </p:grpSpPr>
        <p:sp>
          <p:nvSpPr>
            <p:cNvPr id="5600" name="Google Shape;5600;p72"/>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72"/>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72"/>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03" name="Google Shape;5603;p72"/>
          <p:cNvSpPr/>
          <p:nvPr/>
        </p:nvSpPr>
        <p:spPr>
          <a:xfrm>
            <a:off x="3876000" y="2213706"/>
            <a:ext cx="362613" cy="371902"/>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04" name="Google Shape;5604;p72"/>
          <p:cNvGrpSpPr/>
          <p:nvPr/>
        </p:nvGrpSpPr>
        <p:grpSpPr>
          <a:xfrm>
            <a:off x="2596617" y="2663092"/>
            <a:ext cx="399038" cy="372165"/>
            <a:chOff x="-38542250" y="3220175"/>
            <a:chExt cx="341525" cy="318525"/>
          </a:xfrm>
        </p:grpSpPr>
        <p:sp>
          <p:nvSpPr>
            <p:cNvPr id="5605" name="Google Shape;5605;p72"/>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72"/>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72"/>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8" name="Google Shape;5608;p72"/>
          <p:cNvGrpSpPr/>
          <p:nvPr/>
        </p:nvGrpSpPr>
        <p:grpSpPr>
          <a:xfrm>
            <a:off x="2618549" y="3122462"/>
            <a:ext cx="369974" cy="369068"/>
            <a:chOff x="-38537400" y="3588000"/>
            <a:chExt cx="316650" cy="315875"/>
          </a:xfrm>
        </p:grpSpPr>
        <p:sp>
          <p:nvSpPr>
            <p:cNvPr id="5609" name="Google Shape;5609;p72"/>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72"/>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72"/>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72"/>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3" name="Google Shape;5613;p72"/>
          <p:cNvGrpSpPr/>
          <p:nvPr/>
        </p:nvGrpSpPr>
        <p:grpSpPr>
          <a:xfrm>
            <a:off x="2617629" y="3579991"/>
            <a:ext cx="371814" cy="369974"/>
            <a:chOff x="-38538975" y="3954250"/>
            <a:chExt cx="318225" cy="316650"/>
          </a:xfrm>
        </p:grpSpPr>
        <p:sp>
          <p:nvSpPr>
            <p:cNvPr id="5614" name="Google Shape;5614;p72"/>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72"/>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6" name="Google Shape;5616;p72"/>
          <p:cNvGrpSpPr/>
          <p:nvPr/>
        </p:nvGrpSpPr>
        <p:grpSpPr>
          <a:xfrm>
            <a:off x="3934941" y="3574918"/>
            <a:ext cx="375465" cy="371814"/>
            <a:chOff x="-37385100" y="3949908"/>
            <a:chExt cx="321350" cy="318225"/>
          </a:xfrm>
        </p:grpSpPr>
        <p:sp>
          <p:nvSpPr>
            <p:cNvPr id="5617" name="Google Shape;5617;p72"/>
            <p:cNvSpPr/>
            <p:nvPr/>
          </p:nvSpPr>
          <p:spPr>
            <a:xfrm>
              <a:off x="-37190575" y="4145233"/>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72"/>
            <p:cNvSpPr/>
            <p:nvPr/>
          </p:nvSpPr>
          <p:spPr>
            <a:xfrm>
              <a:off x="-37385100" y="3949908"/>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9" name="Google Shape;5619;p72"/>
          <p:cNvGrpSpPr/>
          <p:nvPr/>
        </p:nvGrpSpPr>
        <p:grpSpPr>
          <a:xfrm>
            <a:off x="2110600" y="1310478"/>
            <a:ext cx="370909" cy="370675"/>
            <a:chOff x="-41895050" y="3217225"/>
            <a:chExt cx="317450" cy="317250"/>
          </a:xfrm>
        </p:grpSpPr>
        <p:sp>
          <p:nvSpPr>
            <p:cNvPr id="5620" name="Google Shape;5620;p72"/>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72"/>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72"/>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72"/>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72"/>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5" name="Google Shape;5625;p72"/>
          <p:cNvGrpSpPr/>
          <p:nvPr/>
        </p:nvGrpSpPr>
        <p:grpSpPr>
          <a:xfrm>
            <a:off x="2110148" y="1747412"/>
            <a:ext cx="371814" cy="369974"/>
            <a:chOff x="-41893475" y="3584850"/>
            <a:chExt cx="318225" cy="316650"/>
          </a:xfrm>
        </p:grpSpPr>
        <p:sp>
          <p:nvSpPr>
            <p:cNvPr id="5626" name="Google Shape;5626;p72"/>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72"/>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72"/>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72"/>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30" name="Google Shape;5630;p72"/>
          <p:cNvSpPr/>
          <p:nvPr/>
        </p:nvSpPr>
        <p:spPr>
          <a:xfrm>
            <a:off x="2113120" y="2191712"/>
            <a:ext cx="371814" cy="36930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72"/>
          <p:cNvSpPr/>
          <p:nvPr/>
        </p:nvSpPr>
        <p:spPr>
          <a:xfrm>
            <a:off x="824879" y="2684050"/>
            <a:ext cx="438997" cy="36903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32" name="Google Shape;5632;p72"/>
          <p:cNvGrpSpPr/>
          <p:nvPr/>
        </p:nvGrpSpPr>
        <p:grpSpPr>
          <a:xfrm>
            <a:off x="880176" y="3142704"/>
            <a:ext cx="337522" cy="370909"/>
            <a:chOff x="-39998250" y="3605325"/>
            <a:chExt cx="288875" cy="317450"/>
          </a:xfrm>
        </p:grpSpPr>
        <p:sp>
          <p:nvSpPr>
            <p:cNvPr id="5633" name="Google Shape;5633;p72"/>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72"/>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5" name="Google Shape;5635;p72"/>
          <p:cNvGrpSpPr/>
          <p:nvPr/>
        </p:nvGrpSpPr>
        <p:grpSpPr>
          <a:xfrm>
            <a:off x="863950" y="3601168"/>
            <a:ext cx="369974" cy="369945"/>
            <a:chOff x="-40011050" y="3972375"/>
            <a:chExt cx="316650" cy="316625"/>
          </a:xfrm>
        </p:grpSpPr>
        <p:sp>
          <p:nvSpPr>
            <p:cNvPr id="5636" name="Google Shape;5636;p72"/>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72"/>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8" name="Google Shape;5638;p72"/>
          <p:cNvGrpSpPr/>
          <p:nvPr/>
        </p:nvGrpSpPr>
        <p:grpSpPr>
          <a:xfrm>
            <a:off x="3095881" y="2665867"/>
            <a:ext cx="266921" cy="369039"/>
            <a:chOff x="-38129425" y="3222550"/>
            <a:chExt cx="228450" cy="315850"/>
          </a:xfrm>
        </p:grpSpPr>
        <p:sp>
          <p:nvSpPr>
            <p:cNvPr id="5639" name="Google Shape;5639;p72"/>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72"/>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1" name="Google Shape;5641;p72"/>
          <p:cNvGrpSpPr/>
          <p:nvPr/>
        </p:nvGrpSpPr>
        <p:grpSpPr>
          <a:xfrm>
            <a:off x="3050850" y="3122462"/>
            <a:ext cx="371785" cy="369974"/>
            <a:chOff x="-38172725" y="3588000"/>
            <a:chExt cx="318200" cy="316650"/>
          </a:xfrm>
        </p:grpSpPr>
        <p:sp>
          <p:nvSpPr>
            <p:cNvPr id="5642" name="Google Shape;5642;p72"/>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72"/>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72"/>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72"/>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72"/>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72"/>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72"/>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72"/>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0" name="Google Shape;5650;p72"/>
          <p:cNvGrpSpPr/>
          <p:nvPr/>
        </p:nvGrpSpPr>
        <p:grpSpPr>
          <a:xfrm>
            <a:off x="3126752" y="3580897"/>
            <a:ext cx="219981" cy="369974"/>
            <a:chOff x="-38109725" y="3955025"/>
            <a:chExt cx="188275" cy="316650"/>
          </a:xfrm>
        </p:grpSpPr>
        <p:sp>
          <p:nvSpPr>
            <p:cNvPr id="5651" name="Google Shape;5651;p72"/>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72"/>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53" name="Google Shape;5653;p72"/>
          <p:cNvSpPr/>
          <p:nvPr/>
        </p:nvSpPr>
        <p:spPr>
          <a:xfrm>
            <a:off x="2228355" y="4040658"/>
            <a:ext cx="383790" cy="370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54" name="Google Shape;5654;p72"/>
          <p:cNvGrpSpPr/>
          <p:nvPr/>
        </p:nvGrpSpPr>
        <p:grpSpPr>
          <a:xfrm>
            <a:off x="2542151" y="1312318"/>
            <a:ext cx="373654" cy="369068"/>
            <a:chOff x="-41530375" y="3218800"/>
            <a:chExt cx="319800" cy="315875"/>
          </a:xfrm>
        </p:grpSpPr>
        <p:sp>
          <p:nvSpPr>
            <p:cNvPr id="5655" name="Google Shape;5655;p72"/>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72"/>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7" name="Google Shape;5657;p72"/>
          <p:cNvGrpSpPr/>
          <p:nvPr/>
        </p:nvGrpSpPr>
        <p:grpSpPr>
          <a:xfrm>
            <a:off x="2544444" y="1827476"/>
            <a:ext cx="369068" cy="289004"/>
            <a:chOff x="-41526450" y="3653375"/>
            <a:chExt cx="315875" cy="247350"/>
          </a:xfrm>
        </p:grpSpPr>
        <p:sp>
          <p:nvSpPr>
            <p:cNvPr id="5658" name="Google Shape;5658;p72"/>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72"/>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0" name="Google Shape;5660;p72"/>
          <p:cNvGrpSpPr/>
          <p:nvPr/>
        </p:nvGrpSpPr>
        <p:grpSpPr>
          <a:xfrm>
            <a:off x="2545831" y="2190140"/>
            <a:ext cx="366293" cy="369974"/>
            <a:chOff x="-41526450" y="3951100"/>
            <a:chExt cx="313500" cy="316650"/>
          </a:xfrm>
        </p:grpSpPr>
        <p:sp>
          <p:nvSpPr>
            <p:cNvPr id="5661" name="Google Shape;5661;p72"/>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72"/>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72"/>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4" name="Google Shape;5664;p72"/>
          <p:cNvGrpSpPr/>
          <p:nvPr/>
        </p:nvGrpSpPr>
        <p:grpSpPr>
          <a:xfrm>
            <a:off x="1311086" y="2684269"/>
            <a:ext cx="339595" cy="371814"/>
            <a:chOff x="-39625900" y="3238300"/>
            <a:chExt cx="290650" cy="318225"/>
          </a:xfrm>
        </p:grpSpPr>
        <p:sp>
          <p:nvSpPr>
            <p:cNvPr id="5665" name="Google Shape;5665;p72"/>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72"/>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67" name="Google Shape;5667;p72"/>
          <p:cNvSpPr/>
          <p:nvPr/>
        </p:nvSpPr>
        <p:spPr>
          <a:xfrm>
            <a:off x="1333259" y="3143395"/>
            <a:ext cx="315672" cy="369974"/>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68" name="Google Shape;5668;p72"/>
          <p:cNvGrpSpPr/>
          <p:nvPr/>
        </p:nvGrpSpPr>
        <p:grpSpPr>
          <a:xfrm>
            <a:off x="1305137" y="3600730"/>
            <a:ext cx="366293" cy="370441"/>
            <a:chOff x="-39647175" y="3972000"/>
            <a:chExt cx="313500" cy="317050"/>
          </a:xfrm>
        </p:grpSpPr>
        <p:sp>
          <p:nvSpPr>
            <p:cNvPr id="5669" name="Google Shape;5669;p72"/>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72"/>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72"/>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2" name="Google Shape;5672;p72"/>
          <p:cNvGrpSpPr/>
          <p:nvPr/>
        </p:nvGrpSpPr>
        <p:grpSpPr>
          <a:xfrm>
            <a:off x="3474265" y="2664728"/>
            <a:ext cx="375495" cy="370879"/>
            <a:chOff x="-37808850" y="3221575"/>
            <a:chExt cx="321375" cy="317425"/>
          </a:xfrm>
        </p:grpSpPr>
        <p:sp>
          <p:nvSpPr>
            <p:cNvPr id="5673" name="Google Shape;5673;p72"/>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72"/>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5" name="Google Shape;5675;p72"/>
          <p:cNvGrpSpPr/>
          <p:nvPr/>
        </p:nvGrpSpPr>
        <p:grpSpPr>
          <a:xfrm>
            <a:off x="3483038" y="3186759"/>
            <a:ext cx="372749" cy="241158"/>
            <a:chOff x="-37806500" y="3643030"/>
            <a:chExt cx="319025" cy="206400"/>
          </a:xfrm>
        </p:grpSpPr>
        <p:sp>
          <p:nvSpPr>
            <p:cNvPr id="5676" name="Google Shape;5676;p72"/>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72"/>
            <p:cNvSpPr/>
            <p:nvPr/>
          </p:nvSpPr>
          <p:spPr>
            <a:xfrm>
              <a:off x="-37806500" y="3643030"/>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8" name="Google Shape;5678;p72"/>
          <p:cNvGrpSpPr/>
          <p:nvPr/>
        </p:nvGrpSpPr>
        <p:grpSpPr>
          <a:xfrm>
            <a:off x="3485346" y="3579056"/>
            <a:ext cx="368134" cy="371814"/>
            <a:chOff x="-37804925" y="3953450"/>
            <a:chExt cx="315075" cy="318225"/>
          </a:xfrm>
        </p:grpSpPr>
        <p:sp>
          <p:nvSpPr>
            <p:cNvPr id="5679" name="Google Shape;5679;p72"/>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72"/>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72"/>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82" name="Google Shape;5682;p72"/>
          <p:cNvSpPr/>
          <p:nvPr/>
        </p:nvSpPr>
        <p:spPr>
          <a:xfrm>
            <a:off x="2734290" y="4043800"/>
            <a:ext cx="265986" cy="36903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83" name="Google Shape;5683;p72"/>
          <p:cNvGrpSpPr/>
          <p:nvPr/>
        </p:nvGrpSpPr>
        <p:grpSpPr>
          <a:xfrm>
            <a:off x="4840364" y="1328538"/>
            <a:ext cx="355663" cy="308725"/>
            <a:chOff x="-28462125" y="3199700"/>
            <a:chExt cx="298550" cy="259150"/>
          </a:xfrm>
        </p:grpSpPr>
        <p:sp>
          <p:nvSpPr>
            <p:cNvPr id="5684" name="Google Shape;5684;p72"/>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72"/>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72"/>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7" name="Google Shape;5687;p72"/>
          <p:cNvGrpSpPr/>
          <p:nvPr/>
        </p:nvGrpSpPr>
        <p:grpSpPr>
          <a:xfrm>
            <a:off x="4841317" y="1763228"/>
            <a:ext cx="353757" cy="352833"/>
            <a:chOff x="-28461325" y="3545475"/>
            <a:chExt cx="296950" cy="296175"/>
          </a:xfrm>
        </p:grpSpPr>
        <p:sp>
          <p:nvSpPr>
            <p:cNvPr id="5688" name="Google Shape;5688;p72"/>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72"/>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72"/>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72"/>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72"/>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72"/>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4" name="Google Shape;5694;p72"/>
          <p:cNvGrpSpPr/>
          <p:nvPr/>
        </p:nvGrpSpPr>
        <p:grpSpPr>
          <a:xfrm>
            <a:off x="4837550" y="2213272"/>
            <a:ext cx="361292" cy="352803"/>
            <a:chOff x="-28463700" y="3914875"/>
            <a:chExt cx="303275" cy="296150"/>
          </a:xfrm>
        </p:grpSpPr>
        <p:sp>
          <p:nvSpPr>
            <p:cNvPr id="5695" name="Google Shape;5695;p72"/>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72"/>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7" name="Google Shape;5697;p72"/>
          <p:cNvGrpSpPr/>
          <p:nvPr/>
        </p:nvGrpSpPr>
        <p:grpSpPr>
          <a:xfrm>
            <a:off x="7072335" y="1369355"/>
            <a:ext cx="351880" cy="227092"/>
            <a:chOff x="-26573400" y="3224125"/>
            <a:chExt cx="295375" cy="190625"/>
          </a:xfrm>
        </p:grpSpPr>
        <p:sp>
          <p:nvSpPr>
            <p:cNvPr id="5698" name="Google Shape;5698;p72"/>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72"/>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0" name="Google Shape;5700;p72"/>
          <p:cNvGrpSpPr/>
          <p:nvPr/>
        </p:nvGrpSpPr>
        <p:grpSpPr>
          <a:xfrm>
            <a:off x="7072335" y="1763690"/>
            <a:ext cx="351880" cy="351910"/>
            <a:chOff x="-26573400" y="3546250"/>
            <a:chExt cx="295375" cy="295400"/>
          </a:xfrm>
        </p:grpSpPr>
        <p:sp>
          <p:nvSpPr>
            <p:cNvPr id="5701" name="Google Shape;5701;p72"/>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72"/>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72"/>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72"/>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72"/>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6" name="Google Shape;5706;p72"/>
          <p:cNvGrpSpPr/>
          <p:nvPr/>
        </p:nvGrpSpPr>
        <p:grpSpPr>
          <a:xfrm>
            <a:off x="7060615" y="2213599"/>
            <a:ext cx="375319" cy="352148"/>
            <a:chOff x="-26583625" y="3917025"/>
            <a:chExt cx="315050" cy="295600"/>
          </a:xfrm>
        </p:grpSpPr>
        <p:sp>
          <p:nvSpPr>
            <p:cNvPr id="5707" name="Google Shape;5707;p72"/>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72"/>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72"/>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72"/>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11" name="Google Shape;5711;p72"/>
          <p:cNvSpPr/>
          <p:nvPr/>
        </p:nvSpPr>
        <p:spPr>
          <a:xfrm>
            <a:off x="5727703" y="2694114"/>
            <a:ext cx="352833" cy="35188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12" name="Google Shape;5712;p72"/>
          <p:cNvGrpSpPr/>
          <p:nvPr/>
        </p:nvGrpSpPr>
        <p:grpSpPr>
          <a:xfrm>
            <a:off x="5759130" y="3172629"/>
            <a:ext cx="289039" cy="352833"/>
            <a:chOff x="-24694925" y="3518700"/>
            <a:chExt cx="242625" cy="296175"/>
          </a:xfrm>
        </p:grpSpPr>
        <p:sp>
          <p:nvSpPr>
            <p:cNvPr id="5713" name="Google Shape;5713;p72"/>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72"/>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72"/>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72"/>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7" name="Google Shape;5717;p72"/>
          <p:cNvGrpSpPr/>
          <p:nvPr/>
        </p:nvGrpSpPr>
        <p:grpSpPr>
          <a:xfrm>
            <a:off x="5758668" y="3622657"/>
            <a:ext cx="289962" cy="352833"/>
            <a:chOff x="-24709100" y="3888875"/>
            <a:chExt cx="243400" cy="296175"/>
          </a:xfrm>
        </p:grpSpPr>
        <p:sp>
          <p:nvSpPr>
            <p:cNvPr id="5718" name="Google Shape;5718;p72"/>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72"/>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72"/>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1" name="Google Shape;5721;p72"/>
          <p:cNvGrpSpPr/>
          <p:nvPr/>
        </p:nvGrpSpPr>
        <p:grpSpPr>
          <a:xfrm>
            <a:off x="7958668" y="2695320"/>
            <a:ext cx="356556" cy="349557"/>
            <a:chOff x="-22863675" y="3131775"/>
            <a:chExt cx="299300" cy="293425"/>
          </a:xfrm>
        </p:grpSpPr>
        <p:sp>
          <p:nvSpPr>
            <p:cNvPr id="5722" name="Google Shape;5722;p72"/>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72"/>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72"/>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5" name="Google Shape;5725;p72"/>
          <p:cNvGrpSpPr/>
          <p:nvPr/>
        </p:nvGrpSpPr>
        <p:grpSpPr>
          <a:xfrm>
            <a:off x="5301532" y="1306499"/>
            <a:ext cx="310602" cy="352803"/>
            <a:chOff x="-28069875" y="3175300"/>
            <a:chExt cx="260725" cy="296150"/>
          </a:xfrm>
        </p:grpSpPr>
        <p:sp>
          <p:nvSpPr>
            <p:cNvPr id="5726" name="Google Shape;5726;p72"/>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72"/>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72"/>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72"/>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72"/>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72"/>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72"/>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72"/>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72"/>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35" name="Google Shape;5735;p72"/>
          <p:cNvSpPr/>
          <p:nvPr/>
        </p:nvSpPr>
        <p:spPr>
          <a:xfrm>
            <a:off x="5280965" y="1764235"/>
            <a:ext cx="352803" cy="350719"/>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36" name="Google Shape;5736;p72"/>
          <p:cNvGrpSpPr/>
          <p:nvPr/>
        </p:nvGrpSpPr>
        <p:grpSpPr>
          <a:xfrm>
            <a:off x="5342810" y="2213733"/>
            <a:ext cx="228045" cy="351880"/>
            <a:chOff x="-28032075" y="3916450"/>
            <a:chExt cx="191425" cy="295375"/>
          </a:xfrm>
        </p:grpSpPr>
        <p:sp>
          <p:nvSpPr>
            <p:cNvPr id="5737" name="Google Shape;5737;p72"/>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72"/>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72"/>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0" name="Google Shape;5740;p72"/>
          <p:cNvGrpSpPr/>
          <p:nvPr/>
        </p:nvGrpSpPr>
        <p:grpSpPr>
          <a:xfrm>
            <a:off x="7508157" y="1306484"/>
            <a:ext cx="352833" cy="352833"/>
            <a:chOff x="-26201650" y="3176075"/>
            <a:chExt cx="296175" cy="296175"/>
          </a:xfrm>
        </p:grpSpPr>
        <p:sp>
          <p:nvSpPr>
            <p:cNvPr id="5741" name="Google Shape;5741;p72"/>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72"/>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3" name="Google Shape;5743;p72"/>
          <p:cNvGrpSpPr/>
          <p:nvPr/>
        </p:nvGrpSpPr>
        <p:grpSpPr>
          <a:xfrm>
            <a:off x="7507680" y="1763705"/>
            <a:ext cx="353786" cy="351880"/>
            <a:chOff x="-26204800" y="3547050"/>
            <a:chExt cx="296975" cy="295375"/>
          </a:xfrm>
        </p:grpSpPr>
        <p:sp>
          <p:nvSpPr>
            <p:cNvPr id="5744" name="Google Shape;5744;p72"/>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72"/>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46" name="Google Shape;5746;p72"/>
          <p:cNvSpPr/>
          <p:nvPr/>
        </p:nvSpPr>
        <p:spPr>
          <a:xfrm>
            <a:off x="7540567" y="2213200"/>
            <a:ext cx="289009" cy="352833"/>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47" name="Google Shape;5747;p72"/>
          <p:cNvGrpSpPr/>
          <p:nvPr/>
        </p:nvGrpSpPr>
        <p:grpSpPr>
          <a:xfrm>
            <a:off x="6178935" y="2693683"/>
            <a:ext cx="345328" cy="352833"/>
            <a:chOff x="-24353875" y="3147725"/>
            <a:chExt cx="289875" cy="296175"/>
          </a:xfrm>
        </p:grpSpPr>
        <p:sp>
          <p:nvSpPr>
            <p:cNvPr id="5748" name="Google Shape;5748;p72"/>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72"/>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0" name="Google Shape;5750;p72"/>
          <p:cNvGrpSpPr/>
          <p:nvPr/>
        </p:nvGrpSpPr>
        <p:grpSpPr>
          <a:xfrm>
            <a:off x="6186917" y="3173090"/>
            <a:ext cx="329365" cy="351910"/>
            <a:chOff x="-24344425" y="3519475"/>
            <a:chExt cx="276475" cy="295400"/>
          </a:xfrm>
        </p:grpSpPr>
        <p:sp>
          <p:nvSpPr>
            <p:cNvPr id="5751" name="Google Shape;5751;p72"/>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72"/>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3" name="Google Shape;5753;p72"/>
          <p:cNvGrpSpPr/>
          <p:nvPr/>
        </p:nvGrpSpPr>
        <p:grpSpPr>
          <a:xfrm>
            <a:off x="6176597" y="3625010"/>
            <a:ext cx="350004" cy="348128"/>
            <a:chOff x="-24353075" y="3891250"/>
            <a:chExt cx="293800" cy="292225"/>
          </a:xfrm>
        </p:grpSpPr>
        <p:sp>
          <p:nvSpPr>
            <p:cNvPr id="5754" name="Google Shape;5754;p72"/>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72"/>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6" name="Google Shape;5756;p72"/>
          <p:cNvGrpSpPr/>
          <p:nvPr/>
        </p:nvGrpSpPr>
        <p:grpSpPr>
          <a:xfrm>
            <a:off x="7960068" y="3173313"/>
            <a:ext cx="353757" cy="351463"/>
            <a:chOff x="-22845575" y="3504075"/>
            <a:chExt cx="296950" cy="295025"/>
          </a:xfrm>
        </p:grpSpPr>
        <p:sp>
          <p:nvSpPr>
            <p:cNvPr id="5757" name="Google Shape;5757;p72"/>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72"/>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9" name="Google Shape;5759;p72"/>
          <p:cNvGrpSpPr/>
          <p:nvPr/>
        </p:nvGrpSpPr>
        <p:grpSpPr>
          <a:xfrm>
            <a:off x="5753249" y="1306961"/>
            <a:ext cx="299344" cy="351880"/>
            <a:chOff x="-27691025" y="3175300"/>
            <a:chExt cx="251275" cy="295375"/>
          </a:xfrm>
        </p:grpSpPr>
        <p:sp>
          <p:nvSpPr>
            <p:cNvPr id="5760" name="Google Shape;5760;p72"/>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72"/>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72"/>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72"/>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4" name="Google Shape;5764;p72"/>
          <p:cNvGrpSpPr/>
          <p:nvPr/>
        </p:nvGrpSpPr>
        <p:grpSpPr>
          <a:xfrm>
            <a:off x="5725566" y="1825637"/>
            <a:ext cx="354710" cy="228015"/>
            <a:chOff x="-27721750" y="3598250"/>
            <a:chExt cx="297750" cy="191400"/>
          </a:xfrm>
        </p:grpSpPr>
        <p:sp>
          <p:nvSpPr>
            <p:cNvPr id="5765" name="Google Shape;5765;p72"/>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72"/>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7" name="Google Shape;5767;p72"/>
          <p:cNvGrpSpPr/>
          <p:nvPr/>
        </p:nvGrpSpPr>
        <p:grpSpPr>
          <a:xfrm>
            <a:off x="5726966" y="2219183"/>
            <a:ext cx="351910" cy="340980"/>
            <a:chOff x="-27719400" y="3925600"/>
            <a:chExt cx="295400" cy="286225"/>
          </a:xfrm>
        </p:grpSpPr>
        <p:sp>
          <p:nvSpPr>
            <p:cNvPr id="5768" name="Google Shape;5768;p72"/>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72"/>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0" name="Google Shape;5770;p72"/>
          <p:cNvGrpSpPr/>
          <p:nvPr/>
        </p:nvGrpSpPr>
        <p:grpSpPr>
          <a:xfrm>
            <a:off x="7948238" y="1306023"/>
            <a:ext cx="353757" cy="353757"/>
            <a:chOff x="-25834600" y="3176875"/>
            <a:chExt cx="296950" cy="296950"/>
          </a:xfrm>
        </p:grpSpPr>
        <p:sp>
          <p:nvSpPr>
            <p:cNvPr id="5771" name="Google Shape;5771;p72"/>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72"/>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72"/>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72"/>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72"/>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6" name="Google Shape;5776;p72"/>
          <p:cNvGrpSpPr/>
          <p:nvPr/>
        </p:nvGrpSpPr>
        <p:grpSpPr>
          <a:xfrm>
            <a:off x="7948238" y="1774024"/>
            <a:ext cx="353757" cy="331241"/>
            <a:chOff x="-25834600" y="3564375"/>
            <a:chExt cx="296950" cy="278050"/>
          </a:xfrm>
        </p:grpSpPr>
        <p:sp>
          <p:nvSpPr>
            <p:cNvPr id="5777" name="Google Shape;5777;p72"/>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72"/>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72"/>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72"/>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72"/>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72"/>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72"/>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72"/>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5" name="Google Shape;5785;p72"/>
          <p:cNvGrpSpPr/>
          <p:nvPr/>
        </p:nvGrpSpPr>
        <p:grpSpPr>
          <a:xfrm>
            <a:off x="7946362" y="2213376"/>
            <a:ext cx="357509" cy="352595"/>
            <a:chOff x="-25834600" y="3915850"/>
            <a:chExt cx="300100" cy="295975"/>
          </a:xfrm>
        </p:grpSpPr>
        <p:sp>
          <p:nvSpPr>
            <p:cNvPr id="5786" name="Google Shape;5786;p72"/>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72"/>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72"/>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9" name="Google Shape;5789;p72"/>
          <p:cNvGrpSpPr/>
          <p:nvPr/>
        </p:nvGrpSpPr>
        <p:grpSpPr>
          <a:xfrm>
            <a:off x="6681790" y="2694606"/>
            <a:ext cx="228968" cy="350987"/>
            <a:chOff x="-23930925" y="3149300"/>
            <a:chExt cx="192200" cy="294625"/>
          </a:xfrm>
        </p:grpSpPr>
        <p:sp>
          <p:nvSpPr>
            <p:cNvPr id="5790" name="Google Shape;5790;p72"/>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72"/>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72"/>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72"/>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4" name="Google Shape;5794;p72"/>
          <p:cNvGrpSpPr/>
          <p:nvPr/>
        </p:nvGrpSpPr>
        <p:grpSpPr>
          <a:xfrm>
            <a:off x="6638620" y="3173090"/>
            <a:ext cx="315307" cy="351910"/>
            <a:chOff x="-23962425" y="3519475"/>
            <a:chExt cx="264675" cy="295400"/>
          </a:xfrm>
        </p:grpSpPr>
        <p:sp>
          <p:nvSpPr>
            <p:cNvPr id="5795" name="Google Shape;5795;p72"/>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72"/>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97" name="Google Shape;5797;p72"/>
          <p:cNvSpPr/>
          <p:nvPr/>
        </p:nvSpPr>
        <p:spPr>
          <a:xfrm>
            <a:off x="6609056" y="3626801"/>
            <a:ext cx="375349" cy="344435"/>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98" name="Google Shape;5798;p72"/>
          <p:cNvGrpSpPr/>
          <p:nvPr/>
        </p:nvGrpSpPr>
        <p:grpSpPr>
          <a:xfrm>
            <a:off x="8017295" y="3623134"/>
            <a:ext cx="239302" cy="351880"/>
            <a:chOff x="-22788075" y="3904625"/>
            <a:chExt cx="200875" cy="295375"/>
          </a:xfrm>
        </p:grpSpPr>
        <p:sp>
          <p:nvSpPr>
            <p:cNvPr id="5799" name="Google Shape;5799;p72"/>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72"/>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72"/>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72"/>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3" name="Google Shape;5803;p72"/>
          <p:cNvGrpSpPr/>
          <p:nvPr/>
        </p:nvGrpSpPr>
        <p:grpSpPr>
          <a:xfrm>
            <a:off x="6172593" y="1306499"/>
            <a:ext cx="354710" cy="352803"/>
            <a:chOff x="-27351575" y="3175300"/>
            <a:chExt cx="297750" cy="296150"/>
          </a:xfrm>
        </p:grpSpPr>
        <p:sp>
          <p:nvSpPr>
            <p:cNvPr id="5804" name="Google Shape;5804;p72"/>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72"/>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72"/>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72"/>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8" name="Google Shape;5808;p72"/>
          <p:cNvGrpSpPr/>
          <p:nvPr/>
        </p:nvGrpSpPr>
        <p:grpSpPr>
          <a:xfrm>
            <a:off x="6218402" y="1758809"/>
            <a:ext cx="269293" cy="353072"/>
            <a:chOff x="-27313750" y="3545275"/>
            <a:chExt cx="226050" cy="296375"/>
          </a:xfrm>
        </p:grpSpPr>
        <p:sp>
          <p:nvSpPr>
            <p:cNvPr id="5809" name="Google Shape;5809;p72"/>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72"/>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72"/>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2" name="Google Shape;5812;p72"/>
          <p:cNvGrpSpPr/>
          <p:nvPr/>
        </p:nvGrpSpPr>
        <p:grpSpPr>
          <a:xfrm>
            <a:off x="6172593" y="2211380"/>
            <a:ext cx="354710" cy="356586"/>
            <a:chOff x="-27351575" y="3915650"/>
            <a:chExt cx="297750" cy="299325"/>
          </a:xfrm>
        </p:grpSpPr>
        <p:sp>
          <p:nvSpPr>
            <p:cNvPr id="5813" name="Google Shape;5813;p72"/>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72"/>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5" name="Google Shape;5815;p72"/>
          <p:cNvGrpSpPr/>
          <p:nvPr/>
        </p:nvGrpSpPr>
        <p:grpSpPr>
          <a:xfrm>
            <a:off x="4860084" y="2693579"/>
            <a:ext cx="319060" cy="353042"/>
            <a:chOff x="-25445525" y="3175900"/>
            <a:chExt cx="267825" cy="296350"/>
          </a:xfrm>
        </p:grpSpPr>
        <p:sp>
          <p:nvSpPr>
            <p:cNvPr id="5816" name="Google Shape;5816;p72"/>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72"/>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72"/>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9" name="Google Shape;5819;p72"/>
          <p:cNvGrpSpPr/>
          <p:nvPr/>
        </p:nvGrpSpPr>
        <p:grpSpPr>
          <a:xfrm>
            <a:off x="4841797" y="3183902"/>
            <a:ext cx="355633" cy="330288"/>
            <a:chOff x="-25465200" y="3565175"/>
            <a:chExt cx="298525" cy="277250"/>
          </a:xfrm>
        </p:grpSpPr>
        <p:sp>
          <p:nvSpPr>
            <p:cNvPr id="5820" name="Google Shape;5820;p72"/>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72"/>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2" name="Google Shape;5822;p72"/>
          <p:cNvGrpSpPr/>
          <p:nvPr/>
        </p:nvGrpSpPr>
        <p:grpSpPr>
          <a:xfrm>
            <a:off x="4841336" y="3623432"/>
            <a:ext cx="356556" cy="351285"/>
            <a:chOff x="-25465200" y="3916150"/>
            <a:chExt cx="299300" cy="294875"/>
          </a:xfrm>
        </p:grpSpPr>
        <p:sp>
          <p:nvSpPr>
            <p:cNvPr id="5823" name="Google Shape;5823;p72"/>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72"/>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5" name="Google Shape;5825;p72"/>
          <p:cNvGrpSpPr/>
          <p:nvPr/>
        </p:nvGrpSpPr>
        <p:grpSpPr>
          <a:xfrm>
            <a:off x="7068775" y="2693698"/>
            <a:ext cx="351880" cy="352803"/>
            <a:chOff x="-23615075" y="3148525"/>
            <a:chExt cx="295375" cy="296150"/>
          </a:xfrm>
        </p:grpSpPr>
        <p:sp>
          <p:nvSpPr>
            <p:cNvPr id="5826" name="Google Shape;5826;p72"/>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72"/>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72"/>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72"/>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30" name="Google Shape;5830;p72"/>
          <p:cNvSpPr/>
          <p:nvPr/>
        </p:nvSpPr>
        <p:spPr>
          <a:xfrm>
            <a:off x="7066872" y="3172057"/>
            <a:ext cx="356586" cy="353876"/>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31" name="Google Shape;5831;p72"/>
          <p:cNvGrpSpPr/>
          <p:nvPr/>
        </p:nvGrpSpPr>
        <p:grpSpPr>
          <a:xfrm>
            <a:off x="7068299" y="3632977"/>
            <a:ext cx="352833" cy="332194"/>
            <a:chOff x="-23615075" y="3906200"/>
            <a:chExt cx="296175" cy="278850"/>
          </a:xfrm>
        </p:grpSpPr>
        <p:sp>
          <p:nvSpPr>
            <p:cNvPr id="5832" name="Google Shape;5832;p72"/>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72"/>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72"/>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35" name="Google Shape;5835;p72"/>
          <p:cNvSpPr/>
          <p:nvPr/>
        </p:nvSpPr>
        <p:spPr>
          <a:xfrm>
            <a:off x="6187131" y="4064945"/>
            <a:ext cx="351880" cy="350957"/>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36" name="Google Shape;5836;p72"/>
          <p:cNvGrpSpPr/>
          <p:nvPr/>
        </p:nvGrpSpPr>
        <p:grpSpPr>
          <a:xfrm>
            <a:off x="6617268" y="1306618"/>
            <a:ext cx="353757" cy="352565"/>
            <a:chOff x="-26980600" y="3175500"/>
            <a:chExt cx="296950" cy="295950"/>
          </a:xfrm>
        </p:grpSpPr>
        <p:sp>
          <p:nvSpPr>
            <p:cNvPr id="5837" name="Google Shape;5837;p72"/>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72"/>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72"/>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40" name="Google Shape;5840;p72"/>
          <p:cNvSpPr/>
          <p:nvPr/>
        </p:nvSpPr>
        <p:spPr>
          <a:xfrm>
            <a:off x="6639835" y="1763639"/>
            <a:ext cx="309649" cy="351910"/>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41" name="Google Shape;5841;p72"/>
          <p:cNvGrpSpPr/>
          <p:nvPr/>
        </p:nvGrpSpPr>
        <p:grpSpPr>
          <a:xfrm>
            <a:off x="6617744" y="2245154"/>
            <a:ext cx="352803" cy="289039"/>
            <a:chOff x="-26981375" y="3951875"/>
            <a:chExt cx="296150" cy="242625"/>
          </a:xfrm>
        </p:grpSpPr>
        <p:sp>
          <p:nvSpPr>
            <p:cNvPr id="5842" name="Google Shape;5842;p72"/>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72"/>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72"/>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5" name="Google Shape;5845;p72"/>
          <p:cNvGrpSpPr/>
          <p:nvPr/>
        </p:nvGrpSpPr>
        <p:grpSpPr>
          <a:xfrm>
            <a:off x="5282787" y="2692745"/>
            <a:ext cx="351910" cy="354710"/>
            <a:chOff x="-25094250" y="3176075"/>
            <a:chExt cx="295400" cy="297750"/>
          </a:xfrm>
        </p:grpSpPr>
        <p:sp>
          <p:nvSpPr>
            <p:cNvPr id="5846" name="Google Shape;5846;p72"/>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72"/>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72"/>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9" name="Google Shape;5849;p72"/>
          <p:cNvGrpSpPr/>
          <p:nvPr/>
        </p:nvGrpSpPr>
        <p:grpSpPr>
          <a:xfrm>
            <a:off x="5282787" y="3173106"/>
            <a:ext cx="351910" cy="351880"/>
            <a:chOff x="-25094250" y="3547050"/>
            <a:chExt cx="295400" cy="295375"/>
          </a:xfrm>
        </p:grpSpPr>
        <p:sp>
          <p:nvSpPr>
            <p:cNvPr id="5850" name="Google Shape;5850;p72"/>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72"/>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72"/>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72"/>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72"/>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55" name="Google Shape;5855;p72"/>
          <p:cNvSpPr/>
          <p:nvPr/>
        </p:nvSpPr>
        <p:spPr>
          <a:xfrm>
            <a:off x="5282803" y="3678086"/>
            <a:ext cx="352833" cy="241864"/>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56" name="Google Shape;5856;p72"/>
          <p:cNvGrpSpPr/>
          <p:nvPr/>
        </p:nvGrpSpPr>
        <p:grpSpPr>
          <a:xfrm>
            <a:off x="7514864" y="2693698"/>
            <a:ext cx="352803" cy="352803"/>
            <a:chOff x="-23245675" y="3148525"/>
            <a:chExt cx="296150" cy="296150"/>
          </a:xfrm>
        </p:grpSpPr>
        <p:sp>
          <p:nvSpPr>
            <p:cNvPr id="5857" name="Google Shape;5857;p72"/>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72"/>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72"/>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60" name="Google Shape;5860;p72"/>
          <p:cNvSpPr/>
          <p:nvPr/>
        </p:nvSpPr>
        <p:spPr>
          <a:xfrm>
            <a:off x="7557046" y="3173040"/>
            <a:ext cx="269323" cy="351910"/>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61" name="Google Shape;5861;p72"/>
          <p:cNvGrpSpPr/>
          <p:nvPr/>
        </p:nvGrpSpPr>
        <p:grpSpPr>
          <a:xfrm>
            <a:off x="7515325" y="3622672"/>
            <a:ext cx="351880" cy="352803"/>
            <a:chOff x="-23244900" y="3888100"/>
            <a:chExt cx="295375" cy="296150"/>
          </a:xfrm>
        </p:grpSpPr>
        <p:sp>
          <p:nvSpPr>
            <p:cNvPr id="5862" name="Google Shape;5862;p72"/>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72"/>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72"/>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72"/>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72"/>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72"/>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72"/>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72"/>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72"/>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72"/>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72"/>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73" name="Google Shape;5873;p72"/>
          <p:cNvSpPr/>
          <p:nvPr/>
        </p:nvSpPr>
        <p:spPr>
          <a:xfrm>
            <a:off x="6591589" y="4063538"/>
            <a:ext cx="353786" cy="353757"/>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72"/>
          <p:cNvSpPr txBox="1"/>
          <p:nvPr/>
        </p:nvSpPr>
        <p:spPr>
          <a:xfrm>
            <a:off x="826588"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Educational Icons</a:t>
            </a:r>
            <a:endParaRPr sz="2400">
              <a:solidFill>
                <a:schemeClr val="lt1"/>
              </a:solidFill>
            </a:endParaRPr>
          </a:p>
        </p:txBody>
      </p:sp>
      <p:sp>
        <p:nvSpPr>
          <p:cNvPr id="5875" name="Google Shape;5875;p72"/>
          <p:cNvSpPr txBox="1"/>
          <p:nvPr/>
        </p:nvSpPr>
        <p:spPr>
          <a:xfrm>
            <a:off x="4835313"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Medical Icons</a:t>
            </a:r>
            <a:endParaRPr sz="2400">
              <a:solidFill>
                <a:schemeClr val="lt1"/>
              </a:solidFill>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5879" name="Shape 5879"/>
        <p:cNvGrpSpPr/>
        <p:nvPr/>
      </p:nvGrpSpPr>
      <p:grpSpPr>
        <a:xfrm>
          <a:off x="0" y="0"/>
          <a:ext cx="0" cy="0"/>
          <a:chOff x="0" y="0"/>
          <a:chExt cx="0" cy="0"/>
        </a:xfrm>
      </p:grpSpPr>
      <p:sp>
        <p:nvSpPr>
          <p:cNvPr id="5880" name="Google Shape;5880;p73"/>
          <p:cNvSpPr/>
          <p:nvPr/>
        </p:nvSpPr>
        <p:spPr>
          <a:xfrm>
            <a:off x="832529" y="1377078"/>
            <a:ext cx="367261" cy="366364"/>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81" name="Google Shape;5881;p73"/>
          <p:cNvGrpSpPr/>
          <p:nvPr/>
        </p:nvGrpSpPr>
        <p:grpSpPr>
          <a:xfrm>
            <a:off x="832654" y="1819647"/>
            <a:ext cx="367261" cy="367261"/>
            <a:chOff x="-65145700" y="3727425"/>
            <a:chExt cx="317425" cy="317425"/>
          </a:xfrm>
        </p:grpSpPr>
        <p:sp>
          <p:nvSpPr>
            <p:cNvPr id="5882" name="Google Shape;5882;p73"/>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73"/>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4" name="Google Shape;5884;p73"/>
          <p:cNvGrpSpPr/>
          <p:nvPr/>
        </p:nvGrpSpPr>
        <p:grpSpPr>
          <a:xfrm>
            <a:off x="835851" y="2248561"/>
            <a:ext cx="360868" cy="367261"/>
            <a:chOff x="-65144125" y="4094450"/>
            <a:chExt cx="311900" cy="317425"/>
          </a:xfrm>
        </p:grpSpPr>
        <p:sp>
          <p:nvSpPr>
            <p:cNvPr id="5885" name="Google Shape;5885;p73"/>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73"/>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73"/>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88" name="Google Shape;5888;p73"/>
          <p:cNvSpPr/>
          <p:nvPr/>
        </p:nvSpPr>
        <p:spPr>
          <a:xfrm>
            <a:off x="3040079" y="1375704"/>
            <a:ext cx="369083" cy="369112"/>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89" name="Google Shape;5889;p73"/>
          <p:cNvGrpSpPr/>
          <p:nvPr/>
        </p:nvGrpSpPr>
        <p:grpSpPr>
          <a:xfrm>
            <a:off x="3039420" y="1819256"/>
            <a:ext cx="370645" cy="368042"/>
            <a:chOff x="-63250675" y="3744075"/>
            <a:chExt cx="320350" cy="318100"/>
          </a:xfrm>
        </p:grpSpPr>
        <p:sp>
          <p:nvSpPr>
            <p:cNvPr id="5890" name="Google Shape;5890;p73"/>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73"/>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73"/>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3" name="Google Shape;5893;p73"/>
          <p:cNvGrpSpPr/>
          <p:nvPr/>
        </p:nvGrpSpPr>
        <p:grpSpPr>
          <a:xfrm>
            <a:off x="3041112" y="2248561"/>
            <a:ext cx="367261" cy="367261"/>
            <a:chOff x="-63250675" y="4110200"/>
            <a:chExt cx="317425" cy="317425"/>
          </a:xfrm>
        </p:grpSpPr>
        <p:sp>
          <p:nvSpPr>
            <p:cNvPr id="5894" name="Google Shape;5894;p73"/>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73"/>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73"/>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73"/>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73"/>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73"/>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73"/>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73"/>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73"/>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3" name="Google Shape;5903;p73"/>
          <p:cNvGrpSpPr/>
          <p:nvPr/>
        </p:nvGrpSpPr>
        <p:grpSpPr>
          <a:xfrm>
            <a:off x="1720159" y="2745656"/>
            <a:ext cx="359075" cy="358844"/>
            <a:chOff x="-61351725" y="3372400"/>
            <a:chExt cx="310350" cy="310150"/>
          </a:xfrm>
        </p:grpSpPr>
        <p:sp>
          <p:nvSpPr>
            <p:cNvPr id="5904" name="Google Shape;5904;p73"/>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73"/>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73"/>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7" name="Google Shape;5907;p73"/>
          <p:cNvGrpSpPr/>
          <p:nvPr/>
        </p:nvGrpSpPr>
        <p:grpSpPr>
          <a:xfrm>
            <a:off x="1716514" y="3208713"/>
            <a:ext cx="366364" cy="333534"/>
            <a:chOff x="-61354875" y="3751050"/>
            <a:chExt cx="316650" cy="288275"/>
          </a:xfrm>
        </p:grpSpPr>
        <p:sp>
          <p:nvSpPr>
            <p:cNvPr id="5908" name="Google Shape;5908;p73"/>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73"/>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73"/>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1" name="Google Shape;5911;p73"/>
          <p:cNvGrpSpPr/>
          <p:nvPr/>
        </p:nvGrpSpPr>
        <p:grpSpPr>
          <a:xfrm>
            <a:off x="1716514" y="3650352"/>
            <a:ext cx="366364" cy="367290"/>
            <a:chOff x="-61354875" y="4101525"/>
            <a:chExt cx="316650" cy="317450"/>
          </a:xfrm>
        </p:grpSpPr>
        <p:sp>
          <p:nvSpPr>
            <p:cNvPr id="5912" name="Google Shape;5912;p73"/>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73"/>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4" name="Google Shape;5914;p73"/>
          <p:cNvGrpSpPr/>
          <p:nvPr/>
        </p:nvGrpSpPr>
        <p:grpSpPr>
          <a:xfrm>
            <a:off x="3932949" y="2742228"/>
            <a:ext cx="368157" cy="365699"/>
            <a:chOff x="-59470075" y="3308975"/>
            <a:chExt cx="318200" cy="316075"/>
          </a:xfrm>
        </p:grpSpPr>
        <p:sp>
          <p:nvSpPr>
            <p:cNvPr id="5915" name="Google Shape;5915;p73"/>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73"/>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73"/>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73"/>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73"/>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73"/>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73"/>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73"/>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73"/>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4" name="Google Shape;5924;p73"/>
          <p:cNvGrpSpPr/>
          <p:nvPr/>
        </p:nvGrpSpPr>
        <p:grpSpPr>
          <a:xfrm>
            <a:off x="1278379" y="1377933"/>
            <a:ext cx="367261" cy="364686"/>
            <a:chOff x="-64781025" y="3361050"/>
            <a:chExt cx="317425" cy="315200"/>
          </a:xfrm>
        </p:grpSpPr>
        <p:sp>
          <p:nvSpPr>
            <p:cNvPr id="5925" name="Google Shape;5925;p73"/>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73"/>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73"/>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73"/>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29" name="Google Shape;5929;p73"/>
          <p:cNvSpPr/>
          <p:nvPr/>
        </p:nvSpPr>
        <p:spPr>
          <a:xfrm>
            <a:off x="1278254" y="1820539"/>
            <a:ext cx="367261" cy="36543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73"/>
          <p:cNvSpPr/>
          <p:nvPr/>
        </p:nvSpPr>
        <p:spPr>
          <a:xfrm>
            <a:off x="1305588" y="2248541"/>
            <a:ext cx="312592" cy="36726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73"/>
          <p:cNvSpPr/>
          <p:nvPr/>
        </p:nvSpPr>
        <p:spPr>
          <a:xfrm>
            <a:off x="3490873" y="1417182"/>
            <a:ext cx="366335" cy="2861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32" name="Google Shape;5932;p73"/>
          <p:cNvGrpSpPr/>
          <p:nvPr/>
        </p:nvGrpSpPr>
        <p:grpSpPr>
          <a:xfrm>
            <a:off x="3482779" y="1819372"/>
            <a:ext cx="382765" cy="367810"/>
            <a:chOff x="-62890750" y="3747425"/>
            <a:chExt cx="330825" cy="317900"/>
          </a:xfrm>
        </p:grpSpPr>
        <p:sp>
          <p:nvSpPr>
            <p:cNvPr id="5933" name="Google Shape;5933;p73"/>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73"/>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73"/>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73"/>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73"/>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73"/>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73"/>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73"/>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73"/>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73"/>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73"/>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73"/>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73"/>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73"/>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7" name="Google Shape;5947;p73"/>
          <p:cNvGrpSpPr/>
          <p:nvPr/>
        </p:nvGrpSpPr>
        <p:grpSpPr>
          <a:xfrm>
            <a:off x="3490531" y="2249009"/>
            <a:ext cx="367261" cy="366364"/>
            <a:chOff x="-62884425" y="4111775"/>
            <a:chExt cx="317425" cy="316650"/>
          </a:xfrm>
        </p:grpSpPr>
        <p:sp>
          <p:nvSpPr>
            <p:cNvPr id="5948" name="Google Shape;5948;p73"/>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73"/>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0" name="Google Shape;5950;p73"/>
          <p:cNvGrpSpPr/>
          <p:nvPr/>
        </p:nvGrpSpPr>
        <p:grpSpPr>
          <a:xfrm>
            <a:off x="2163165" y="2745078"/>
            <a:ext cx="365438" cy="360001"/>
            <a:chOff x="-60991775" y="3376900"/>
            <a:chExt cx="315850" cy="311150"/>
          </a:xfrm>
        </p:grpSpPr>
        <p:sp>
          <p:nvSpPr>
            <p:cNvPr id="5951" name="Google Shape;5951;p73"/>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73"/>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73"/>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4" name="Google Shape;5954;p73"/>
          <p:cNvGrpSpPr/>
          <p:nvPr/>
        </p:nvGrpSpPr>
        <p:grpSpPr>
          <a:xfrm>
            <a:off x="2162702" y="3195942"/>
            <a:ext cx="366364" cy="359075"/>
            <a:chOff x="-60988625" y="3740800"/>
            <a:chExt cx="316650" cy="310350"/>
          </a:xfrm>
        </p:grpSpPr>
        <p:sp>
          <p:nvSpPr>
            <p:cNvPr id="5955" name="Google Shape;5955;p73"/>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73"/>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73"/>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8" name="Google Shape;5958;p73"/>
          <p:cNvGrpSpPr/>
          <p:nvPr/>
        </p:nvGrpSpPr>
        <p:grpSpPr>
          <a:xfrm>
            <a:off x="2162702" y="3651393"/>
            <a:ext cx="366364" cy="365207"/>
            <a:chOff x="-60987850" y="4100950"/>
            <a:chExt cx="316650" cy="315650"/>
          </a:xfrm>
        </p:grpSpPr>
        <p:sp>
          <p:nvSpPr>
            <p:cNvPr id="5959" name="Google Shape;5959;p73"/>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73"/>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73"/>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73"/>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73"/>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4" name="Google Shape;5964;p73"/>
          <p:cNvGrpSpPr/>
          <p:nvPr/>
        </p:nvGrpSpPr>
        <p:grpSpPr>
          <a:xfrm>
            <a:off x="3932486" y="3196853"/>
            <a:ext cx="369083" cy="357253"/>
            <a:chOff x="-59447250" y="3706150"/>
            <a:chExt cx="319000" cy="308775"/>
          </a:xfrm>
        </p:grpSpPr>
        <p:sp>
          <p:nvSpPr>
            <p:cNvPr id="5965" name="Google Shape;5965;p73"/>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73"/>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73"/>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73"/>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9" name="Google Shape;5969;p73"/>
          <p:cNvGrpSpPr/>
          <p:nvPr/>
        </p:nvGrpSpPr>
        <p:grpSpPr>
          <a:xfrm>
            <a:off x="1721214" y="1378164"/>
            <a:ext cx="368186" cy="364224"/>
            <a:chOff x="-64406125" y="3362225"/>
            <a:chExt cx="318225" cy="314800"/>
          </a:xfrm>
        </p:grpSpPr>
        <p:sp>
          <p:nvSpPr>
            <p:cNvPr id="5970" name="Google Shape;5970;p73"/>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73"/>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72" name="Google Shape;5972;p73"/>
          <p:cNvSpPr/>
          <p:nvPr/>
        </p:nvSpPr>
        <p:spPr>
          <a:xfrm>
            <a:off x="1784421" y="1819628"/>
            <a:ext cx="241524" cy="36726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73" name="Google Shape;5973;p73"/>
          <p:cNvGrpSpPr/>
          <p:nvPr/>
        </p:nvGrpSpPr>
        <p:grpSpPr>
          <a:xfrm>
            <a:off x="1721677" y="2249009"/>
            <a:ext cx="367261" cy="366364"/>
            <a:chOff x="-64410850" y="4094450"/>
            <a:chExt cx="317425" cy="316650"/>
          </a:xfrm>
        </p:grpSpPr>
        <p:sp>
          <p:nvSpPr>
            <p:cNvPr id="5974" name="Google Shape;5974;p73"/>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73"/>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73"/>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77" name="Google Shape;5977;p73"/>
          <p:cNvSpPr/>
          <p:nvPr/>
        </p:nvSpPr>
        <p:spPr>
          <a:xfrm>
            <a:off x="3965897" y="1376528"/>
            <a:ext cx="319882" cy="367463"/>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78" name="Google Shape;5978;p73"/>
          <p:cNvGrpSpPr/>
          <p:nvPr/>
        </p:nvGrpSpPr>
        <p:grpSpPr>
          <a:xfrm>
            <a:off x="3943225" y="1819083"/>
            <a:ext cx="365467" cy="368389"/>
            <a:chOff x="-62516625" y="3743175"/>
            <a:chExt cx="315875" cy="318400"/>
          </a:xfrm>
        </p:grpSpPr>
        <p:sp>
          <p:nvSpPr>
            <p:cNvPr id="5979" name="Google Shape;5979;p73"/>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73"/>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1" name="Google Shape;5981;p73"/>
          <p:cNvGrpSpPr/>
          <p:nvPr/>
        </p:nvGrpSpPr>
        <p:grpSpPr>
          <a:xfrm>
            <a:off x="3950065" y="2269054"/>
            <a:ext cx="351786" cy="326274"/>
            <a:chOff x="-62511900" y="4129100"/>
            <a:chExt cx="304050" cy="282000"/>
          </a:xfrm>
        </p:grpSpPr>
        <p:sp>
          <p:nvSpPr>
            <p:cNvPr id="5982" name="Google Shape;5982;p73"/>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73"/>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73"/>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73"/>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73"/>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7" name="Google Shape;5987;p73"/>
          <p:cNvGrpSpPr/>
          <p:nvPr/>
        </p:nvGrpSpPr>
        <p:grpSpPr>
          <a:xfrm>
            <a:off x="2628187" y="2741448"/>
            <a:ext cx="310770" cy="367261"/>
            <a:chOff x="-60597975" y="3367475"/>
            <a:chExt cx="268600" cy="317425"/>
          </a:xfrm>
        </p:grpSpPr>
        <p:sp>
          <p:nvSpPr>
            <p:cNvPr id="5988" name="Google Shape;5988;p73"/>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73"/>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73"/>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73"/>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73"/>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93" name="Google Shape;5993;p73"/>
          <p:cNvSpPr/>
          <p:nvPr/>
        </p:nvSpPr>
        <p:spPr>
          <a:xfrm>
            <a:off x="2598914" y="3192959"/>
            <a:ext cx="369083" cy="36500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94" name="Google Shape;5994;p73"/>
          <p:cNvGrpSpPr/>
          <p:nvPr/>
        </p:nvGrpSpPr>
        <p:grpSpPr>
          <a:xfrm>
            <a:off x="2600390" y="3702764"/>
            <a:ext cx="366364" cy="262465"/>
            <a:chOff x="-60621600" y="4145650"/>
            <a:chExt cx="316650" cy="226850"/>
          </a:xfrm>
        </p:grpSpPr>
        <p:sp>
          <p:nvSpPr>
            <p:cNvPr id="5995" name="Google Shape;5995;p73"/>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73"/>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73"/>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8" name="Google Shape;5998;p73"/>
          <p:cNvGrpSpPr/>
          <p:nvPr/>
        </p:nvGrpSpPr>
        <p:grpSpPr>
          <a:xfrm>
            <a:off x="3937042" y="3651263"/>
            <a:ext cx="359972" cy="365467"/>
            <a:chOff x="-59400775" y="4084200"/>
            <a:chExt cx="311125" cy="315875"/>
          </a:xfrm>
        </p:grpSpPr>
        <p:sp>
          <p:nvSpPr>
            <p:cNvPr id="5999" name="Google Shape;5999;p73"/>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73"/>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73"/>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73"/>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73"/>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73"/>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5" name="Google Shape;6005;p73"/>
          <p:cNvGrpSpPr/>
          <p:nvPr/>
        </p:nvGrpSpPr>
        <p:grpSpPr>
          <a:xfrm>
            <a:off x="2161136" y="1377094"/>
            <a:ext cx="365438" cy="366364"/>
            <a:chOff x="-64044600" y="3360375"/>
            <a:chExt cx="315850" cy="316650"/>
          </a:xfrm>
        </p:grpSpPr>
        <p:sp>
          <p:nvSpPr>
            <p:cNvPr id="6006" name="Google Shape;6006;p73"/>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73"/>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73"/>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9" name="Google Shape;6009;p73"/>
          <p:cNvGrpSpPr/>
          <p:nvPr/>
        </p:nvGrpSpPr>
        <p:grpSpPr>
          <a:xfrm>
            <a:off x="2187559" y="1819647"/>
            <a:ext cx="312592" cy="367261"/>
            <a:chOff x="-64022550" y="3727425"/>
            <a:chExt cx="270175" cy="317425"/>
          </a:xfrm>
        </p:grpSpPr>
        <p:sp>
          <p:nvSpPr>
            <p:cNvPr id="6010" name="Google Shape;6010;p73"/>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73"/>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73"/>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3" name="Google Shape;6013;p73"/>
          <p:cNvGrpSpPr/>
          <p:nvPr/>
        </p:nvGrpSpPr>
        <p:grpSpPr>
          <a:xfrm>
            <a:off x="2211697" y="2248547"/>
            <a:ext cx="264317" cy="367290"/>
            <a:chOff x="-64001300" y="4093650"/>
            <a:chExt cx="228450" cy="317450"/>
          </a:xfrm>
        </p:grpSpPr>
        <p:sp>
          <p:nvSpPr>
            <p:cNvPr id="6014" name="Google Shape;6014;p73"/>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73"/>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73"/>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73"/>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8" name="Google Shape;6018;p73"/>
          <p:cNvGrpSpPr/>
          <p:nvPr/>
        </p:nvGrpSpPr>
        <p:grpSpPr>
          <a:xfrm>
            <a:off x="830701" y="2741838"/>
            <a:ext cx="359972" cy="366480"/>
            <a:chOff x="-62148800" y="3377700"/>
            <a:chExt cx="311125" cy="316750"/>
          </a:xfrm>
        </p:grpSpPr>
        <p:sp>
          <p:nvSpPr>
            <p:cNvPr id="6019" name="Google Shape;6019;p73"/>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73"/>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1" name="Google Shape;6021;p73"/>
          <p:cNvGrpSpPr/>
          <p:nvPr/>
        </p:nvGrpSpPr>
        <p:grpSpPr>
          <a:xfrm>
            <a:off x="826608" y="3191835"/>
            <a:ext cx="368157" cy="367290"/>
            <a:chOff x="-62154300" y="3743950"/>
            <a:chExt cx="318200" cy="317450"/>
          </a:xfrm>
        </p:grpSpPr>
        <p:sp>
          <p:nvSpPr>
            <p:cNvPr id="6022" name="Google Shape;6022;p73"/>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73"/>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4" name="Google Shape;6024;p73"/>
          <p:cNvGrpSpPr/>
          <p:nvPr/>
        </p:nvGrpSpPr>
        <p:grpSpPr>
          <a:xfrm>
            <a:off x="826594" y="3650815"/>
            <a:ext cx="368186" cy="366364"/>
            <a:chOff x="-62151950" y="4111775"/>
            <a:chExt cx="318225" cy="316650"/>
          </a:xfrm>
        </p:grpSpPr>
        <p:sp>
          <p:nvSpPr>
            <p:cNvPr id="6025" name="Google Shape;6025;p73"/>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73"/>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73"/>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73"/>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9" name="Google Shape;6029;p73"/>
          <p:cNvGrpSpPr/>
          <p:nvPr/>
        </p:nvGrpSpPr>
        <p:grpSpPr>
          <a:xfrm>
            <a:off x="3045218" y="2741361"/>
            <a:ext cx="368157" cy="367434"/>
            <a:chOff x="-60254550" y="3367325"/>
            <a:chExt cx="318200" cy="317575"/>
          </a:xfrm>
        </p:grpSpPr>
        <p:sp>
          <p:nvSpPr>
            <p:cNvPr id="6030" name="Google Shape;6030;p73"/>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73"/>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73"/>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73"/>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4" name="Google Shape;6034;p73"/>
          <p:cNvGrpSpPr/>
          <p:nvPr/>
        </p:nvGrpSpPr>
        <p:grpSpPr>
          <a:xfrm>
            <a:off x="3046115" y="3192355"/>
            <a:ext cx="366364" cy="366248"/>
            <a:chOff x="-60255350" y="3733825"/>
            <a:chExt cx="316650" cy="316550"/>
          </a:xfrm>
        </p:grpSpPr>
        <p:sp>
          <p:nvSpPr>
            <p:cNvPr id="6035" name="Google Shape;6035;p73"/>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73"/>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73"/>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73"/>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73"/>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73"/>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73"/>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2" name="Google Shape;6042;p73"/>
          <p:cNvGrpSpPr/>
          <p:nvPr/>
        </p:nvGrpSpPr>
        <p:grpSpPr>
          <a:xfrm>
            <a:off x="3073912" y="3651263"/>
            <a:ext cx="310770" cy="365467"/>
            <a:chOff x="-60232500" y="4101525"/>
            <a:chExt cx="268600" cy="315875"/>
          </a:xfrm>
        </p:grpSpPr>
        <p:sp>
          <p:nvSpPr>
            <p:cNvPr id="6043" name="Google Shape;6043;p73"/>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73"/>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45" name="Google Shape;6045;p73"/>
          <p:cNvSpPr/>
          <p:nvPr/>
        </p:nvSpPr>
        <p:spPr>
          <a:xfrm>
            <a:off x="2161686" y="4120197"/>
            <a:ext cx="366335" cy="367290"/>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46" name="Google Shape;6046;p73"/>
          <p:cNvGrpSpPr/>
          <p:nvPr/>
        </p:nvGrpSpPr>
        <p:grpSpPr>
          <a:xfrm>
            <a:off x="2606912" y="1377094"/>
            <a:ext cx="368186" cy="366364"/>
            <a:chOff x="-63679950" y="3360375"/>
            <a:chExt cx="318225" cy="316650"/>
          </a:xfrm>
        </p:grpSpPr>
        <p:sp>
          <p:nvSpPr>
            <p:cNvPr id="6047" name="Google Shape;6047;p73"/>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73"/>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73"/>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73"/>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51" name="Google Shape;6051;p73"/>
          <p:cNvSpPr/>
          <p:nvPr/>
        </p:nvSpPr>
        <p:spPr>
          <a:xfrm>
            <a:off x="2605879" y="1819397"/>
            <a:ext cx="370009" cy="367724"/>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52" name="Google Shape;6052;p73"/>
          <p:cNvGrpSpPr/>
          <p:nvPr/>
        </p:nvGrpSpPr>
        <p:grpSpPr>
          <a:xfrm>
            <a:off x="2605539" y="2248431"/>
            <a:ext cx="370934" cy="367521"/>
            <a:chOff x="-63679950" y="4093450"/>
            <a:chExt cx="320600" cy="317650"/>
          </a:xfrm>
        </p:grpSpPr>
        <p:sp>
          <p:nvSpPr>
            <p:cNvPr id="6053" name="Google Shape;6053;p73"/>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73"/>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73"/>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6" name="Google Shape;6056;p73"/>
          <p:cNvGrpSpPr/>
          <p:nvPr/>
        </p:nvGrpSpPr>
        <p:grpSpPr>
          <a:xfrm>
            <a:off x="1265656" y="2741433"/>
            <a:ext cx="366364" cy="367290"/>
            <a:chOff x="-61784125" y="3377700"/>
            <a:chExt cx="316650" cy="317450"/>
          </a:xfrm>
        </p:grpSpPr>
        <p:sp>
          <p:nvSpPr>
            <p:cNvPr id="6057" name="Google Shape;6057;p73"/>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73"/>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73"/>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73"/>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73"/>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73"/>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73"/>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4" name="Google Shape;6064;p73"/>
          <p:cNvGrpSpPr/>
          <p:nvPr/>
        </p:nvGrpSpPr>
        <p:grpSpPr>
          <a:xfrm>
            <a:off x="1265656" y="3191835"/>
            <a:ext cx="366364" cy="367290"/>
            <a:chOff x="-61783350" y="3743950"/>
            <a:chExt cx="316650" cy="317450"/>
          </a:xfrm>
        </p:grpSpPr>
        <p:sp>
          <p:nvSpPr>
            <p:cNvPr id="6065" name="Google Shape;6065;p73"/>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73"/>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67" name="Google Shape;6067;p73"/>
          <p:cNvSpPr/>
          <p:nvPr/>
        </p:nvSpPr>
        <p:spPr>
          <a:xfrm>
            <a:off x="1265537" y="3650636"/>
            <a:ext cx="366364" cy="366682"/>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73"/>
          <p:cNvSpPr/>
          <p:nvPr/>
        </p:nvSpPr>
        <p:spPr>
          <a:xfrm>
            <a:off x="3488339" y="2751280"/>
            <a:ext cx="366364" cy="347563"/>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73"/>
          <p:cNvSpPr/>
          <p:nvPr/>
        </p:nvSpPr>
        <p:spPr>
          <a:xfrm>
            <a:off x="3487428" y="3231921"/>
            <a:ext cx="368186" cy="287081"/>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70" name="Google Shape;6070;p73"/>
          <p:cNvGrpSpPr/>
          <p:nvPr/>
        </p:nvGrpSpPr>
        <p:grpSpPr>
          <a:xfrm>
            <a:off x="3487080" y="3651668"/>
            <a:ext cx="369112" cy="364657"/>
            <a:chOff x="-59869425" y="4102225"/>
            <a:chExt cx="319025" cy="315175"/>
          </a:xfrm>
        </p:grpSpPr>
        <p:sp>
          <p:nvSpPr>
            <p:cNvPr id="6071" name="Google Shape;6071;p73"/>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73"/>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73"/>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73"/>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5" name="Google Shape;6075;p73"/>
          <p:cNvGrpSpPr/>
          <p:nvPr/>
        </p:nvGrpSpPr>
        <p:grpSpPr>
          <a:xfrm>
            <a:off x="2605883" y="4120490"/>
            <a:ext cx="366364" cy="365467"/>
            <a:chOff x="-59029025" y="3711650"/>
            <a:chExt cx="316650" cy="315875"/>
          </a:xfrm>
        </p:grpSpPr>
        <p:sp>
          <p:nvSpPr>
            <p:cNvPr id="6076" name="Google Shape;6076;p73"/>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73"/>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73"/>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73"/>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73"/>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73"/>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73"/>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3" name="Google Shape;6083;p73"/>
          <p:cNvGrpSpPr/>
          <p:nvPr/>
        </p:nvGrpSpPr>
        <p:grpSpPr>
          <a:xfrm>
            <a:off x="4841373" y="1398014"/>
            <a:ext cx="351940" cy="348188"/>
            <a:chOff x="581525" y="3254850"/>
            <a:chExt cx="297750" cy="294575"/>
          </a:xfrm>
        </p:grpSpPr>
        <p:sp>
          <p:nvSpPr>
            <p:cNvPr id="6084" name="Google Shape;6084;p73"/>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73"/>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73"/>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7" name="Google Shape;6087;p73"/>
          <p:cNvGrpSpPr/>
          <p:nvPr/>
        </p:nvGrpSpPr>
        <p:grpSpPr>
          <a:xfrm>
            <a:off x="4840442" y="1836950"/>
            <a:ext cx="353802" cy="351497"/>
            <a:chOff x="580725" y="3617925"/>
            <a:chExt cx="299325" cy="297375"/>
          </a:xfrm>
        </p:grpSpPr>
        <p:sp>
          <p:nvSpPr>
            <p:cNvPr id="6088" name="Google Shape;6088;p73"/>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73"/>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73"/>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73"/>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73"/>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3" name="Google Shape;6093;p73"/>
          <p:cNvGrpSpPr/>
          <p:nvPr/>
        </p:nvGrpSpPr>
        <p:grpSpPr>
          <a:xfrm>
            <a:off x="4842304" y="2284140"/>
            <a:ext cx="350079" cy="350079"/>
            <a:chOff x="583100" y="3982600"/>
            <a:chExt cx="296175" cy="296175"/>
          </a:xfrm>
        </p:grpSpPr>
        <p:sp>
          <p:nvSpPr>
            <p:cNvPr id="6094" name="Google Shape;6094;p73"/>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73"/>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73"/>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73"/>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73"/>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73"/>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73"/>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1" name="Google Shape;6101;p73"/>
          <p:cNvGrpSpPr/>
          <p:nvPr/>
        </p:nvGrpSpPr>
        <p:grpSpPr>
          <a:xfrm>
            <a:off x="7074918" y="1397764"/>
            <a:ext cx="307231" cy="348690"/>
            <a:chOff x="2423775" y="3226875"/>
            <a:chExt cx="259925" cy="295000"/>
          </a:xfrm>
        </p:grpSpPr>
        <p:sp>
          <p:nvSpPr>
            <p:cNvPr id="6102" name="Google Shape;6102;p73"/>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73"/>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73"/>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5" name="Google Shape;6105;p73"/>
          <p:cNvGrpSpPr/>
          <p:nvPr/>
        </p:nvGrpSpPr>
        <p:grpSpPr>
          <a:xfrm>
            <a:off x="7052106" y="1839049"/>
            <a:ext cx="352857" cy="347301"/>
            <a:chOff x="2404875" y="3592725"/>
            <a:chExt cx="298525" cy="293825"/>
          </a:xfrm>
        </p:grpSpPr>
        <p:sp>
          <p:nvSpPr>
            <p:cNvPr id="6106" name="Google Shape;6106;p73"/>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73"/>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73"/>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9" name="Google Shape;6109;p73"/>
          <p:cNvGrpSpPr/>
          <p:nvPr/>
        </p:nvGrpSpPr>
        <p:grpSpPr>
          <a:xfrm>
            <a:off x="7053036" y="2284614"/>
            <a:ext cx="350995" cy="349133"/>
            <a:chOff x="2404875" y="3955825"/>
            <a:chExt cx="296950" cy="295375"/>
          </a:xfrm>
        </p:grpSpPr>
        <p:sp>
          <p:nvSpPr>
            <p:cNvPr id="6110" name="Google Shape;6110;p73"/>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73"/>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73"/>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73"/>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4" name="Google Shape;6114;p73"/>
          <p:cNvGrpSpPr/>
          <p:nvPr/>
        </p:nvGrpSpPr>
        <p:grpSpPr>
          <a:xfrm>
            <a:off x="5747016" y="2748808"/>
            <a:ext cx="349163" cy="350079"/>
            <a:chOff x="4263650" y="3235150"/>
            <a:chExt cx="295400" cy="296175"/>
          </a:xfrm>
        </p:grpSpPr>
        <p:sp>
          <p:nvSpPr>
            <p:cNvPr id="6115" name="Google Shape;6115;p73"/>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73"/>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73"/>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73"/>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73"/>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0" name="Google Shape;6120;p73"/>
          <p:cNvGrpSpPr/>
          <p:nvPr/>
        </p:nvGrpSpPr>
        <p:grpSpPr>
          <a:xfrm>
            <a:off x="5744696" y="3207969"/>
            <a:ext cx="353802" cy="327739"/>
            <a:chOff x="4266025" y="3609275"/>
            <a:chExt cx="299325" cy="277275"/>
          </a:xfrm>
        </p:grpSpPr>
        <p:sp>
          <p:nvSpPr>
            <p:cNvPr id="6121" name="Google Shape;6121;p73"/>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73"/>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3" name="Google Shape;6123;p73"/>
          <p:cNvGrpSpPr/>
          <p:nvPr/>
        </p:nvGrpSpPr>
        <p:grpSpPr>
          <a:xfrm>
            <a:off x="5745154" y="3673356"/>
            <a:ext cx="352886" cy="349133"/>
            <a:chOff x="4263650" y="3963700"/>
            <a:chExt cx="298550" cy="295375"/>
          </a:xfrm>
        </p:grpSpPr>
        <p:sp>
          <p:nvSpPr>
            <p:cNvPr id="6124" name="Google Shape;6124;p73"/>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73"/>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73"/>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73"/>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73"/>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73"/>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73"/>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1" name="Google Shape;6131;p73"/>
          <p:cNvGrpSpPr/>
          <p:nvPr/>
        </p:nvGrpSpPr>
        <p:grpSpPr>
          <a:xfrm>
            <a:off x="8023491" y="2748809"/>
            <a:ext cx="226264" cy="350079"/>
            <a:chOff x="6164975" y="3211525"/>
            <a:chExt cx="191425" cy="296175"/>
          </a:xfrm>
        </p:grpSpPr>
        <p:sp>
          <p:nvSpPr>
            <p:cNvPr id="6132" name="Google Shape;6132;p73"/>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73"/>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73"/>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73"/>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73"/>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73"/>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73"/>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9" name="Google Shape;6139;p73"/>
          <p:cNvGrpSpPr/>
          <p:nvPr/>
        </p:nvGrpSpPr>
        <p:grpSpPr>
          <a:xfrm>
            <a:off x="5285528" y="1397084"/>
            <a:ext cx="352886" cy="350049"/>
            <a:chOff x="946175" y="3253275"/>
            <a:chExt cx="298550" cy="296150"/>
          </a:xfrm>
        </p:grpSpPr>
        <p:sp>
          <p:nvSpPr>
            <p:cNvPr id="6140" name="Google Shape;6140;p73"/>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73"/>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73"/>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73"/>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73"/>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5" name="Google Shape;6145;p73"/>
          <p:cNvGrpSpPr/>
          <p:nvPr/>
        </p:nvGrpSpPr>
        <p:grpSpPr>
          <a:xfrm>
            <a:off x="5286459" y="1839048"/>
            <a:ext cx="351024" cy="347301"/>
            <a:chOff x="946175" y="3619500"/>
            <a:chExt cx="296975" cy="293825"/>
          </a:xfrm>
        </p:grpSpPr>
        <p:sp>
          <p:nvSpPr>
            <p:cNvPr id="6146" name="Google Shape;6146;p73"/>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73"/>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73"/>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73"/>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73"/>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73"/>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2" name="Google Shape;6152;p73"/>
          <p:cNvGrpSpPr/>
          <p:nvPr/>
        </p:nvGrpSpPr>
        <p:grpSpPr>
          <a:xfrm>
            <a:off x="5286001" y="2283682"/>
            <a:ext cx="351940" cy="350995"/>
            <a:chOff x="944600" y="3981825"/>
            <a:chExt cx="297750" cy="296950"/>
          </a:xfrm>
        </p:grpSpPr>
        <p:sp>
          <p:nvSpPr>
            <p:cNvPr id="6153" name="Google Shape;6153;p73"/>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73"/>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73"/>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73"/>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7" name="Google Shape;6157;p73"/>
          <p:cNvGrpSpPr/>
          <p:nvPr/>
        </p:nvGrpSpPr>
        <p:grpSpPr>
          <a:xfrm>
            <a:off x="7502937" y="1397542"/>
            <a:ext cx="350079" cy="349133"/>
            <a:chOff x="2768750" y="3227275"/>
            <a:chExt cx="296175" cy="295375"/>
          </a:xfrm>
        </p:grpSpPr>
        <p:sp>
          <p:nvSpPr>
            <p:cNvPr id="6158" name="Google Shape;6158;p73"/>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73"/>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73"/>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73"/>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73"/>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73"/>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73"/>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73"/>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6" name="Google Shape;6166;p73"/>
          <p:cNvGrpSpPr/>
          <p:nvPr/>
        </p:nvGrpSpPr>
        <p:grpSpPr>
          <a:xfrm>
            <a:off x="7523888" y="1838414"/>
            <a:ext cx="308177" cy="348572"/>
            <a:chOff x="2786075" y="3591800"/>
            <a:chExt cx="260725" cy="294900"/>
          </a:xfrm>
        </p:grpSpPr>
        <p:sp>
          <p:nvSpPr>
            <p:cNvPr id="6167" name="Google Shape;6167;p73"/>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73"/>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73"/>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73"/>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73"/>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2" name="Google Shape;6172;p73"/>
          <p:cNvGrpSpPr/>
          <p:nvPr/>
        </p:nvGrpSpPr>
        <p:grpSpPr>
          <a:xfrm>
            <a:off x="7564387" y="2284141"/>
            <a:ext cx="227180" cy="350079"/>
            <a:chOff x="2819150" y="3955025"/>
            <a:chExt cx="192200" cy="296175"/>
          </a:xfrm>
        </p:grpSpPr>
        <p:sp>
          <p:nvSpPr>
            <p:cNvPr id="6173" name="Google Shape;6173;p73"/>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73"/>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73"/>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73"/>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7" name="Google Shape;6177;p73"/>
          <p:cNvGrpSpPr/>
          <p:nvPr/>
        </p:nvGrpSpPr>
        <p:grpSpPr>
          <a:xfrm>
            <a:off x="6188160" y="2749739"/>
            <a:ext cx="349133" cy="348217"/>
            <a:chOff x="4629125" y="3235150"/>
            <a:chExt cx="295375" cy="294600"/>
          </a:xfrm>
        </p:grpSpPr>
        <p:sp>
          <p:nvSpPr>
            <p:cNvPr id="6178" name="Google Shape;6178;p73"/>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73"/>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73"/>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73"/>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73"/>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3" name="Google Shape;6183;p73"/>
          <p:cNvGrpSpPr/>
          <p:nvPr/>
        </p:nvGrpSpPr>
        <p:grpSpPr>
          <a:xfrm>
            <a:off x="6188145" y="3197272"/>
            <a:ext cx="349163" cy="349133"/>
            <a:chOff x="4628325" y="3599825"/>
            <a:chExt cx="295400" cy="295375"/>
          </a:xfrm>
        </p:grpSpPr>
        <p:sp>
          <p:nvSpPr>
            <p:cNvPr id="6184" name="Google Shape;6184;p73"/>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73"/>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73"/>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73"/>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73"/>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73"/>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73"/>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73"/>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73"/>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73"/>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73"/>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73"/>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6" name="Google Shape;6196;p73"/>
          <p:cNvGrpSpPr/>
          <p:nvPr/>
        </p:nvGrpSpPr>
        <p:grpSpPr>
          <a:xfrm>
            <a:off x="6209096" y="3672883"/>
            <a:ext cx="307261" cy="350079"/>
            <a:chOff x="4645650" y="3962900"/>
            <a:chExt cx="259950" cy="296175"/>
          </a:xfrm>
        </p:grpSpPr>
        <p:sp>
          <p:nvSpPr>
            <p:cNvPr id="6197" name="Google Shape;6197;p73"/>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73"/>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73"/>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73"/>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73"/>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73"/>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3" name="Google Shape;6203;p73"/>
          <p:cNvGrpSpPr/>
          <p:nvPr/>
        </p:nvGrpSpPr>
        <p:grpSpPr>
          <a:xfrm>
            <a:off x="7962056" y="3197745"/>
            <a:ext cx="349133" cy="348188"/>
            <a:chOff x="6143725" y="3582500"/>
            <a:chExt cx="295375" cy="294575"/>
          </a:xfrm>
        </p:grpSpPr>
        <p:sp>
          <p:nvSpPr>
            <p:cNvPr id="6204" name="Google Shape;6204;p73"/>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73"/>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73"/>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73"/>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73"/>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73"/>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73"/>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1" name="Google Shape;6211;p73"/>
          <p:cNvGrpSpPr/>
          <p:nvPr/>
        </p:nvGrpSpPr>
        <p:grpSpPr>
          <a:xfrm>
            <a:off x="5730883" y="1397084"/>
            <a:ext cx="350995" cy="350049"/>
            <a:chOff x="1310075" y="3253275"/>
            <a:chExt cx="296950" cy="296150"/>
          </a:xfrm>
        </p:grpSpPr>
        <p:sp>
          <p:nvSpPr>
            <p:cNvPr id="6212" name="Google Shape;6212;p73"/>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73"/>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73"/>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15" name="Google Shape;6215;p73"/>
          <p:cNvSpPr/>
          <p:nvPr/>
        </p:nvSpPr>
        <p:spPr>
          <a:xfrm>
            <a:off x="5732303" y="1839172"/>
            <a:ext cx="348217" cy="347272"/>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16" name="Google Shape;6216;p73"/>
          <p:cNvGrpSpPr/>
          <p:nvPr/>
        </p:nvGrpSpPr>
        <p:grpSpPr>
          <a:xfrm>
            <a:off x="5730410" y="2283343"/>
            <a:ext cx="351941" cy="351675"/>
            <a:chOff x="1310075" y="3980250"/>
            <a:chExt cx="297750" cy="297525"/>
          </a:xfrm>
        </p:grpSpPr>
        <p:sp>
          <p:nvSpPr>
            <p:cNvPr id="6217" name="Google Shape;6217;p73"/>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73"/>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73"/>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73"/>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1" name="Google Shape;6221;p73"/>
          <p:cNvGrpSpPr/>
          <p:nvPr/>
        </p:nvGrpSpPr>
        <p:grpSpPr>
          <a:xfrm>
            <a:off x="7995198" y="1397542"/>
            <a:ext cx="266305" cy="349133"/>
            <a:chOff x="3167275" y="3227275"/>
            <a:chExt cx="225300" cy="295375"/>
          </a:xfrm>
        </p:grpSpPr>
        <p:sp>
          <p:nvSpPr>
            <p:cNvPr id="6222" name="Google Shape;6222;p73"/>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73"/>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73"/>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73"/>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73"/>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27" name="Google Shape;6227;p73"/>
          <p:cNvSpPr/>
          <p:nvPr/>
        </p:nvSpPr>
        <p:spPr>
          <a:xfrm>
            <a:off x="7944537" y="1837428"/>
            <a:ext cx="367779" cy="350758"/>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28" name="Google Shape;6228;p73"/>
          <p:cNvGrpSpPr/>
          <p:nvPr/>
        </p:nvGrpSpPr>
        <p:grpSpPr>
          <a:xfrm>
            <a:off x="7952380" y="2284599"/>
            <a:ext cx="351940" cy="349163"/>
            <a:chOff x="3133425" y="3955025"/>
            <a:chExt cx="297750" cy="295400"/>
          </a:xfrm>
        </p:grpSpPr>
        <p:sp>
          <p:nvSpPr>
            <p:cNvPr id="6229" name="Google Shape;6229;p73"/>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73"/>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73"/>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2" name="Google Shape;6232;p73"/>
          <p:cNvGrpSpPr/>
          <p:nvPr/>
        </p:nvGrpSpPr>
        <p:grpSpPr>
          <a:xfrm>
            <a:off x="6632554" y="2748187"/>
            <a:ext cx="350079" cy="351320"/>
            <a:chOff x="4991425" y="3234750"/>
            <a:chExt cx="296175" cy="297225"/>
          </a:xfrm>
        </p:grpSpPr>
        <p:sp>
          <p:nvSpPr>
            <p:cNvPr id="6233" name="Google Shape;6233;p73"/>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73"/>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73"/>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73"/>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73"/>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73"/>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9" name="Google Shape;6239;p73"/>
          <p:cNvGrpSpPr/>
          <p:nvPr/>
        </p:nvGrpSpPr>
        <p:grpSpPr>
          <a:xfrm>
            <a:off x="6632554" y="3217750"/>
            <a:ext cx="350079" cy="308177"/>
            <a:chOff x="4991425" y="3617150"/>
            <a:chExt cx="296175" cy="260725"/>
          </a:xfrm>
        </p:grpSpPr>
        <p:sp>
          <p:nvSpPr>
            <p:cNvPr id="6240" name="Google Shape;6240;p73"/>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73"/>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73"/>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73"/>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73"/>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73"/>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73"/>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7" name="Google Shape;6247;p73"/>
          <p:cNvGrpSpPr/>
          <p:nvPr/>
        </p:nvGrpSpPr>
        <p:grpSpPr>
          <a:xfrm>
            <a:off x="6709827" y="3673341"/>
            <a:ext cx="195532" cy="349163"/>
            <a:chOff x="5056800" y="3962900"/>
            <a:chExt cx="165425" cy="295400"/>
          </a:xfrm>
        </p:grpSpPr>
        <p:sp>
          <p:nvSpPr>
            <p:cNvPr id="6248" name="Google Shape;6248;p73"/>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73"/>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73"/>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1" name="Google Shape;6251;p73"/>
          <p:cNvGrpSpPr/>
          <p:nvPr/>
        </p:nvGrpSpPr>
        <p:grpSpPr>
          <a:xfrm>
            <a:off x="7961125" y="3673357"/>
            <a:ext cx="350995" cy="349133"/>
            <a:chOff x="6168925" y="3936925"/>
            <a:chExt cx="296950" cy="295375"/>
          </a:xfrm>
        </p:grpSpPr>
        <p:sp>
          <p:nvSpPr>
            <p:cNvPr id="6252" name="Google Shape;6252;p73"/>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73"/>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73"/>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73"/>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73"/>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73"/>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8" name="Google Shape;6258;p73"/>
          <p:cNvGrpSpPr/>
          <p:nvPr/>
        </p:nvGrpSpPr>
        <p:grpSpPr>
          <a:xfrm>
            <a:off x="6174844" y="1390429"/>
            <a:ext cx="348188" cy="349133"/>
            <a:chOff x="1674750" y="3254050"/>
            <a:chExt cx="294575" cy="295375"/>
          </a:xfrm>
        </p:grpSpPr>
        <p:sp>
          <p:nvSpPr>
            <p:cNvPr id="6259" name="Google Shape;6259;p73"/>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73"/>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73"/>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2" name="Google Shape;6262;p73"/>
          <p:cNvGrpSpPr/>
          <p:nvPr/>
        </p:nvGrpSpPr>
        <p:grpSpPr>
          <a:xfrm>
            <a:off x="6189239" y="1838132"/>
            <a:ext cx="319347" cy="349133"/>
            <a:chOff x="1687350" y="3618725"/>
            <a:chExt cx="270175" cy="295375"/>
          </a:xfrm>
        </p:grpSpPr>
        <p:sp>
          <p:nvSpPr>
            <p:cNvPr id="6263" name="Google Shape;6263;p73"/>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73"/>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73"/>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6" name="Google Shape;6266;p73"/>
          <p:cNvGrpSpPr/>
          <p:nvPr/>
        </p:nvGrpSpPr>
        <p:grpSpPr>
          <a:xfrm>
            <a:off x="6172942" y="2284613"/>
            <a:ext cx="351940" cy="349133"/>
            <a:chOff x="1672375" y="3982600"/>
            <a:chExt cx="297750" cy="295375"/>
          </a:xfrm>
        </p:grpSpPr>
        <p:sp>
          <p:nvSpPr>
            <p:cNvPr id="6267" name="Google Shape;6267;p73"/>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73"/>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73"/>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0" name="Google Shape;6270;p73"/>
          <p:cNvGrpSpPr/>
          <p:nvPr/>
        </p:nvGrpSpPr>
        <p:grpSpPr>
          <a:xfrm>
            <a:off x="4864934" y="2748808"/>
            <a:ext cx="350079" cy="350079"/>
            <a:chOff x="3497300" y="3227275"/>
            <a:chExt cx="296175" cy="296175"/>
          </a:xfrm>
        </p:grpSpPr>
        <p:sp>
          <p:nvSpPr>
            <p:cNvPr id="6271" name="Google Shape;6271;p73"/>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73"/>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73"/>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73"/>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73"/>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73"/>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73"/>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73"/>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9" name="Google Shape;6279;p73"/>
          <p:cNvGrpSpPr/>
          <p:nvPr/>
        </p:nvGrpSpPr>
        <p:grpSpPr>
          <a:xfrm>
            <a:off x="4865407" y="3198203"/>
            <a:ext cx="349133" cy="347272"/>
            <a:chOff x="3497300" y="3591950"/>
            <a:chExt cx="295375" cy="293800"/>
          </a:xfrm>
        </p:grpSpPr>
        <p:sp>
          <p:nvSpPr>
            <p:cNvPr id="6280" name="Google Shape;6280;p73"/>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73"/>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73"/>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73"/>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73"/>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73"/>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73"/>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73"/>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8" name="Google Shape;6288;p73"/>
          <p:cNvGrpSpPr/>
          <p:nvPr/>
        </p:nvGrpSpPr>
        <p:grpSpPr>
          <a:xfrm>
            <a:off x="4865407" y="3673341"/>
            <a:ext cx="349133" cy="349163"/>
            <a:chOff x="3497300" y="3955025"/>
            <a:chExt cx="295375" cy="295400"/>
          </a:xfrm>
        </p:grpSpPr>
        <p:sp>
          <p:nvSpPr>
            <p:cNvPr id="6289" name="Google Shape;6289;p73"/>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73"/>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73"/>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2" name="Google Shape;6292;p73"/>
          <p:cNvGrpSpPr/>
          <p:nvPr/>
        </p:nvGrpSpPr>
        <p:grpSpPr>
          <a:xfrm>
            <a:off x="7089979" y="2749532"/>
            <a:ext cx="327739" cy="348631"/>
            <a:chOff x="5364750" y="3235150"/>
            <a:chExt cx="277275" cy="294950"/>
          </a:xfrm>
        </p:grpSpPr>
        <p:sp>
          <p:nvSpPr>
            <p:cNvPr id="6293" name="Google Shape;6293;p73"/>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73"/>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73"/>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73"/>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73"/>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73"/>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73"/>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73"/>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1" name="Google Shape;6301;p73"/>
          <p:cNvGrpSpPr/>
          <p:nvPr/>
        </p:nvGrpSpPr>
        <p:grpSpPr>
          <a:xfrm>
            <a:off x="7078337" y="3195868"/>
            <a:ext cx="351024" cy="351941"/>
            <a:chOff x="5355300" y="3598250"/>
            <a:chExt cx="296975" cy="297750"/>
          </a:xfrm>
        </p:grpSpPr>
        <p:sp>
          <p:nvSpPr>
            <p:cNvPr id="6302" name="Google Shape;6302;p73"/>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73"/>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73"/>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73"/>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73"/>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73"/>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73"/>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73"/>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0" name="Google Shape;6310;p73"/>
          <p:cNvGrpSpPr/>
          <p:nvPr/>
        </p:nvGrpSpPr>
        <p:grpSpPr>
          <a:xfrm>
            <a:off x="7082533" y="3734790"/>
            <a:ext cx="342632" cy="226264"/>
            <a:chOff x="5358450" y="4015675"/>
            <a:chExt cx="289875" cy="191425"/>
          </a:xfrm>
        </p:grpSpPr>
        <p:sp>
          <p:nvSpPr>
            <p:cNvPr id="6311" name="Google Shape;6311;p73"/>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73"/>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73"/>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73"/>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5" name="Google Shape;6315;p73"/>
          <p:cNvGrpSpPr/>
          <p:nvPr/>
        </p:nvGrpSpPr>
        <p:grpSpPr>
          <a:xfrm>
            <a:off x="6209015" y="4117322"/>
            <a:ext cx="351024" cy="325464"/>
            <a:chOff x="6543825" y="3202075"/>
            <a:chExt cx="296975" cy="275350"/>
          </a:xfrm>
        </p:grpSpPr>
        <p:sp>
          <p:nvSpPr>
            <p:cNvPr id="6316" name="Google Shape;6316;p73"/>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73"/>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73"/>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73"/>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73"/>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73"/>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73"/>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3" name="Google Shape;6323;p73"/>
          <p:cNvGrpSpPr/>
          <p:nvPr/>
        </p:nvGrpSpPr>
        <p:grpSpPr>
          <a:xfrm>
            <a:off x="6615996" y="1397069"/>
            <a:ext cx="350079" cy="350079"/>
            <a:chOff x="2037825" y="3254050"/>
            <a:chExt cx="296175" cy="296175"/>
          </a:xfrm>
        </p:grpSpPr>
        <p:sp>
          <p:nvSpPr>
            <p:cNvPr id="6324" name="Google Shape;6324;p73"/>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73"/>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73"/>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73"/>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73"/>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73"/>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0" name="Google Shape;6330;p73"/>
          <p:cNvGrpSpPr/>
          <p:nvPr/>
        </p:nvGrpSpPr>
        <p:grpSpPr>
          <a:xfrm>
            <a:off x="6614135" y="1838236"/>
            <a:ext cx="353802" cy="348926"/>
            <a:chOff x="2034675" y="3617925"/>
            <a:chExt cx="299325" cy="295200"/>
          </a:xfrm>
        </p:grpSpPr>
        <p:sp>
          <p:nvSpPr>
            <p:cNvPr id="6331" name="Google Shape;6331;p73"/>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73"/>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73"/>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73"/>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73"/>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6" name="Google Shape;6336;p73"/>
          <p:cNvGrpSpPr/>
          <p:nvPr/>
        </p:nvGrpSpPr>
        <p:grpSpPr>
          <a:xfrm>
            <a:off x="6615996" y="2284613"/>
            <a:ext cx="350079" cy="349133"/>
            <a:chOff x="2037825" y="3981825"/>
            <a:chExt cx="296175" cy="295375"/>
          </a:xfrm>
        </p:grpSpPr>
        <p:sp>
          <p:nvSpPr>
            <p:cNvPr id="6337" name="Google Shape;6337;p73"/>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73"/>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73"/>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0" name="Google Shape;6340;p73"/>
          <p:cNvGrpSpPr/>
          <p:nvPr/>
        </p:nvGrpSpPr>
        <p:grpSpPr>
          <a:xfrm>
            <a:off x="5301014" y="2780929"/>
            <a:ext cx="350079" cy="285837"/>
            <a:chOff x="3860400" y="3254050"/>
            <a:chExt cx="296175" cy="241825"/>
          </a:xfrm>
        </p:grpSpPr>
        <p:sp>
          <p:nvSpPr>
            <p:cNvPr id="6341" name="Google Shape;6341;p73"/>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73"/>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73"/>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73"/>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73"/>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73"/>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73"/>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8" name="Google Shape;6348;p73"/>
          <p:cNvGrpSpPr/>
          <p:nvPr/>
        </p:nvGrpSpPr>
        <p:grpSpPr>
          <a:xfrm>
            <a:off x="5300541" y="3196800"/>
            <a:ext cx="351024" cy="350079"/>
            <a:chOff x="3859600" y="3591950"/>
            <a:chExt cx="296975" cy="296175"/>
          </a:xfrm>
        </p:grpSpPr>
        <p:sp>
          <p:nvSpPr>
            <p:cNvPr id="6349" name="Google Shape;6349;p73"/>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73"/>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73"/>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2" name="Google Shape;6352;p73"/>
          <p:cNvGrpSpPr/>
          <p:nvPr/>
        </p:nvGrpSpPr>
        <p:grpSpPr>
          <a:xfrm>
            <a:off x="5301014" y="3672883"/>
            <a:ext cx="350079" cy="350079"/>
            <a:chOff x="3860400" y="3955025"/>
            <a:chExt cx="296175" cy="296175"/>
          </a:xfrm>
        </p:grpSpPr>
        <p:sp>
          <p:nvSpPr>
            <p:cNvPr id="6353" name="Google Shape;6353;p73"/>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73"/>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73"/>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73"/>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73"/>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8" name="Google Shape;6358;p73"/>
          <p:cNvGrpSpPr/>
          <p:nvPr/>
        </p:nvGrpSpPr>
        <p:grpSpPr>
          <a:xfrm>
            <a:off x="7516230" y="2749281"/>
            <a:ext cx="355664" cy="349133"/>
            <a:chOff x="5716825" y="3235950"/>
            <a:chExt cx="300900" cy="295375"/>
          </a:xfrm>
        </p:grpSpPr>
        <p:sp>
          <p:nvSpPr>
            <p:cNvPr id="6359" name="Google Shape;6359;p73"/>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73"/>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73"/>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73"/>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3" name="Google Shape;6363;p73"/>
          <p:cNvGrpSpPr/>
          <p:nvPr/>
        </p:nvGrpSpPr>
        <p:grpSpPr>
          <a:xfrm>
            <a:off x="7529261" y="3207969"/>
            <a:ext cx="329601" cy="327739"/>
            <a:chOff x="5727850" y="3609275"/>
            <a:chExt cx="278850" cy="277275"/>
          </a:xfrm>
        </p:grpSpPr>
        <p:sp>
          <p:nvSpPr>
            <p:cNvPr id="6364" name="Google Shape;6364;p73"/>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73"/>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73"/>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73"/>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73"/>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9" name="Google Shape;6369;p73"/>
          <p:cNvGrpSpPr/>
          <p:nvPr/>
        </p:nvGrpSpPr>
        <p:grpSpPr>
          <a:xfrm>
            <a:off x="7540446" y="3673356"/>
            <a:ext cx="307231" cy="349133"/>
            <a:chOff x="5736525" y="3963700"/>
            <a:chExt cx="259925" cy="295375"/>
          </a:xfrm>
        </p:grpSpPr>
        <p:sp>
          <p:nvSpPr>
            <p:cNvPr id="6370" name="Google Shape;6370;p73"/>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73"/>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73"/>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73"/>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73"/>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73"/>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73"/>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7" name="Google Shape;6377;p73"/>
          <p:cNvGrpSpPr/>
          <p:nvPr/>
        </p:nvGrpSpPr>
        <p:grpSpPr>
          <a:xfrm>
            <a:off x="6632026" y="4122683"/>
            <a:ext cx="351024" cy="350079"/>
            <a:chOff x="6553275" y="3604550"/>
            <a:chExt cx="296975" cy="296175"/>
          </a:xfrm>
        </p:grpSpPr>
        <p:sp>
          <p:nvSpPr>
            <p:cNvPr id="6378" name="Google Shape;6378;p73"/>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73"/>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73"/>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73"/>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73"/>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73"/>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84" name="Google Shape;6384;p73"/>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Business Icons</a:t>
            </a:r>
            <a:endParaRPr sz="2400">
              <a:solidFill>
                <a:schemeClr val="lt1"/>
              </a:solidFill>
            </a:endParaRPr>
          </a:p>
        </p:txBody>
      </p:sp>
      <p:sp>
        <p:nvSpPr>
          <p:cNvPr id="6385" name="Google Shape;6385;p73"/>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Teamwork Icons</a:t>
            </a:r>
            <a:endParaRPr sz="2400">
              <a:solidFill>
                <a:schemeClr val="lt1"/>
              </a:solidFill>
            </a:endParaRPr>
          </a:p>
        </p:txBody>
      </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6389" name="Shape 6389"/>
        <p:cNvGrpSpPr/>
        <p:nvPr/>
      </p:nvGrpSpPr>
      <p:grpSpPr>
        <a:xfrm>
          <a:off x="0" y="0"/>
          <a:ext cx="0" cy="0"/>
          <a:chOff x="0" y="0"/>
          <a:chExt cx="0" cy="0"/>
        </a:xfrm>
      </p:grpSpPr>
      <p:grpSp>
        <p:nvGrpSpPr>
          <p:cNvPr id="6390" name="Google Shape;6390;p74"/>
          <p:cNvGrpSpPr/>
          <p:nvPr/>
        </p:nvGrpSpPr>
        <p:grpSpPr>
          <a:xfrm>
            <a:off x="859032" y="1380546"/>
            <a:ext cx="294401" cy="353645"/>
            <a:chOff x="-35814600" y="3202075"/>
            <a:chExt cx="242625" cy="291450"/>
          </a:xfrm>
        </p:grpSpPr>
        <p:sp>
          <p:nvSpPr>
            <p:cNvPr id="6391" name="Google Shape;6391;p74"/>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74"/>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74"/>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74"/>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74"/>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74"/>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74"/>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8" name="Google Shape;6398;p74"/>
          <p:cNvGrpSpPr/>
          <p:nvPr/>
        </p:nvGrpSpPr>
        <p:grpSpPr>
          <a:xfrm>
            <a:off x="829410" y="1821466"/>
            <a:ext cx="353645" cy="353888"/>
            <a:chOff x="-35839800" y="3561025"/>
            <a:chExt cx="291450" cy="291650"/>
          </a:xfrm>
        </p:grpSpPr>
        <p:sp>
          <p:nvSpPr>
            <p:cNvPr id="6399" name="Google Shape;6399;p74"/>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74"/>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74"/>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74"/>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74"/>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74"/>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74"/>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06" name="Google Shape;6406;p74"/>
          <p:cNvSpPr/>
          <p:nvPr/>
        </p:nvSpPr>
        <p:spPr>
          <a:xfrm>
            <a:off x="827834" y="2257004"/>
            <a:ext cx="355557" cy="353645"/>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07" name="Google Shape;6407;p74"/>
          <p:cNvGrpSpPr/>
          <p:nvPr/>
        </p:nvGrpSpPr>
        <p:grpSpPr>
          <a:xfrm>
            <a:off x="3066955" y="1380546"/>
            <a:ext cx="353645" cy="353645"/>
            <a:chOff x="-34003850" y="3227275"/>
            <a:chExt cx="291450" cy="291450"/>
          </a:xfrm>
        </p:grpSpPr>
        <p:sp>
          <p:nvSpPr>
            <p:cNvPr id="6408" name="Google Shape;6408;p74"/>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74"/>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74"/>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74"/>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74"/>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3" name="Google Shape;6413;p74"/>
          <p:cNvGrpSpPr/>
          <p:nvPr/>
        </p:nvGrpSpPr>
        <p:grpSpPr>
          <a:xfrm>
            <a:off x="3066485" y="1821238"/>
            <a:ext cx="354586" cy="354343"/>
            <a:chOff x="-34004625" y="3585850"/>
            <a:chExt cx="292225" cy="292025"/>
          </a:xfrm>
        </p:grpSpPr>
        <p:sp>
          <p:nvSpPr>
            <p:cNvPr id="6414" name="Google Shape;6414;p74"/>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74"/>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74"/>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74"/>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74"/>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9" name="Google Shape;6419;p74"/>
          <p:cNvGrpSpPr/>
          <p:nvPr/>
        </p:nvGrpSpPr>
        <p:grpSpPr>
          <a:xfrm>
            <a:off x="3066000" y="2256439"/>
            <a:ext cx="355557" cy="354616"/>
            <a:chOff x="-34005425" y="3945575"/>
            <a:chExt cx="293025" cy="292250"/>
          </a:xfrm>
        </p:grpSpPr>
        <p:sp>
          <p:nvSpPr>
            <p:cNvPr id="6420" name="Google Shape;6420;p74"/>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74"/>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74"/>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3" name="Google Shape;6423;p74"/>
          <p:cNvGrpSpPr/>
          <p:nvPr/>
        </p:nvGrpSpPr>
        <p:grpSpPr>
          <a:xfrm>
            <a:off x="1713099" y="2729615"/>
            <a:ext cx="358408" cy="355557"/>
            <a:chOff x="-32174975" y="3192625"/>
            <a:chExt cx="295375" cy="293025"/>
          </a:xfrm>
        </p:grpSpPr>
        <p:sp>
          <p:nvSpPr>
            <p:cNvPr id="6424" name="Google Shape;6424;p74"/>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74"/>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74"/>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74"/>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28" name="Google Shape;6428;p74"/>
          <p:cNvSpPr/>
          <p:nvPr/>
        </p:nvSpPr>
        <p:spPr>
          <a:xfrm>
            <a:off x="1710145" y="3200679"/>
            <a:ext cx="363201" cy="354859"/>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74"/>
          <p:cNvSpPr/>
          <p:nvPr/>
        </p:nvSpPr>
        <p:spPr>
          <a:xfrm>
            <a:off x="1714923" y="3665764"/>
            <a:ext cx="353645" cy="354586"/>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30" name="Google Shape;6430;p74"/>
          <p:cNvGrpSpPr/>
          <p:nvPr/>
        </p:nvGrpSpPr>
        <p:grpSpPr>
          <a:xfrm>
            <a:off x="3952249" y="2730570"/>
            <a:ext cx="354586" cy="353645"/>
            <a:chOff x="-30345325" y="3184750"/>
            <a:chExt cx="292225" cy="291450"/>
          </a:xfrm>
        </p:grpSpPr>
        <p:sp>
          <p:nvSpPr>
            <p:cNvPr id="6431" name="Google Shape;6431;p74"/>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74"/>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74"/>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74"/>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74"/>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6" name="Google Shape;6436;p74"/>
          <p:cNvGrpSpPr/>
          <p:nvPr/>
        </p:nvGrpSpPr>
        <p:grpSpPr>
          <a:xfrm>
            <a:off x="1277001" y="1380546"/>
            <a:ext cx="353645" cy="353645"/>
            <a:chOff x="-35481425" y="3202075"/>
            <a:chExt cx="291450" cy="291450"/>
          </a:xfrm>
        </p:grpSpPr>
        <p:sp>
          <p:nvSpPr>
            <p:cNvPr id="6437" name="Google Shape;6437;p74"/>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74"/>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74"/>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74"/>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74"/>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74"/>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74"/>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4" name="Google Shape;6444;p74"/>
          <p:cNvGrpSpPr/>
          <p:nvPr/>
        </p:nvGrpSpPr>
        <p:grpSpPr>
          <a:xfrm>
            <a:off x="1276531" y="1822072"/>
            <a:ext cx="354586" cy="352675"/>
            <a:chOff x="-35482200" y="3561225"/>
            <a:chExt cx="292225" cy="290650"/>
          </a:xfrm>
        </p:grpSpPr>
        <p:sp>
          <p:nvSpPr>
            <p:cNvPr id="6445" name="Google Shape;6445;p74"/>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74"/>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74"/>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8" name="Google Shape;6448;p74"/>
          <p:cNvGrpSpPr/>
          <p:nvPr/>
        </p:nvGrpSpPr>
        <p:grpSpPr>
          <a:xfrm>
            <a:off x="1277001" y="2256940"/>
            <a:ext cx="353645" cy="353615"/>
            <a:chOff x="-35481425" y="3919600"/>
            <a:chExt cx="291450" cy="291425"/>
          </a:xfrm>
        </p:grpSpPr>
        <p:sp>
          <p:nvSpPr>
            <p:cNvPr id="6449" name="Google Shape;6449;p74"/>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74"/>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74"/>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74"/>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74"/>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74"/>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74"/>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74"/>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7" name="Google Shape;6457;p74"/>
          <p:cNvGrpSpPr/>
          <p:nvPr/>
        </p:nvGrpSpPr>
        <p:grpSpPr>
          <a:xfrm>
            <a:off x="3512636" y="1381031"/>
            <a:ext cx="357468" cy="352675"/>
            <a:chOff x="-33645475" y="3228075"/>
            <a:chExt cx="294600" cy="290650"/>
          </a:xfrm>
        </p:grpSpPr>
        <p:sp>
          <p:nvSpPr>
            <p:cNvPr id="6458" name="Google Shape;6458;p74"/>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74"/>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74"/>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74"/>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74"/>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74"/>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74"/>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5" name="Google Shape;6465;p74"/>
          <p:cNvGrpSpPr/>
          <p:nvPr/>
        </p:nvGrpSpPr>
        <p:grpSpPr>
          <a:xfrm>
            <a:off x="3513606" y="1821116"/>
            <a:ext cx="355526" cy="354586"/>
            <a:chOff x="-33646250" y="3586425"/>
            <a:chExt cx="293000" cy="292225"/>
          </a:xfrm>
        </p:grpSpPr>
        <p:sp>
          <p:nvSpPr>
            <p:cNvPr id="6466" name="Google Shape;6466;p74"/>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74"/>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8" name="Google Shape;6468;p74"/>
          <p:cNvGrpSpPr/>
          <p:nvPr/>
        </p:nvGrpSpPr>
        <p:grpSpPr>
          <a:xfrm>
            <a:off x="3514076" y="2255969"/>
            <a:ext cx="354586" cy="355557"/>
            <a:chOff x="-33645475" y="3944800"/>
            <a:chExt cx="292225" cy="293025"/>
          </a:xfrm>
        </p:grpSpPr>
        <p:sp>
          <p:nvSpPr>
            <p:cNvPr id="6469" name="Google Shape;6469;p74"/>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74"/>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74"/>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74"/>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74"/>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74"/>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74"/>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74"/>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74"/>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74"/>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9" name="Google Shape;6479;p74"/>
          <p:cNvGrpSpPr/>
          <p:nvPr/>
        </p:nvGrpSpPr>
        <p:grpSpPr>
          <a:xfrm>
            <a:off x="2167295" y="2729706"/>
            <a:ext cx="352675" cy="355375"/>
            <a:chOff x="-31809525" y="3192625"/>
            <a:chExt cx="290650" cy="292875"/>
          </a:xfrm>
        </p:grpSpPr>
        <p:sp>
          <p:nvSpPr>
            <p:cNvPr id="6480" name="Google Shape;6480;p74"/>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74"/>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74"/>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74"/>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4" name="Google Shape;6484;p74"/>
          <p:cNvGrpSpPr/>
          <p:nvPr/>
        </p:nvGrpSpPr>
        <p:grpSpPr>
          <a:xfrm>
            <a:off x="2166810" y="3200258"/>
            <a:ext cx="353645" cy="355557"/>
            <a:chOff x="-31811100" y="3550975"/>
            <a:chExt cx="291450" cy="293025"/>
          </a:xfrm>
        </p:grpSpPr>
        <p:sp>
          <p:nvSpPr>
            <p:cNvPr id="6485" name="Google Shape;6485;p74"/>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74"/>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74"/>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74"/>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74"/>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74"/>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74"/>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2" name="Google Shape;6492;p74"/>
          <p:cNvGrpSpPr/>
          <p:nvPr/>
        </p:nvGrpSpPr>
        <p:grpSpPr>
          <a:xfrm>
            <a:off x="2160606" y="3664562"/>
            <a:ext cx="366052" cy="356831"/>
            <a:chOff x="-31817400" y="3910025"/>
            <a:chExt cx="301675" cy="294075"/>
          </a:xfrm>
        </p:grpSpPr>
        <p:sp>
          <p:nvSpPr>
            <p:cNvPr id="6493" name="Google Shape;6493;p74"/>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74"/>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74"/>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6" name="Google Shape;6496;p74"/>
          <p:cNvGrpSpPr/>
          <p:nvPr/>
        </p:nvGrpSpPr>
        <p:grpSpPr>
          <a:xfrm>
            <a:off x="3952234" y="3200743"/>
            <a:ext cx="354616" cy="354586"/>
            <a:chOff x="-30354000" y="3569100"/>
            <a:chExt cx="292250" cy="292225"/>
          </a:xfrm>
        </p:grpSpPr>
        <p:sp>
          <p:nvSpPr>
            <p:cNvPr id="6497" name="Google Shape;6497;p74"/>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74"/>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74"/>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74"/>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74"/>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74"/>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3" name="Google Shape;6503;p74"/>
          <p:cNvGrpSpPr/>
          <p:nvPr/>
        </p:nvGrpSpPr>
        <p:grpSpPr>
          <a:xfrm>
            <a:off x="1730812" y="1380546"/>
            <a:ext cx="342148" cy="353645"/>
            <a:chOff x="-35118325" y="3202075"/>
            <a:chExt cx="281975" cy="291450"/>
          </a:xfrm>
        </p:grpSpPr>
        <p:sp>
          <p:nvSpPr>
            <p:cNvPr id="6504" name="Google Shape;6504;p74"/>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74"/>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74"/>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74"/>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8" name="Google Shape;6508;p74"/>
          <p:cNvGrpSpPr/>
          <p:nvPr/>
        </p:nvGrpSpPr>
        <p:grpSpPr>
          <a:xfrm>
            <a:off x="1724593" y="1821799"/>
            <a:ext cx="354586" cy="353221"/>
            <a:chOff x="-35123050" y="3561225"/>
            <a:chExt cx="292225" cy="291100"/>
          </a:xfrm>
        </p:grpSpPr>
        <p:sp>
          <p:nvSpPr>
            <p:cNvPr id="6509" name="Google Shape;6509;p74"/>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74"/>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1" name="Google Shape;6511;p74"/>
          <p:cNvGrpSpPr/>
          <p:nvPr/>
        </p:nvGrpSpPr>
        <p:grpSpPr>
          <a:xfrm>
            <a:off x="1766652" y="2256940"/>
            <a:ext cx="270467" cy="353615"/>
            <a:chOff x="-35089175" y="3919600"/>
            <a:chExt cx="222900" cy="291425"/>
          </a:xfrm>
        </p:grpSpPr>
        <p:sp>
          <p:nvSpPr>
            <p:cNvPr id="6512" name="Google Shape;6512;p74"/>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74"/>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4" name="Google Shape;6514;p74"/>
          <p:cNvGrpSpPr/>
          <p:nvPr/>
        </p:nvGrpSpPr>
        <p:grpSpPr>
          <a:xfrm>
            <a:off x="3963648" y="1380303"/>
            <a:ext cx="336445" cy="354131"/>
            <a:chOff x="-33277650" y="3226875"/>
            <a:chExt cx="277275" cy="291850"/>
          </a:xfrm>
        </p:grpSpPr>
        <p:sp>
          <p:nvSpPr>
            <p:cNvPr id="6515" name="Google Shape;6515;p74"/>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74"/>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74"/>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74"/>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74"/>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74"/>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74"/>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2" name="Google Shape;6522;p74"/>
          <p:cNvGrpSpPr/>
          <p:nvPr/>
        </p:nvGrpSpPr>
        <p:grpSpPr>
          <a:xfrm>
            <a:off x="3955048" y="1821587"/>
            <a:ext cx="353645" cy="353645"/>
            <a:chOff x="-33286325" y="3586425"/>
            <a:chExt cx="291450" cy="291450"/>
          </a:xfrm>
        </p:grpSpPr>
        <p:sp>
          <p:nvSpPr>
            <p:cNvPr id="6523" name="Google Shape;6523;p74"/>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74"/>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74"/>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74"/>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74"/>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8" name="Google Shape;6528;p74"/>
          <p:cNvGrpSpPr/>
          <p:nvPr/>
        </p:nvGrpSpPr>
        <p:grpSpPr>
          <a:xfrm>
            <a:off x="3955048" y="2255969"/>
            <a:ext cx="353645" cy="355557"/>
            <a:chOff x="-33286325" y="3944800"/>
            <a:chExt cx="291450" cy="293025"/>
          </a:xfrm>
        </p:grpSpPr>
        <p:sp>
          <p:nvSpPr>
            <p:cNvPr id="6529" name="Google Shape;6529;p74"/>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74"/>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74"/>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74"/>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3" name="Google Shape;6533;p74"/>
          <p:cNvGrpSpPr/>
          <p:nvPr/>
        </p:nvGrpSpPr>
        <p:grpSpPr>
          <a:xfrm>
            <a:off x="2613445" y="2729129"/>
            <a:ext cx="353645" cy="356527"/>
            <a:chOff x="-31452725" y="3191825"/>
            <a:chExt cx="291450" cy="293825"/>
          </a:xfrm>
        </p:grpSpPr>
        <p:sp>
          <p:nvSpPr>
            <p:cNvPr id="6534" name="Google Shape;6534;p74"/>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74"/>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74"/>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74"/>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8" name="Google Shape;6538;p74"/>
          <p:cNvGrpSpPr/>
          <p:nvPr/>
        </p:nvGrpSpPr>
        <p:grpSpPr>
          <a:xfrm>
            <a:off x="2612975" y="3200744"/>
            <a:ext cx="354586" cy="354586"/>
            <a:chOff x="-31452725" y="3551775"/>
            <a:chExt cx="292225" cy="292225"/>
          </a:xfrm>
        </p:grpSpPr>
        <p:sp>
          <p:nvSpPr>
            <p:cNvPr id="6539" name="Google Shape;6539;p74"/>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74"/>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74"/>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74"/>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3" name="Google Shape;6543;p74"/>
          <p:cNvGrpSpPr/>
          <p:nvPr/>
        </p:nvGrpSpPr>
        <p:grpSpPr>
          <a:xfrm>
            <a:off x="2611534" y="3664729"/>
            <a:ext cx="357468" cy="356497"/>
            <a:chOff x="-31455100" y="3909350"/>
            <a:chExt cx="294600" cy="293800"/>
          </a:xfrm>
        </p:grpSpPr>
        <p:sp>
          <p:nvSpPr>
            <p:cNvPr id="6544" name="Google Shape;6544;p74"/>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74"/>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6" name="Google Shape;6546;p74"/>
          <p:cNvGrpSpPr/>
          <p:nvPr/>
        </p:nvGrpSpPr>
        <p:grpSpPr>
          <a:xfrm>
            <a:off x="3952719" y="3665684"/>
            <a:ext cx="353645" cy="354586"/>
            <a:chOff x="-30345325" y="3918800"/>
            <a:chExt cx="291450" cy="292225"/>
          </a:xfrm>
        </p:grpSpPr>
        <p:sp>
          <p:nvSpPr>
            <p:cNvPr id="6547" name="Google Shape;6547;p74"/>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74"/>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74"/>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74"/>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74"/>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2" name="Google Shape;6552;p74"/>
          <p:cNvGrpSpPr/>
          <p:nvPr/>
        </p:nvGrpSpPr>
        <p:grpSpPr>
          <a:xfrm>
            <a:off x="2172184" y="1821587"/>
            <a:ext cx="353645" cy="353645"/>
            <a:chOff x="-34763900" y="3561225"/>
            <a:chExt cx="291450" cy="291450"/>
          </a:xfrm>
        </p:grpSpPr>
        <p:sp>
          <p:nvSpPr>
            <p:cNvPr id="6553" name="Google Shape;6553;p74"/>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74"/>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74"/>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56" name="Google Shape;6556;p74"/>
          <p:cNvSpPr/>
          <p:nvPr/>
        </p:nvSpPr>
        <p:spPr>
          <a:xfrm>
            <a:off x="2171583" y="2257019"/>
            <a:ext cx="353645" cy="353615"/>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57" name="Google Shape;6557;p74"/>
          <p:cNvGrpSpPr/>
          <p:nvPr/>
        </p:nvGrpSpPr>
        <p:grpSpPr>
          <a:xfrm>
            <a:off x="827081" y="2730099"/>
            <a:ext cx="354586" cy="354586"/>
            <a:chOff x="-32927950" y="3227275"/>
            <a:chExt cx="292225" cy="292225"/>
          </a:xfrm>
        </p:grpSpPr>
        <p:sp>
          <p:nvSpPr>
            <p:cNvPr id="6558" name="Google Shape;6558;p74"/>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74"/>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74"/>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74"/>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74"/>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3" name="Google Shape;6563;p74"/>
          <p:cNvGrpSpPr/>
          <p:nvPr/>
        </p:nvGrpSpPr>
        <p:grpSpPr>
          <a:xfrm>
            <a:off x="826596" y="3201213"/>
            <a:ext cx="355557" cy="353645"/>
            <a:chOff x="-32927950" y="3586425"/>
            <a:chExt cx="293025" cy="291450"/>
          </a:xfrm>
        </p:grpSpPr>
        <p:sp>
          <p:nvSpPr>
            <p:cNvPr id="6564" name="Google Shape;6564;p74"/>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74"/>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74"/>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74"/>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74"/>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9" name="Google Shape;6569;p74"/>
          <p:cNvGrpSpPr/>
          <p:nvPr/>
        </p:nvGrpSpPr>
        <p:grpSpPr>
          <a:xfrm>
            <a:off x="827081" y="3665198"/>
            <a:ext cx="354586" cy="355557"/>
            <a:chOff x="-32927950" y="3944800"/>
            <a:chExt cx="292225" cy="293025"/>
          </a:xfrm>
        </p:grpSpPr>
        <p:sp>
          <p:nvSpPr>
            <p:cNvPr id="6570" name="Google Shape;6570;p74"/>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74"/>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74"/>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74"/>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74"/>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74"/>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74"/>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74"/>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74"/>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9" name="Google Shape;6579;p74"/>
          <p:cNvGrpSpPr/>
          <p:nvPr/>
        </p:nvGrpSpPr>
        <p:grpSpPr>
          <a:xfrm>
            <a:off x="3055873" y="2730449"/>
            <a:ext cx="354586" cy="353888"/>
            <a:chOff x="-31094350" y="3194000"/>
            <a:chExt cx="292225" cy="291650"/>
          </a:xfrm>
        </p:grpSpPr>
        <p:sp>
          <p:nvSpPr>
            <p:cNvPr id="6580" name="Google Shape;6580;p74"/>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74"/>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74"/>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74"/>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74"/>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74"/>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74"/>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74"/>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8" name="Google Shape;6588;p74"/>
          <p:cNvGrpSpPr/>
          <p:nvPr/>
        </p:nvGrpSpPr>
        <p:grpSpPr>
          <a:xfrm>
            <a:off x="3056343" y="3200941"/>
            <a:ext cx="353645" cy="354191"/>
            <a:chOff x="-31093575" y="3552550"/>
            <a:chExt cx="291450" cy="291900"/>
          </a:xfrm>
        </p:grpSpPr>
        <p:sp>
          <p:nvSpPr>
            <p:cNvPr id="6589" name="Google Shape;6589;p74"/>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74"/>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74"/>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74"/>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3" name="Google Shape;6593;p74"/>
          <p:cNvGrpSpPr/>
          <p:nvPr/>
        </p:nvGrpSpPr>
        <p:grpSpPr>
          <a:xfrm>
            <a:off x="2182711" y="1380546"/>
            <a:ext cx="332593" cy="353645"/>
            <a:chOff x="-34755225" y="3202075"/>
            <a:chExt cx="274100" cy="291450"/>
          </a:xfrm>
        </p:grpSpPr>
        <p:sp>
          <p:nvSpPr>
            <p:cNvPr id="6594" name="Google Shape;6594;p74"/>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74"/>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74"/>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74"/>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74"/>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74"/>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74"/>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1" name="Google Shape;6601;p74"/>
          <p:cNvGrpSpPr/>
          <p:nvPr/>
        </p:nvGrpSpPr>
        <p:grpSpPr>
          <a:xfrm>
            <a:off x="3056343" y="3666169"/>
            <a:ext cx="353645" cy="353615"/>
            <a:chOff x="-31093575" y="3911725"/>
            <a:chExt cx="291450" cy="291425"/>
          </a:xfrm>
        </p:grpSpPr>
        <p:sp>
          <p:nvSpPr>
            <p:cNvPr id="6602" name="Google Shape;6602;p74"/>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74"/>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4" name="Google Shape;6604;p74"/>
          <p:cNvGrpSpPr/>
          <p:nvPr/>
        </p:nvGrpSpPr>
        <p:grpSpPr>
          <a:xfrm>
            <a:off x="2165773" y="4123136"/>
            <a:ext cx="356497" cy="354586"/>
            <a:chOff x="-29946000" y="3183175"/>
            <a:chExt cx="293800" cy="292225"/>
          </a:xfrm>
        </p:grpSpPr>
        <p:sp>
          <p:nvSpPr>
            <p:cNvPr id="6605" name="Google Shape;6605;p74"/>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74"/>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74"/>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74"/>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74"/>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74"/>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1" name="Google Shape;6611;p74"/>
          <p:cNvGrpSpPr/>
          <p:nvPr/>
        </p:nvGrpSpPr>
        <p:grpSpPr>
          <a:xfrm>
            <a:off x="2610305" y="1380289"/>
            <a:ext cx="358408" cy="354161"/>
            <a:chOff x="-34408675" y="3202075"/>
            <a:chExt cx="295375" cy="291875"/>
          </a:xfrm>
        </p:grpSpPr>
        <p:sp>
          <p:nvSpPr>
            <p:cNvPr id="6612" name="Google Shape;6612;p74"/>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74"/>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74"/>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74"/>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6" name="Google Shape;6616;p74"/>
          <p:cNvGrpSpPr/>
          <p:nvPr/>
        </p:nvGrpSpPr>
        <p:grpSpPr>
          <a:xfrm>
            <a:off x="2612216" y="1820283"/>
            <a:ext cx="354586" cy="356254"/>
            <a:chOff x="-34405525" y="3558075"/>
            <a:chExt cx="292225" cy="293600"/>
          </a:xfrm>
        </p:grpSpPr>
        <p:sp>
          <p:nvSpPr>
            <p:cNvPr id="6617" name="Google Shape;6617;p74"/>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74"/>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74"/>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0" name="Google Shape;6620;p74"/>
          <p:cNvGrpSpPr/>
          <p:nvPr/>
        </p:nvGrpSpPr>
        <p:grpSpPr>
          <a:xfrm>
            <a:off x="2611730" y="2256940"/>
            <a:ext cx="355557" cy="353615"/>
            <a:chOff x="-34406325" y="3919600"/>
            <a:chExt cx="293025" cy="291425"/>
          </a:xfrm>
        </p:grpSpPr>
        <p:sp>
          <p:nvSpPr>
            <p:cNvPr id="6621" name="Google Shape;6621;p74"/>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74"/>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74"/>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74"/>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74"/>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74"/>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74"/>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8" name="Google Shape;6628;p74"/>
          <p:cNvGrpSpPr/>
          <p:nvPr/>
        </p:nvGrpSpPr>
        <p:grpSpPr>
          <a:xfrm>
            <a:off x="1275628" y="2736303"/>
            <a:ext cx="353645" cy="342179"/>
            <a:chOff x="-32568800" y="3232000"/>
            <a:chExt cx="291450" cy="282000"/>
          </a:xfrm>
        </p:grpSpPr>
        <p:sp>
          <p:nvSpPr>
            <p:cNvPr id="6629" name="Google Shape;6629;p74"/>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74"/>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1" name="Google Shape;6631;p74"/>
          <p:cNvGrpSpPr/>
          <p:nvPr/>
        </p:nvGrpSpPr>
        <p:grpSpPr>
          <a:xfrm>
            <a:off x="1275158" y="3201213"/>
            <a:ext cx="354586" cy="353645"/>
            <a:chOff x="-32569575" y="3586425"/>
            <a:chExt cx="292225" cy="291450"/>
          </a:xfrm>
        </p:grpSpPr>
        <p:sp>
          <p:nvSpPr>
            <p:cNvPr id="6632" name="Google Shape;6632;p74"/>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74"/>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4" name="Google Shape;6634;p74"/>
          <p:cNvGrpSpPr/>
          <p:nvPr/>
        </p:nvGrpSpPr>
        <p:grpSpPr>
          <a:xfrm>
            <a:off x="1266073" y="3665805"/>
            <a:ext cx="372756" cy="354343"/>
            <a:chOff x="-32576675" y="3944600"/>
            <a:chExt cx="307200" cy="292025"/>
          </a:xfrm>
        </p:grpSpPr>
        <p:sp>
          <p:nvSpPr>
            <p:cNvPr id="6635" name="Google Shape;6635;p74"/>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74"/>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7" name="Google Shape;6637;p74"/>
          <p:cNvGrpSpPr/>
          <p:nvPr/>
        </p:nvGrpSpPr>
        <p:grpSpPr>
          <a:xfrm>
            <a:off x="3511040" y="2730100"/>
            <a:ext cx="354586" cy="354586"/>
            <a:chOff x="-30735200" y="3192625"/>
            <a:chExt cx="292225" cy="292225"/>
          </a:xfrm>
        </p:grpSpPr>
        <p:sp>
          <p:nvSpPr>
            <p:cNvPr id="6638" name="Google Shape;6638;p74"/>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74"/>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74"/>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74"/>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74"/>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74"/>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74"/>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5" name="Google Shape;6645;p74"/>
          <p:cNvGrpSpPr/>
          <p:nvPr/>
        </p:nvGrpSpPr>
        <p:grpSpPr>
          <a:xfrm>
            <a:off x="3511040" y="3201532"/>
            <a:ext cx="354586" cy="353008"/>
            <a:chOff x="-30735200" y="3552550"/>
            <a:chExt cx="292225" cy="290925"/>
          </a:xfrm>
        </p:grpSpPr>
        <p:sp>
          <p:nvSpPr>
            <p:cNvPr id="6646" name="Google Shape;6646;p74"/>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74"/>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8" name="Google Shape;6648;p74"/>
          <p:cNvGrpSpPr/>
          <p:nvPr/>
        </p:nvGrpSpPr>
        <p:grpSpPr>
          <a:xfrm>
            <a:off x="3511040" y="3666154"/>
            <a:ext cx="354586" cy="353645"/>
            <a:chOff x="-30735200" y="3910925"/>
            <a:chExt cx="292225" cy="291450"/>
          </a:xfrm>
        </p:grpSpPr>
        <p:sp>
          <p:nvSpPr>
            <p:cNvPr id="6649" name="Google Shape;6649;p74"/>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74"/>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51" name="Google Shape;6651;p74"/>
          <p:cNvSpPr/>
          <p:nvPr/>
        </p:nvSpPr>
        <p:spPr>
          <a:xfrm>
            <a:off x="2614155" y="4123242"/>
            <a:ext cx="354586" cy="353645"/>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52" name="Google Shape;6652;p74"/>
          <p:cNvGrpSpPr/>
          <p:nvPr/>
        </p:nvGrpSpPr>
        <p:grpSpPr>
          <a:xfrm>
            <a:off x="4864547" y="1375808"/>
            <a:ext cx="358971" cy="359224"/>
            <a:chOff x="-57956275" y="3197925"/>
            <a:chExt cx="319000" cy="319225"/>
          </a:xfrm>
        </p:grpSpPr>
        <p:sp>
          <p:nvSpPr>
            <p:cNvPr id="6653" name="Google Shape;6653;p74"/>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74"/>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74"/>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74"/>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74"/>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74"/>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74"/>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0" name="Google Shape;6660;p74"/>
          <p:cNvGrpSpPr/>
          <p:nvPr/>
        </p:nvGrpSpPr>
        <p:grpSpPr>
          <a:xfrm>
            <a:off x="4886701" y="1832234"/>
            <a:ext cx="314662" cy="358971"/>
            <a:chOff x="-57940525" y="3590375"/>
            <a:chExt cx="279625" cy="319000"/>
          </a:xfrm>
        </p:grpSpPr>
        <p:sp>
          <p:nvSpPr>
            <p:cNvPr id="6661" name="Google Shape;6661;p74"/>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74"/>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74"/>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74"/>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74"/>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6" name="Google Shape;6666;p74"/>
          <p:cNvGrpSpPr/>
          <p:nvPr/>
        </p:nvGrpSpPr>
        <p:grpSpPr>
          <a:xfrm>
            <a:off x="4857582" y="2273605"/>
            <a:ext cx="358099" cy="358999"/>
            <a:chOff x="-57959425" y="3982600"/>
            <a:chExt cx="318225" cy="319025"/>
          </a:xfrm>
        </p:grpSpPr>
        <p:sp>
          <p:nvSpPr>
            <p:cNvPr id="6667" name="Google Shape;6667;p74"/>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74"/>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74"/>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74"/>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1" name="Google Shape;6671;p74"/>
          <p:cNvGrpSpPr/>
          <p:nvPr/>
        </p:nvGrpSpPr>
        <p:grpSpPr>
          <a:xfrm>
            <a:off x="7057749" y="1376934"/>
            <a:ext cx="357226" cy="357226"/>
            <a:chOff x="-55987225" y="3198925"/>
            <a:chExt cx="317450" cy="317450"/>
          </a:xfrm>
        </p:grpSpPr>
        <p:sp>
          <p:nvSpPr>
            <p:cNvPr id="6672" name="Google Shape;6672;p74"/>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74"/>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74"/>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74"/>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6" name="Google Shape;6676;p74"/>
          <p:cNvGrpSpPr/>
          <p:nvPr/>
        </p:nvGrpSpPr>
        <p:grpSpPr>
          <a:xfrm>
            <a:off x="7057749" y="1832965"/>
            <a:ext cx="357226" cy="357367"/>
            <a:chOff x="-55987225" y="3591025"/>
            <a:chExt cx="317450" cy="317575"/>
          </a:xfrm>
        </p:grpSpPr>
        <p:sp>
          <p:nvSpPr>
            <p:cNvPr id="6677" name="Google Shape;6677;p74"/>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74"/>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74"/>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74"/>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74"/>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2" name="Google Shape;6682;p74"/>
          <p:cNvGrpSpPr/>
          <p:nvPr/>
        </p:nvGrpSpPr>
        <p:grpSpPr>
          <a:xfrm>
            <a:off x="7071665" y="2273605"/>
            <a:ext cx="358999" cy="358999"/>
            <a:chOff x="-55988800" y="3982600"/>
            <a:chExt cx="319025" cy="319025"/>
          </a:xfrm>
        </p:grpSpPr>
        <p:sp>
          <p:nvSpPr>
            <p:cNvPr id="6683" name="Google Shape;6683;p74"/>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74"/>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74"/>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74"/>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74"/>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8" name="Google Shape;6688;p74"/>
          <p:cNvGrpSpPr/>
          <p:nvPr/>
        </p:nvGrpSpPr>
        <p:grpSpPr>
          <a:xfrm>
            <a:off x="5730184" y="2731562"/>
            <a:ext cx="356326" cy="358971"/>
            <a:chOff x="-54026025" y="3192625"/>
            <a:chExt cx="316650" cy="319000"/>
          </a:xfrm>
        </p:grpSpPr>
        <p:sp>
          <p:nvSpPr>
            <p:cNvPr id="6689" name="Google Shape;6689;p74"/>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74"/>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74"/>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74"/>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74"/>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74"/>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74"/>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74"/>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7" name="Google Shape;6697;p74"/>
          <p:cNvGrpSpPr/>
          <p:nvPr/>
        </p:nvGrpSpPr>
        <p:grpSpPr>
          <a:xfrm>
            <a:off x="5750130" y="3202536"/>
            <a:ext cx="316434" cy="358099"/>
            <a:chOff x="-54007925" y="3584850"/>
            <a:chExt cx="281200" cy="318225"/>
          </a:xfrm>
        </p:grpSpPr>
        <p:sp>
          <p:nvSpPr>
            <p:cNvPr id="6698" name="Google Shape;6698;p74"/>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74"/>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74"/>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74"/>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74"/>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74"/>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4" name="Google Shape;6704;p74"/>
          <p:cNvGrpSpPr/>
          <p:nvPr/>
        </p:nvGrpSpPr>
        <p:grpSpPr>
          <a:xfrm>
            <a:off x="5750130" y="3664421"/>
            <a:ext cx="316434" cy="358914"/>
            <a:chOff x="-54007925" y="3975575"/>
            <a:chExt cx="281200" cy="318950"/>
          </a:xfrm>
        </p:grpSpPr>
        <p:sp>
          <p:nvSpPr>
            <p:cNvPr id="6705" name="Google Shape;6705;p74"/>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74"/>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74"/>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74"/>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9" name="Google Shape;6709;p74"/>
          <p:cNvGrpSpPr/>
          <p:nvPr/>
        </p:nvGrpSpPr>
        <p:grpSpPr>
          <a:xfrm>
            <a:off x="7984996" y="2748891"/>
            <a:ext cx="274770" cy="358492"/>
            <a:chOff x="-52005775" y="3208025"/>
            <a:chExt cx="244175" cy="318575"/>
          </a:xfrm>
        </p:grpSpPr>
        <p:sp>
          <p:nvSpPr>
            <p:cNvPr id="6710" name="Google Shape;6710;p74"/>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74"/>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74"/>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74"/>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74"/>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74"/>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74"/>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74"/>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74"/>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74"/>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74"/>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1" name="Google Shape;6721;p74"/>
          <p:cNvGrpSpPr/>
          <p:nvPr/>
        </p:nvGrpSpPr>
        <p:grpSpPr>
          <a:xfrm>
            <a:off x="5291462" y="1376934"/>
            <a:ext cx="358099" cy="358099"/>
            <a:chOff x="-57568775" y="3198925"/>
            <a:chExt cx="318225" cy="318225"/>
          </a:xfrm>
        </p:grpSpPr>
        <p:sp>
          <p:nvSpPr>
            <p:cNvPr id="6722" name="Google Shape;6722;p74"/>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74"/>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74"/>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74"/>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74"/>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74"/>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8" name="Google Shape;6728;p74"/>
          <p:cNvGrpSpPr/>
          <p:nvPr/>
        </p:nvGrpSpPr>
        <p:grpSpPr>
          <a:xfrm>
            <a:off x="5313181" y="1832234"/>
            <a:ext cx="314662" cy="358099"/>
            <a:chOff x="-57549075" y="3590375"/>
            <a:chExt cx="279625" cy="318225"/>
          </a:xfrm>
        </p:grpSpPr>
        <p:sp>
          <p:nvSpPr>
            <p:cNvPr id="6729" name="Google Shape;6729;p74"/>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74"/>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74"/>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74"/>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3" name="Google Shape;6733;p74"/>
          <p:cNvGrpSpPr/>
          <p:nvPr/>
        </p:nvGrpSpPr>
        <p:grpSpPr>
          <a:xfrm>
            <a:off x="5305378" y="2273605"/>
            <a:ext cx="359871" cy="359871"/>
            <a:chOff x="-57570350" y="3982600"/>
            <a:chExt cx="319800" cy="319800"/>
          </a:xfrm>
        </p:grpSpPr>
        <p:sp>
          <p:nvSpPr>
            <p:cNvPr id="6734" name="Google Shape;6734;p74"/>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74"/>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74"/>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74"/>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8" name="Google Shape;6738;p74"/>
          <p:cNvGrpSpPr/>
          <p:nvPr/>
        </p:nvGrpSpPr>
        <p:grpSpPr>
          <a:xfrm>
            <a:off x="7520416" y="1376033"/>
            <a:ext cx="314662" cy="358999"/>
            <a:chOff x="-55576850" y="3198125"/>
            <a:chExt cx="279625" cy="319025"/>
          </a:xfrm>
        </p:grpSpPr>
        <p:sp>
          <p:nvSpPr>
            <p:cNvPr id="6739" name="Google Shape;6739;p74"/>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74"/>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74"/>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74"/>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3" name="Google Shape;6743;p74"/>
          <p:cNvGrpSpPr/>
          <p:nvPr/>
        </p:nvGrpSpPr>
        <p:grpSpPr>
          <a:xfrm>
            <a:off x="7497812" y="1832009"/>
            <a:ext cx="359871" cy="358324"/>
            <a:chOff x="-55596550" y="3590175"/>
            <a:chExt cx="319800" cy="318425"/>
          </a:xfrm>
        </p:grpSpPr>
        <p:sp>
          <p:nvSpPr>
            <p:cNvPr id="6744" name="Google Shape;6744;p74"/>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74"/>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74"/>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74"/>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8" name="Google Shape;6748;p74"/>
          <p:cNvGrpSpPr/>
          <p:nvPr/>
        </p:nvGrpSpPr>
        <p:grpSpPr>
          <a:xfrm>
            <a:off x="7513049" y="2273351"/>
            <a:ext cx="358999" cy="359252"/>
            <a:chOff x="-55595775" y="3982375"/>
            <a:chExt cx="319025" cy="319250"/>
          </a:xfrm>
        </p:grpSpPr>
        <p:sp>
          <p:nvSpPr>
            <p:cNvPr id="6749" name="Google Shape;6749;p74"/>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74"/>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74"/>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74"/>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74"/>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74"/>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5" name="Google Shape;6755;p74"/>
          <p:cNvGrpSpPr/>
          <p:nvPr/>
        </p:nvGrpSpPr>
        <p:grpSpPr>
          <a:xfrm>
            <a:off x="6170232" y="2731562"/>
            <a:ext cx="358999" cy="358099"/>
            <a:chOff x="-53635375" y="3192625"/>
            <a:chExt cx="319025" cy="318225"/>
          </a:xfrm>
        </p:grpSpPr>
        <p:sp>
          <p:nvSpPr>
            <p:cNvPr id="6756" name="Google Shape;6756;p74"/>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74"/>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74"/>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9" name="Google Shape;6759;p74"/>
          <p:cNvGrpSpPr/>
          <p:nvPr/>
        </p:nvGrpSpPr>
        <p:grpSpPr>
          <a:xfrm>
            <a:off x="6192401" y="3202536"/>
            <a:ext cx="314662" cy="358999"/>
            <a:chOff x="-53615675" y="3584850"/>
            <a:chExt cx="279625" cy="319025"/>
          </a:xfrm>
        </p:grpSpPr>
        <p:sp>
          <p:nvSpPr>
            <p:cNvPr id="6760" name="Google Shape;6760;p74"/>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74"/>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74"/>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3" name="Google Shape;6763;p74"/>
          <p:cNvGrpSpPr/>
          <p:nvPr/>
        </p:nvGrpSpPr>
        <p:grpSpPr>
          <a:xfrm>
            <a:off x="6170246" y="3665461"/>
            <a:ext cx="358971" cy="357874"/>
            <a:chOff x="-53634575" y="3976500"/>
            <a:chExt cx="319000" cy="318025"/>
          </a:xfrm>
        </p:grpSpPr>
        <p:sp>
          <p:nvSpPr>
            <p:cNvPr id="6764" name="Google Shape;6764;p74"/>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74"/>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74"/>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74"/>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74"/>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74"/>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74"/>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74"/>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2" name="Google Shape;6772;p74"/>
          <p:cNvGrpSpPr/>
          <p:nvPr/>
        </p:nvGrpSpPr>
        <p:grpSpPr>
          <a:xfrm>
            <a:off x="7965050" y="3208415"/>
            <a:ext cx="314662" cy="358436"/>
            <a:chOff x="-52023900" y="3590075"/>
            <a:chExt cx="279625" cy="318525"/>
          </a:xfrm>
        </p:grpSpPr>
        <p:sp>
          <p:nvSpPr>
            <p:cNvPr id="6773" name="Google Shape;6773;p74"/>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74"/>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74"/>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74"/>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74"/>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74"/>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74"/>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0" name="Google Shape;6780;p74"/>
          <p:cNvGrpSpPr/>
          <p:nvPr/>
        </p:nvGrpSpPr>
        <p:grpSpPr>
          <a:xfrm>
            <a:off x="5728292" y="1376934"/>
            <a:ext cx="358971" cy="358971"/>
            <a:chOff x="-57173375" y="3198925"/>
            <a:chExt cx="319000" cy="319000"/>
          </a:xfrm>
        </p:grpSpPr>
        <p:sp>
          <p:nvSpPr>
            <p:cNvPr id="6781" name="Google Shape;6781;p74"/>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74"/>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74"/>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74"/>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5" name="Google Shape;6785;p74"/>
          <p:cNvGrpSpPr/>
          <p:nvPr/>
        </p:nvGrpSpPr>
        <p:grpSpPr>
          <a:xfrm>
            <a:off x="5729178" y="1854374"/>
            <a:ext cx="357198" cy="314690"/>
            <a:chOff x="-57176525" y="3610050"/>
            <a:chExt cx="317425" cy="279650"/>
          </a:xfrm>
        </p:grpSpPr>
        <p:sp>
          <p:nvSpPr>
            <p:cNvPr id="6786" name="Google Shape;6786;p74"/>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74"/>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74"/>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74"/>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74"/>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1" name="Google Shape;6791;p74"/>
          <p:cNvGrpSpPr/>
          <p:nvPr/>
        </p:nvGrpSpPr>
        <p:grpSpPr>
          <a:xfrm>
            <a:off x="7939633" y="1376934"/>
            <a:ext cx="358099" cy="356326"/>
            <a:chOff x="-55202750" y="3198925"/>
            <a:chExt cx="318225" cy="316650"/>
          </a:xfrm>
        </p:grpSpPr>
        <p:sp>
          <p:nvSpPr>
            <p:cNvPr id="6792" name="Google Shape;6792;p74"/>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74"/>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4" name="Google Shape;6794;p74"/>
          <p:cNvGrpSpPr/>
          <p:nvPr/>
        </p:nvGrpSpPr>
        <p:grpSpPr>
          <a:xfrm>
            <a:off x="7950267" y="1832234"/>
            <a:ext cx="336830" cy="358099"/>
            <a:chOff x="-55194875" y="3590375"/>
            <a:chExt cx="299325" cy="318225"/>
          </a:xfrm>
        </p:grpSpPr>
        <p:sp>
          <p:nvSpPr>
            <p:cNvPr id="6795" name="Google Shape;6795;p74"/>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74"/>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74"/>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74"/>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74"/>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0" name="Google Shape;6800;p74"/>
          <p:cNvGrpSpPr/>
          <p:nvPr/>
        </p:nvGrpSpPr>
        <p:grpSpPr>
          <a:xfrm>
            <a:off x="7954884" y="2274505"/>
            <a:ext cx="357198" cy="357198"/>
            <a:chOff x="-55203525" y="3983400"/>
            <a:chExt cx="317425" cy="317425"/>
          </a:xfrm>
        </p:grpSpPr>
        <p:sp>
          <p:nvSpPr>
            <p:cNvPr id="6801" name="Google Shape;6801;p74"/>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74"/>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74"/>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4" name="Google Shape;6804;p74"/>
          <p:cNvGrpSpPr/>
          <p:nvPr/>
        </p:nvGrpSpPr>
        <p:grpSpPr>
          <a:xfrm>
            <a:off x="6621365" y="2731562"/>
            <a:ext cx="335930" cy="358971"/>
            <a:chOff x="-53232900" y="3192625"/>
            <a:chExt cx="298525" cy="319000"/>
          </a:xfrm>
        </p:grpSpPr>
        <p:sp>
          <p:nvSpPr>
            <p:cNvPr id="6805" name="Google Shape;6805;p74"/>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74"/>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74"/>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74"/>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74"/>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74"/>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74"/>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74"/>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3" name="Google Shape;6813;p74"/>
          <p:cNvGrpSpPr/>
          <p:nvPr/>
        </p:nvGrpSpPr>
        <p:grpSpPr>
          <a:xfrm>
            <a:off x="6610731" y="3202536"/>
            <a:ext cx="357198" cy="356326"/>
            <a:chOff x="-53242350" y="3584850"/>
            <a:chExt cx="317425" cy="316650"/>
          </a:xfrm>
        </p:grpSpPr>
        <p:sp>
          <p:nvSpPr>
            <p:cNvPr id="6814" name="Google Shape;6814;p74"/>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74"/>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74"/>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74"/>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74"/>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9" name="Google Shape;6819;p74"/>
          <p:cNvGrpSpPr/>
          <p:nvPr/>
        </p:nvGrpSpPr>
        <p:grpSpPr>
          <a:xfrm>
            <a:off x="6631999" y="3665236"/>
            <a:ext cx="314662" cy="358999"/>
            <a:chOff x="-53224225" y="3976300"/>
            <a:chExt cx="279625" cy="319025"/>
          </a:xfrm>
        </p:grpSpPr>
        <p:sp>
          <p:nvSpPr>
            <p:cNvPr id="6820" name="Google Shape;6820;p74"/>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74"/>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74"/>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74"/>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74"/>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74"/>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74"/>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7" name="Google Shape;6827;p74"/>
          <p:cNvGrpSpPr/>
          <p:nvPr/>
        </p:nvGrpSpPr>
        <p:grpSpPr>
          <a:xfrm>
            <a:off x="7942896" y="3672917"/>
            <a:ext cx="358971" cy="358408"/>
            <a:chOff x="-52043575" y="3983125"/>
            <a:chExt cx="319000" cy="318500"/>
          </a:xfrm>
        </p:grpSpPr>
        <p:sp>
          <p:nvSpPr>
            <p:cNvPr id="6828" name="Google Shape;6828;p74"/>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74"/>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74"/>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74"/>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74"/>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74"/>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74"/>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74"/>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74"/>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7" name="Google Shape;6837;p74"/>
          <p:cNvGrpSpPr/>
          <p:nvPr/>
        </p:nvGrpSpPr>
        <p:grpSpPr>
          <a:xfrm>
            <a:off x="6196836" y="1376934"/>
            <a:ext cx="314662" cy="358971"/>
            <a:chOff x="-56766175" y="3198925"/>
            <a:chExt cx="279625" cy="319000"/>
          </a:xfrm>
        </p:grpSpPr>
        <p:sp>
          <p:nvSpPr>
            <p:cNvPr id="6838" name="Google Shape;6838;p74"/>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74"/>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74"/>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74"/>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74"/>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74"/>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74"/>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5" name="Google Shape;6845;p74"/>
          <p:cNvGrpSpPr/>
          <p:nvPr/>
        </p:nvGrpSpPr>
        <p:grpSpPr>
          <a:xfrm>
            <a:off x="6195950" y="1832234"/>
            <a:ext cx="316434" cy="358099"/>
            <a:chOff x="-56766175" y="3590375"/>
            <a:chExt cx="281200" cy="318225"/>
          </a:xfrm>
        </p:grpSpPr>
        <p:sp>
          <p:nvSpPr>
            <p:cNvPr id="6846" name="Google Shape;6846;p74"/>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74"/>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74"/>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74"/>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0" name="Google Shape;6850;p74"/>
          <p:cNvGrpSpPr/>
          <p:nvPr/>
        </p:nvGrpSpPr>
        <p:grpSpPr>
          <a:xfrm>
            <a:off x="6232906" y="2273605"/>
            <a:ext cx="272126" cy="358099"/>
            <a:chOff x="-56747275" y="3982600"/>
            <a:chExt cx="241825" cy="318225"/>
          </a:xfrm>
        </p:grpSpPr>
        <p:sp>
          <p:nvSpPr>
            <p:cNvPr id="6851" name="Google Shape;6851;p74"/>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74"/>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74"/>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74"/>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74"/>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74"/>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74"/>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8" name="Google Shape;6858;p74"/>
          <p:cNvGrpSpPr/>
          <p:nvPr/>
        </p:nvGrpSpPr>
        <p:grpSpPr>
          <a:xfrm>
            <a:off x="4840657" y="3215842"/>
            <a:ext cx="358999" cy="342991"/>
            <a:chOff x="-54812875" y="3596675"/>
            <a:chExt cx="319025" cy="304800"/>
          </a:xfrm>
        </p:grpSpPr>
        <p:sp>
          <p:nvSpPr>
            <p:cNvPr id="6859" name="Google Shape;6859;p74"/>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74"/>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74"/>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74"/>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74"/>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74"/>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74"/>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66" name="Google Shape;6866;p74"/>
          <p:cNvSpPr/>
          <p:nvPr/>
        </p:nvSpPr>
        <p:spPr>
          <a:xfrm>
            <a:off x="5015548" y="3590113"/>
            <a:ext cx="8018" cy="900"/>
          </a:xfrm>
          <a:custGeom>
            <a:rect b="b" l="l" r="r" t="t"/>
            <a:pathLst>
              <a:path extrusionOk="0" h="32" w="285">
                <a:moveTo>
                  <a:pt x="1" y="0"/>
                </a:moveTo>
                <a:cubicBezTo>
                  <a:pt x="95" y="32"/>
                  <a:pt x="158" y="32"/>
                  <a:pt x="284" y="32"/>
                </a:cubicBezTo>
                <a:cubicBezTo>
                  <a:pt x="221" y="32"/>
                  <a:pt x="127"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74"/>
          <p:cNvSpPr/>
          <p:nvPr/>
        </p:nvSpPr>
        <p:spPr>
          <a:xfrm>
            <a:off x="5015998" y="3590985"/>
            <a:ext cx="7118" cy="928"/>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68" name="Google Shape;6868;p74"/>
          <p:cNvGrpSpPr/>
          <p:nvPr/>
        </p:nvGrpSpPr>
        <p:grpSpPr>
          <a:xfrm>
            <a:off x="4862826" y="3672326"/>
            <a:ext cx="314662" cy="358099"/>
            <a:chOff x="-54793175" y="3982600"/>
            <a:chExt cx="279625" cy="318225"/>
          </a:xfrm>
        </p:grpSpPr>
        <p:sp>
          <p:nvSpPr>
            <p:cNvPr id="6869" name="Google Shape;6869;p74"/>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74"/>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74"/>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74"/>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74"/>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74"/>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74"/>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6" name="Google Shape;6876;p74"/>
          <p:cNvGrpSpPr/>
          <p:nvPr/>
        </p:nvGrpSpPr>
        <p:grpSpPr>
          <a:xfrm>
            <a:off x="7074284" y="2731562"/>
            <a:ext cx="314662" cy="358099"/>
            <a:chOff x="-52832000" y="3192625"/>
            <a:chExt cx="279625" cy="318225"/>
          </a:xfrm>
        </p:grpSpPr>
        <p:sp>
          <p:nvSpPr>
            <p:cNvPr id="6877" name="Google Shape;6877;p74"/>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74"/>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74"/>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74"/>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74"/>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74"/>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74"/>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74"/>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5" name="Google Shape;6885;p74"/>
          <p:cNvGrpSpPr/>
          <p:nvPr/>
        </p:nvGrpSpPr>
        <p:grpSpPr>
          <a:xfrm>
            <a:off x="5760817" y="2272929"/>
            <a:ext cx="323524" cy="358774"/>
            <a:chOff x="-57162350" y="3982000"/>
            <a:chExt cx="287500" cy="318825"/>
          </a:xfrm>
        </p:grpSpPr>
        <p:sp>
          <p:nvSpPr>
            <p:cNvPr id="6886" name="Google Shape;6886;p74"/>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74"/>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74"/>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74"/>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74"/>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74"/>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74"/>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74"/>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4" name="Google Shape;6894;p74"/>
          <p:cNvGrpSpPr/>
          <p:nvPr/>
        </p:nvGrpSpPr>
        <p:grpSpPr>
          <a:xfrm>
            <a:off x="7052130" y="3203436"/>
            <a:ext cx="358971" cy="357198"/>
            <a:chOff x="-52851675" y="3585650"/>
            <a:chExt cx="319000" cy="317425"/>
          </a:xfrm>
        </p:grpSpPr>
        <p:sp>
          <p:nvSpPr>
            <p:cNvPr id="6895" name="Google Shape;6895;p74"/>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74"/>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74"/>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74"/>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74"/>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74"/>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1" name="Google Shape;6901;p74"/>
          <p:cNvGrpSpPr/>
          <p:nvPr/>
        </p:nvGrpSpPr>
        <p:grpSpPr>
          <a:xfrm>
            <a:off x="7074284" y="3665236"/>
            <a:ext cx="314662" cy="358999"/>
            <a:chOff x="-52832000" y="3976300"/>
            <a:chExt cx="279625" cy="319025"/>
          </a:xfrm>
        </p:grpSpPr>
        <p:sp>
          <p:nvSpPr>
            <p:cNvPr id="6902" name="Google Shape;6902;p74"/>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74"/>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74"/>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74"/>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74"/>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7" name="Google Shape;6907;p74"/>
          <p:cNvGrpSpPr/>
          <p:nvPr/>
        </p:nvGrpSpPr>
        <p:grpSpPr>
          <a:xfrm>
            <a:off x="6191490" y="4119884"/>
            <a:ext cx="316434" cy="358099"/>
            <a:chOff x="-51633225" y="3198925"/>
            <a:chExt cx="281200" cy="318225"/>
          </a:xfrm>
        </p:grpSpPr>
        <p:sp>
          <p:nvSpPr>
            <p:cNvPr id="6908" name="Google Shape;6908;p74"/>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74"/>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74"/>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74"/>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74"/>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74"/>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74"/>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5" name="Google Shape;6915;p74"/>
          <p:cNvGrpSpPr/>
          <p:nvPr/>
        </p:nvGrpSpPr>
        <p:grpSpPr>
          <a:xfrm>
            <a:off x="6610314" y="1377806"/>
            <a:ext cx="365188" cy="357226"/>
            <a:chOff x="-56396775" y="3199700"/>
            <a:chExt cx="324525" cy="317450"/>
          </a:xfrm>
        </p:grpSpPr>
        <p:sp>
          <p:nvSpPr>
            <p:cNvPr id="6916" name="Google Shape;6916;p74"/>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74"/>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74"/>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74"/>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74"/>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74"/>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2" name="Google Shape;6922;p74"/>
          <p:cNvGrpSpPr/>
          <p:nvPr/>
        </p:nvGrpSpPr>
        <p:grpSpPr>
          <a:xfrm>
            <a:off x="6613408" y="1843740"/>
            <a:ext cx="358999" cy="335958"/>
            <a:chOff x="-56394425" y="3600600"/>
            <a:chExt cx="319025" cy="298550"/>
          </a:xfrm>
        </p:grpSpPr>
        <p:sp>
          <p:nvSpPr>
            <p:cNvPr id="6923" name="Google Shape;6923;p74"/>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74"/>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74"/>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6" name="Google Shape;6926;p74"/>
          <p:cNvGrpSpPr/>
          <p:nvPr/>
        </p:nvGrpSpPr>
        <p:grpSpPr>
          <a:xfrm>
            <a:off x="6644175" y="2274505"/>
            <a:ext cx="327068" cy="357198"/>
            <a:chOff x="-56379450" y="3983400"/>
            <a:chExt cx="290650" cy="317425"/>
          </a:xfrm>
        </p:grpSpPr>
        <p:sp>
          <p:nvSpPr>
            <p:cNvPr id="6927" name="Google Shape;6927;p74"/>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74"/>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74"/>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74"/>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74"/>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74"/>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74"/>
            <p:cNvSpPr/>
            <p:nvPr/>
          </p:nvSpPr>
          <p:spPr>
            <a:xfrm>
              <a:off x="-56181750" y="4039300"/>
              <a:ext cx="0" cy="25"/>
            </a:xfrm>
            <a:custGeom>
              <a:rect b="b" l="l" r="r" t="t"/>
              <a:pathLst>
                <a:path extrusionOk="0" h="1" w="0">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74"/>
            <p:cNvSpPr/>
            <p:nvPr/>
          </p:nvSpPr>
          <p:spPr>
            <a:xfrm>
              <a:off x="-56332200" y="4039300"/>
              <a:ext cx="25" cy="25"/>
            </a:xfrm>
            <a:custGeom>
              <a:rect b="b" l="l" r="r" t="t"/>
              <a:pathLst>
                <a:path extrusionOk="0" h="1" w="1">
                  <a:moveTo>
                    <a:pt x="1"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5" name="Google Shape;6935;p74"/>
          <p:cNvGrpSpPr/>
          <p:nvPr/>
        </p:nvGrpSpPr>
        <p:grpSpPr>
          <a:xfrm>
            <a:off x="5307879" y="2738651"/>
            <a:ext cx="316434" cy="358971"/>
            <a:chOff x="-54401725" y="3198925"/>
            <a:chExt cx="281200" cy="319000"/>
          </a:xfrm>
        </p:grpSpPr>
        <p:sp>
          <p:nvSpPr>
            <p:cNvPr id="6936" name="Google Shape;6936;p74"/>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74"/>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74"/>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74"/>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74"/>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74"/>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74"/>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74"/>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74"/>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74"/>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74"/>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7" name="Google Shape;6947;p74"/>
          <p:cNvGrpSpPr/>
          <p:nvPr/>
        </p:nvGrpSpPr>
        <p:grpSpPr>
          <a:xfrm>
            <a:off x="5308766" y="3208753"/>
            <a:ext cx="314662" cy="358099"/>
            <a:chOff x="-54401725" y="3590375"/>
            <a:chExt cx="279625" cy="318225"/>
          </a:xfrm>
        </p:grpSpPr>
        <p:sp>
          <p:nvSpPr>
            <p:cNvPr id="6948" name="Google Shape;6948;p74"/>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74"/>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74"/>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74"/>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74"/>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74"/>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4" name="Google Shape;6954;p74"/>
          <p:cNvGrpSpPr/>
          <p:nvPr/>
        </p:nvGrpSpPr>
        <p:grpSpPr>
          <a:xfrm>
            <a:off x="5306557" y="3672326"/>
            <a:ext cx="319079" cy="358099"/>
            <a:chOff x="-54403300" y="3982600"/>
            <a:chExt cx="283550" cy="318225"/>
          </a:xfrm>
        </p:grpSpPr>
        <p:sp>
          <p:nvSpPr>
            <p:cNvPr id="6955" name="Google Shape;6955;p74"/>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74"/>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74"/>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74"/>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74"/>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0" name="Google Shape;6960;p74"/>
          <p:cNvGrpSpPr/>
          <p:nvPr/>
        </p:nvGrpSpPr>
        <p:grpSpPr>
          <a:xfrm>
            <a:off x="7493951" y="2733559"/>
            <a:ext cx="356298" cy="356973"/>
            <a:chOff x="-52458650" y="3194400"/>
            <a:chExt cx="316625" cy="317225"/>
          </a:xfrm>
        </p:grpSpPr>
        <p:sp>
          <p:nvSpPr>
            <p:cNvPr id="6961" name="Google Shape;6961;p74"/>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74"/>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74"/>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74"/>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74"/>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74"/>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74"/>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74"/>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9" name="Google Shape;6969;p74"/>
          <p:cNvGrpSpPr/>
          <p:nvPr/>
        </p:nvGrpSpPr>
        <p:grpSpPr>
          <a:xfrm>
            <a:off x="4862826" y="2738651"/>
            <a:ext cx="314662" cy="358971"/>
            <a:chOff x="-54793175" y="3198925"/>
            <a:chExt cx="279625" cy="319000"/>
          </a:xfrm>
        </p:grpSpPr>
        <p:sp>
          <p:nvSpPr>
            <p:cNvPr id="6970" name="Google Shape;6970;p74"/>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74"/>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74"/>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74"/>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74"/>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74"/>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74"/>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7" name="Google Shape;6977;p74"/>
          <p:cNvGrpSpPr/>
          <p:nvPr/>
        </p:nvGrpSpPr>
        <p:grpSpPr>
          <a:xfrm>
            <a:off x="7503249" y="3202536"/>
            <a:ext cx="337703" cy="357845"/>
            <a:chOff x="-52450000" y="3584850"/>
            <a:chExt cx="300100" cy="318000"/>
          </a:xfrm>
        </p:grpSpPr>
        <p:sp>
          <p:nvSpPr>
            <p:cNvPr id="6978" name="Google Shape;6978;p74"/>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74"/>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74"/>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74"/>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74"/>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74"/>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74"/>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5" name="Google Shape;6985;p74"/>
          <p:cNvGrpSpPr/>
          <p:nvPr/>
        </p:nvGrpSpPr>
        <p:grpSpPr>
          <a:xfrm>
            <a:off x="7514769" y="3667009"/>
            <a:ext cx="314662" cy="357226"/>
            <a:chOff x="-52440550" y="3977875"/>
            <a:chExt cx="279625" cy="317450"/>
          </a:xfrm>
        </p:grpSpPr>
        <p:sp>
          <p:nvSpPr>
            <p:cNvPr id="6986" name="Google Shape;6986;p74"/>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74"/>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74"/>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74"/>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74"/>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74"/>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74"/>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74"/>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4" name="Google Shape;6994;p74"/>
          <p:cNvGrpSpPr/>
          <p:nvPr/>
        </p:nvGrpSpPr>
        <p:grpSpPr>
          <a:xfrm>
            <a:off x="6626703" y="4123215"/>
            <a:ext cx="314662" cy="358999"/>
            <a:chOff x="-51623775" y="3584850"/>
            <a:chExt cx="279625" cy="319025"/>
          </a:xfrm>
        </p:grpSpPr>
        <p:sp>
          <p:nvSpPr>
            <p:cNvPr id="6995" name="Google Shape;6995;p74"/>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74"/>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74"/>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74"/>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74"/>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74"/>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74"/>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74"/>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74"/>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04" name="Google Shape;7004;p74"/>
          <p:cNvSpPr txBox="1"/>
          <p:nvPr/>
        </p:nvSpPr>
        <p:spPr>
          <a:xfrm>
            <a:off x="826588"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7005" name="Google Shape;7005;p74"/>
          <p:cNvSpPr txBox="1"/>
          <p:nvPr/>
        </p:nvSpPr>
        <p:spPr>
          <a:xfrm>
            <a:off x="4835313"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7009" name="Shape 7009"/>
        <p:cNvGrpSpPr/>
        <p:nvPr/>
      </p:nvGrpSpPr>
      <p:grpSpPr>
        <a:xfrm>
          <a:off x="0" y="0"/>
          <a:ext cx="0" cy="0"/>
          <a:chOff x="0" y="0"/>
          <a:chExt cx="0" cy="0"/>
        </a:xfrm>
      </p:grpSpPr>
      <p:grpSp>
        <p:nvGrpSpPr>
          <p:cNvPr id="7010" name="Google Shape;7010;p75"/>
          <p:cNvGrpSpPr/>
          <p:nvPr/>
        </p:nvGrpSpPr>
        <p:grpSpPr>
          <a:xfrm>
            <a:off x="866775" y="1386849"/>
            <a:ext cx="276003" cy="357300"/>
            <a:chOff x="-50469125" y="3183175"/>
            <a:chExt cx="233150" cy="301825"/>
          </a:xfrm>
        </p:grpSpPr>
        <p:sp>
          <p:nvSpPr>
            <p:cNvPr id="7011" name="Google Shape;7011;p75"/>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75"/>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75"/>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4" name="Google Shape;7014;p75"/>
          <p:cNvGrpSpPr/>
          <p:nvPr/>
        </p:nvGrpSpPr>
        <p:grpSpPr>
          <a:xfrm>
            <a:off x="826674" y="1822251"/>
            <a:ext cx="356205" cy="355288"/>
            <a:chOff x="-50504575" y="3550975"/>
            <a:chExt cx="300900" cy="300125"/>
          </a:xfrm>
        </p:grpSpPr>
        <p:sp>
          <p:nvSpPr>
            <p:cNvPr id="7015" name="Google Shape;7015;p75"/>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75"/>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75"/>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75"/>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9" name="Google Shape;7019;p75"/>
          <p:cNvGrpSpPr/>
          <p:nvPr/>
        </p:nvGrpSpPr>
        <p:grpSpPr>
          <a:xfrm>
            <a:off x="826674" y="2260493"/>
            <a:ext cx="356205" cy="354341"/>
            <a:chOff x="-50503000" y="3921175"/>
            <a:chExt cx="300900" cy="299325"/>
          </a:xfrm>
        </p:grpSpPr>
        <p:sp>
          <p:nvSpPr>
            <p:cNvPr id="7020" name="Google Shape;7020;p75"/>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75"/>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75"/>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75"/>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75"/>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5" name="Google Shape;7025;p75"/>
          <p:cNvGrpSpPr/>
          <p:nvPr/>
        </p:nvGrpSpPr>
        <p:grpSpPr>
          <a:xfrm>
            <a:off x="3030727" y="1406411"/>
            <a:ext cx="355258" cy="356205"/>
            <a:chOff x="-48630025" y="3199700"/>
            <a:chExt cx="300100" cy="300900"/>
          </a:xfrm>
        </p:grpSpPr>
        <p:sp>
          <p:nvSpPr>
            <p:cNvPr id="7026" name="Google Shape;7026;p75"/>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75"/>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75"/>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9" name="Google Shape;7029;p75"/>
          <p:cNvGrpSpPr/>
          <p:nvPr/>
        </p:nvGrpSpPr>
        <p:grpSpPr>
          <a:xfrm>
            <a:off x="3030727" y="1843707"/>
            <a:ext cx="355258" cy="355258"/>
            <a:chOff x="-48630025" y="3569100"/>
            <a:chExt cx="300100" cy="300100"/>
          </a:xfrm>
        </p:grpSpPr>
        <p:sp>
          <p:nvSpPr>
            <p:cNvPr id="7030" name="Google Shape;7030;p75"/>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75"/>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75"/>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75"/>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75"/>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75"/>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75"/>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75"/>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75"/>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75"/>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0" name="Google Shape;7040;p75"/>
          <p:cNvGrpSpPr/>
          <p:nvPr/>
        </p:nvGrpSpPr>
        <p:grpSpPr>
          <a:xfrm>
            <a:off x="3031201" y="2281003"/>
            <a:ext cx="354311" cy="353394"/>
            <a:chOff x="-48629225" y="3938500"/>
            <a:chExt cx="299300" cy="298525"/>
          </a:xfrm>
        </p:grpSpPr>
        <p:sp>
          <p:nvSpPr>
            <p:cNvPr id="7041" name="Google Shape;7041;p75"/>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75"/>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75"/>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75"/>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5" name="Google Shape;7045;p75"/>
          <p:cNvGrpSpPr/>
          <p:nvPr/>
        </p:nvGrpSpPr>
        <p:grpSpPr>
          <a:xfrm>
            <a:off x="1766604" y="2752344"/>
            <a:ext cx="311458" cy="354341"/>
            <a:chOff x="-46762575" y="3200500"/>
            <a:chExt cx="263100" cy="299325"/>
          </a:xfrm>
        </p:grpSpPr>
        <p:sp>
          <p:nvSpPr>
            <p:cNvPr id="7046" name="Google Shape;7046;p75"/>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75"/>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75"/>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75"/>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75"/>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1" name="Google Shape;7051;p75"/>
          <p:cNvGrpSpPr/>
          <p:nvPr/>
        </p:nvGrpSpPr>
        <p:grpSpPr>
          <a:xfrm>
            <a:off x="1744689" y="3211066"/>
            <a:ext cx="355288" cy="312375"/>
            <a:chOff x="-46779900" y="3588000"/>
            <a:chExt cx="300125" cy="263875"/>
          </a:xfrm>
        </p:grpSpPr>
        <p:sp>
          <p:nvSpPr>
            <p:cNvPr id="7052" name="Google Shape;7052;p75"/>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75"/>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75"/>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75"/>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6" name="Google Shape;7056;p75"/>
          <p:cNvGrpSpPr/>
          <p:nvPr/>
        </p:nvGrpSpPr>
        <p:grpSpPr>
          <a:xfrm>
            <a:off x="1745162" y="3625988"/>
            <a:ext cx="354341" cy="353394"/>
            <a:chOff x="-46779100" y="3938500"/>
            <a:chExt cx="299325" cy="298525"/>
          </a:xfrm>
        </p:grpSpPr>
        <p:sp>
          <p:nvSpPr>
            <p:cNvPr id="7057" name="Google Shape;7057;p75"/>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75"/>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9" name="Google Shape;7059;p75"/>
          <p:cNvGrpSpPr/>
          <p:nvPr/>
        </p:nvGrpSpPr>
        <p:grpSpPr>
          <a:xfrm>
            <a:off x="3952900" y="2758855"/>
            <a:ext cx="355258" cy="355288"/>
            <a:chOff x="-44924250" y="3206000"/>
            <a:chExt cx="300100" cy="300125"/>
          </a:xfrm>
        </p:grpSpPr>
        <p:sp>
          <p:nvSpPr>
            <p:cNvPr id="7060" name="Google Shape;7060;p75"/>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75"/>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75"/>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75"/>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75"/>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5" name="Google Shape;7065;p75"/>
          <p:cNvGrpSpPr/>
          <p:nvPr/>
        </p:nvGrpSpPr>
        <p:grpSpPr>
          <a:xfrm>
            <a:off x="1267386" y="1386849"/>
            <a:ext cx="355258" cy="355258"/>
            <a:chOff x="-50134375" y="3183175"/>
            <a:chExt cx="300100" cy="300100"/>
          </a:xfrm>
        </p:grpSpPr>
        <p:sp>
          <p:nvSpPr>
            <p:cNvPr id="7066" name="Google Shape;7066;p75"/>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75"/>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75"/>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75"/>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75"/>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75"/>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75"/>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75"/>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75"/>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75"/>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6" name="Google Shape;7076;p75"/>
          <p:cNvGrpSpPr/>
          <p:nvPr/>
        </p:nvGrpSpPr>
        <p:grpSpPr>
          <a:xfrm>
            <a:off x="1267386" y="1822251"/>
            <a:ext cx="355258" cy="355288"/>
            <a:chOff x="-50134375" y="3550975"/>
            <a:chExt cx="300100" cy="300125"/>
          </a:xfrm>
        </p:grpSpPr>
        <p:sp>
          <p:nvSpPr>
            <p:cNvPr id="7077" name="Google Shape;7077;p75"/>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75"/>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9" name="Google Shape;7079;p75"/>
          <p:cNvGrpSpPr/>
          <p:nvPr/>
        </p:nvGrpSpPr>
        <p:grpSpPr>
          <a:xfrm>
            <a:off x="1267386" y="2259783"/>
            <a:ext cx="355258" cy="355051"/>
            <a:chOff x="-50134375" y="3920575"/>
            <a:chExt cx="300100" cy="299925"/>
          </a:xfrm>
        </p:grpSpPr>
        <p:sp>
          <p:nvSpPr>
            <p:cNvPr id="7080" name="Google Shape;7080;p75"/>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75"/>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75"/>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3" name="Google Shape;7083;p75"/>
          <p:cNvGrpSpPr/>
          <p:nvPr/>
        </p:nvGrpSpPr>
        <p:grpSpPr>
          <a:xfrm>
            <a:off x="3478110" y="1407358"/>
            <a:ext cx="357123" cy="355258"/>
            <a:chOff x="-48262200" y="3200500"/>
            <a:chExt cx="301675" cy="300100"/>
          </a:xfrm>
        </p:grpSpPr>
        <p:sp>
          <p:nvSpPr>
            <p:cNvPr id="7084" name="Google Shape;7084;p75"/>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75"/>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75"/>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75"/>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75"/>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75"/>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75"/>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75"/>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75"/>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3" name="Google Shape;7093;p75"/>
          <p:cNvGrpSpPr/>
          <p:nvPr/>
        </p:nvGrpSpPr>
        <p:grpSpPr>
          <a:xfrm>
            <a:off x="3507483" y="1844447"/>
            <a:ext cx="298377" cy="354519"/>
            <a:chOff x="-48233050" y="3569725"/>
            <a:chExt cx="252050" cy="299475"/>
          </a:xfrm>
        </p:grpSpPr>
        <p:sp>
          <p:nvSpPr>
            <p:cNvPr id="7094" name="Google Shape;7094;p75"/>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75"/>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75"/>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7" name="Google Shape;7097;p75"/>
          <p:cNvGrpSpPr/>
          <p:nvPr/>
        </p:nvGrpSpPr>
        <p:grpSpPr>
          <a:xfrm>
            <a:off x="3531248" y="2278191"/>
            <a:ext cx="250847" cy="358070"/>
            <a:chOff x="-48216525" y="3936125"/>
            <a:chExt cx="211900" cy="302475"/>
          </a:xfrm>
        </p:grpSpPr>
        <p:sp>
          <p:nvSpPr>
            <p:cNvPr id="7098" name="Google Shape;7098;p75"/>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75"/>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75"/>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75"/>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2" name="Google Shape;7102;p75"/>
          <p:cNvGrpSpPr/>
          <p:nvPr/>
        </p:nvGrpSpPr>
        <p:grpSpPr>
          <a:xfrm>
            <a:off x="2186966" y="2753261"/>
            <a:ext cx="355258" cy="355288"/>
            <a:chOff x="-46410500" y="3201275"/>
            <a:chExt cx="300100" cy="300125"/>
          </a:xfrm>
        </p:grpSpPr>
        <p:sp>
          <p:nvSpPr>
            <p:cNvPr id="7103" name="Google Shape;7103;p75"/>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75"/>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75"/>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75"/>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75"/>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8" name="Google Shape;7108;p75"/>
          <p:cNvGrpSpPr/>
          <p:nvPr/>
        </p:nvGrpSpPr>
        <p:grpSpPr>
          <a:xfrm>
            <a:off x="2186966" y="3188692"/>
            <a:ext cx="355258" cy="356205"/>
            <a:chOff x="-46409700" y="3569100"/>
            <a:chExt cx="300100" cy="300900"/>
          </a:xfrm>
        </p:grpSpPr>
        <p:sp>
          <p:nvSpPr>
            <p:cNvPr id="7109" name="Google Shape;7109;p75"/>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75"/>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75"/>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75"/>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75"/>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4" name="Google Shape;7114;p75"/>
          <p:cNvGrpSpPr/>
          <p:nvPr/>
        </p:nvGrpSpPr>
        <p:grpSpPr>
          <a:xfrm>
            <a:off x="2174847" y="3624124"/>
            <a:ext cx="379497" cy="358070"/>
            <a:chOff x="-46422300" y="3936925"/>
            <a:chExt cx="320575" cy="302475"/>
          </a:xfrm>
        </p:grpSpPr>
        <p:sp>
          <p:nvSpPr>
            <p:cNvPr id="7115" name="Google Shape;7115;p75"/>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75"/>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7" name="Google Shape;7117;p75"/>
          <p:cNvGrpSpPr/>
          <p:nvPr/>
        </p:nvGrpSpPr>
        <p:grpSpPr>
          <a:xfrm>
            <a:off x="3952426" y="3178452"/>
            <a:ext cx="356205" cy="355258"/>
            <a:chOff x="-44914800" y="3560450"/>
            <a:chExt cx="300900" cy="300100"/>
          </a:xfrm>
        </p:grpSpPr>
        <p:sp>
          <p:nvSpPr>
            <p:cNvPr id="7118" name="Google Shape;7118;p75"/>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75"/>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75"/>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75"/>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75"/>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3" name="Google Shape;7123;p75"/>
          <p:cNvGrpSpPr/>
          <p:nvPr/>
        </p:nvGrpSpPr>
        <p:grpSpPr>
          <a:xfrm>
            <a:off x="1707478" y="1387086"/>
            <a:ext cx="354311" cy="354104"/>
            <a:chOff x="-49764975" y="3183375"/>
            <a:chExt cx="299300" cy="299125"/>
          </a:xfrm>
        </p:grpSpPr>
        <p:sp>
          <p:nvSpPr>
            <p:cNvPr id="7124" name="Google Shape;7124;p75"/>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75"/>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75"/>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75"/>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75"/>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75"/>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75"/>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75"/>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75"/>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3" name="Google Shape;7133;p75"/>
          <p:cNvGrpSpPr/>
          <p:nvPr/>
        </p:nvGrpSpPr>
        <p:grpSpPr>
          <a:xfrm>
            <a:off x="1707478" y="1822547"/>
            <a:ext cx="354311" cy="355909"/>
            <a:chOff x="-49764975" y="3551225"/>
            <a:chExt cx="299300" cy="300650"/>
          </a:xfrm>
        </p:grpSpPr>
        <p:sp>
          <p:nvSpPr>
            <p:cNvPr id="7134" name="Google Shape;7134;p75"/>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75"/>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75"/>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75"/>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75"/>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75"/>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75"/>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75"/>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75"/>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75"/>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75"/>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5" name="Google Shape;7145;p75"/>
          <p:cNvGrpSpPr/>
          <p:nvPr/>
        </p:nvGrpSpPr>
        <p:grpSpPr>
          <a:xfrm>
            <a:off x="1705140" y="2259310"/>
            <a:ext cx="358987" cy="355525"/>
            <a:chOff x="-49766550" y="3920175"/>
            <a:chExt cx="303250" cy="300325"/>
          </a:xfrm>
        </p:grpSpPr>
        <p:sp>
          <p:nvSpPr>
            <p:cNvPr id="7146" name="Google Shape;7146;p75"/>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75"/>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75"/>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75"/>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0" name="Google Shape;7150;p75"/>
          <p:cNvGrpSpPr/>
          <p:nvPr/>
        </p:nvGrpSpPr>
        <p:grpSpPr>
          <a:xfrm>
            <a:off x="3920671" y="1407358"/>
            <a:ext cx="357123" cy="354341"/>
            <a:chOff x="-47892800" y="3200500"/>
            <a:chExt cx="301675" cy="299325"/>
          </a:xfrm>
        </p:grpSpPr>
        <p:sp>
          <p:nvSpPr>
            <p:cNvPr id="7151" name="Google Shape;7151;p75"/>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75"/>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75"/>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75"/>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75"/>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75"/>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7" name="Google Shape;7157;p75"/>
          <p:cNvGrpSpPr/>
          <p:nvPr/>
        </p:nvGrpSpPr>
        <p:grpSpPr>
          <a:xfrm>
            <a:off x="3984537" y="1843707"/>
            <a:ext cx="229391" cy="355258"/>
            <a:chOff x="-47839250" y="3569100"/>
            <a:chExt cx="193775" cy="300100"/>
          </a:xfrm>
        </p:grpSpPr>
        <p:sp>
          <p:nvSpPr>
            <p:cNvPr id="7158" name="Google Shape;7158;p75"/>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75"/>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75"/>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75"/>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75"/>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75"/>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4" name="Google Shape;7164;p75"/>
          <p:cNvGrpSpPr/>
          <p:nvPr/>
        </p:nvGrpSpPr>
        <p:grpSpPr>
          <a:xfrm>
            <a:off x="3921603" y="2280056"/>
            <a:ext cx="355258" cy="356205"/>
            <a:chOff x="-47892800" y="3937700"/>
            <a:chExt cx="300100" cy="300900"/>
          </a:xfrm>
        </p:grpSpPr>
        <p:sp>
          <p:nvSpPr>
            <p:cNvPr id="7165" name="Google Shape;7165;p75"/>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75"/>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75"/>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75"/>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75"/>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75"/>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75"/>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75"/>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3" name="Google Shape;7173;p75"/>
          <p:cNvGrpSpPr/>
          <p:nvPr/>
        </p:nvGrpSpPr>
        <p:grpSpPr>
          <a:xfrm>
            <a:off x="2626898" y="2773770"/>
            <a:ext cx="355258" cy="311458"/>
            <a:chOff x="-46042675" y="3218600"/>
            <a:chExt cx="300100" cy="263100"/>
          </a:xfrm>
        </p:grpSpPr>
        <p:sp>
          <p:nvSpPr>
            <p:cNvPr id="7174" name="Google Shape;7174;p75"/>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75"/>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75"/>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75"/>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75"/>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75"/>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0" name="Google Shape;7180;p75"/>
          <p:cNvGrpSpPr/>
          <p:nvPr/>
        </p:nvGrpSpPr>
        <p:grpSpPr>
          <a:xfrm>
            <a:off x="2626898" y="3188219"/>
            <a:ext cx="355258" cy="323118"/>
            <a:chOff x="-46042675" y="3568700"/>
            <a:chExt cx="300100" cy="272950"/>
          </a:xfrm>
        </p:grpSpPr>
        <p:sp>
          <p:nvSpPr>
            <p:cNvPr id="7181" name="Google Shape;7181;p75"/>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75"/>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75"/>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75"/>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5" name="Google Shape;7185;p75"/>
          <p:cNvGrpSpPr/>
          <p:nvPr/>
        </p:nvGrpSpPr>
        <p:grpSpPr>
          <a:xfrm>
            <a:off x="2668849" y="3625189"/>
            <a:ext cx="271357" cy="356057"/>
            <a:chOff x="-46007225" y="3937825"/>
            <a:chExt cx="229225" cy="300775"/>
          </a:xfrm>
        </p:grpSpPr>
        <p:sp>
          <p:nvSpPr>
            <p:cNvPr id="7186" name="Google Shape;7186;p75"/>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75"/>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75"/>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75"/>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75"/>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75"/>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75"/>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75"/>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75"/>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75"/>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6" name="Google Shape;7196;p75"/>
          <p:cNvGrpSpPr/>
          <p:nvPr/>
        </p:nvGrpSpPr>
        <p:grpSpPr>
          <a:xfrm>
            <a:off x="3974341" y="3615275"/>
            <a:ext cx="312375" cy="357596"/>
            <a:chOff x="-44895900" y="3929450"/>
            <a:chExt cx="263875" cy="302075"/>
          </a:xfrm>
        </p:grpSpPr>
        <p:sp>
          <p:nvSpPr>
            <p:cNvPr id="7197" name="Google Shape;7197;p75"/>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75"/>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75"/>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75"/>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75"/>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75"/>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3" name="Google Shape;7203;p75"/>
          <p:cNvGrpSpPr/>
          <p:nvPr/>
        </p:nvGrpSpPr>
        <p:grpSpPr>
          <a:xfrm>
            <a:off x="2148160" y="1398036"/>
            <a:ext cx="356205" cy="332885"/>
            <a:chOff x="-49397175" y="3192625"/>
            <a:chExt cx="300900" cy="281200"/>
          </a:xfrm>
        </p:grpSpPr>
        <p:sp>
          <p:nvSpPr>
            <p:cNvPr id="7204" name="Google Shape;7204;p75"/>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75"/>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75"/>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75"/>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75"/>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75"/>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75"/>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1" name="Google Shape;7211;p75"/>
          <p:cNvGrpSpPr/>
          <p:nvPr/>
        </p:nvGrpSpPr>
        <p:grpSpPr>
          <a:xfrm>
            <a:off x="2174263" y="1822251"/>
            <a:ext cx="304000" cy="356205"/>
            <a:chOff x="-49375900" y="3550975"/>
            <a:chExt cx="256800" cy="300900"/>
          </a:xfrm>
        </p:grpSpPr>
        <p:sp>
          <p:nvSpPr>
            <p:cNvPr id="7212" name="Google Shape;7212;p75"/>
            <p:cNvSpPr/>
            <p:nvPr/>
          </p:nvSpPr>
          <p:spPr>
            <a:xfrm>
              <a:off x="-49231775" y="3638425"/>
              <a:ext cx="59100" cy="59075"/>
            </a:xfrm>
            <a:custGeom>
              <a:rect b="b" l="l" r="r" t="t"/>
              <a:pathLst>
                <a:path extrusionOk="0" h="2363" w="2364">
                  <a:moveTo>
                    <a:pt x="1" y="0"/>
                  </a:moveTo>
                  <a:lnTo>
                    <a:pt x="1513" y="2363"/>
                  </a:lnTo>
                  <a:lnTo>
                    <a:pt x="2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75"/>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75"/>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75"/>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75"/>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75"/>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75"/>
            <p:cNvSpPr/>
            <p:nvPr/>
          </p:nvSpPr>
          <p:spPr>
            <a:xfrm>
              <a:off x="-49323125" y="3638425"/>
              <a:ext cx="59100" cy="59075"/>
            </a:xfrm>
            <a:custGeom>
              <a:rect b="b" l="l" r="r" t="t"/>
              <a:pathLst>
                <a:path extrusionOk="0" h="2363" w="2364">
                  <a:moveTo>
                    <a:pt x="0" y="0"/>
                  </a:moveTo>
                  <a:lnTo>
                    <a:pt x="819" y="2363"/>
                  </a:ln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75"/>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75"/>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75"/>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75"/>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3" name="Google Shape;7223;p75"/>
          <p:cNvGrpSpPr/>
          <p:nvPr/>
        </p:nvGrpSpPr>
        <p:grpSpPr>
          <a:xfrm>
            <a:off x="2169616" y="2259546"/>
            <a:ext cx="313293" cy="356205"/>
            <a:chOff x="-49378250" y="3920375"/>
            <a:chExt cx="264650" cy="300900"/>
          </a:xfrm>
        </p:grpSpPr>
        <p:sp>
          <p:nvSpPr>
            <p:cNvPr id="7224" name="Google Shape;7224;p75"/>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75"/>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75"/>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75"/>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75"/>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75"/>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75"/>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1" name="Google Shape;7231;p75"/>
          <p:cNvGrpSpPr/>
          <p:nvPr/>
        </p:nvGrpSpPr>
        <p:grpSpPr>
          <a:xfrm>
            <a:off x="888604" y="2752344"/>
            <a:ext cx="312375" cy="357123"/>
            <a:chOff x="-47505300" y="3200500"/>
            <a:chExt cx="263875" cy="301675"/>
          </a:xfrm>
        </p:grpSpPr>
        <p:sp>
          <p:nvSpPr>
            <p:cNvPr id="7232" name="Google Shape;7232;p75"/>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75"/>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75"/>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75"/>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75"/>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75"/>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75"/>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75"/>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75"/>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75"/>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75"/>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75"/>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75"/>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5" name="Google Shape;7245;p75"/>
          <p:cNvGrpSpPr/>
          <p:nvPr/>
        </p:nvGrpSpPr>
        <p:grpSpPr>
          <a:xfrm>
            <a:off x="866704" y="3188692"/>
            <a:ext cx="356176" cy="355051"/>
            <a:chOff x="-47524975" y="3569100"/>
            <a:chExt cx="300875" cy="299925"/>
          </a:xfrm>
        </p:grpSpPr>
        <p:sp>
          <p:nvSpPr>
            <p:cNvPr id="7246" name="Google Shape;7246;p75"/>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75"/>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75"/>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75"/>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75"/>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1" name="Google Shape;7251;p75"/>
          <p:cNvGrpSpPr/>
          <p:nvPr/>
        </p:nvGrpSpPr>
        <p:grpSpPr>
          <a:xfrm>
            <a:off x="867162" y="3667954"/>
            <a:ext cx="355258" cy="270410"/>
            <a:chOff x="-47523400" y="3973950"/>
            <a:chExt cx="300100" cy="228425"/>
          </a:xfrm>
        </p:grpSpPr>
        <p:sp>
          <p:nvSpPr>
            <p:cNvPr id="7252" name="Google Shape;7252;p75"/>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75"/>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75"/>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75"/>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75"/>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7" name="Google Shape;7257;p75"/>
          <p:cNvGrpSpPr/>
          <p:nvPr/>
        </p:nvGrpSpPr>
        <p:grpSpPr>
          <a:xfrm>
            <a:off x="3072283" y="2750953"/>
            <a:ext cx="354341" cy="357596"/>
            <a:chOff x="-45673275" y="3199325"/>
            <a:chExt cx="299325" cy="302075"/>
          </a:xfrm>
        </p:grpSpPr>
        <p:sp>
          <p:nvSpPr>
            <p:cNvPr id="7258" name="Google Shape;7258;p75"/>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75"/>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75"/>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1" name="Google Shape;7261;p75"/>
          <p:cNvGrpSpPr/>
          <p:nvPr/>
        </p:nvGrpSpPr>
        <p:grpSpPr>
          <a:xfrm>
            <a:off x="3071351" y="3209202"/>
            <a:ext cx="356205" cy="314240"/>
            <a:chOff x="-45674075" y="3586425"/>
            <a:chExt cx="300900" cy="265450"/>
          </a:xfrm>
        </p:grpSpPr>
        <p:sp>
          <p:nvSpPr>
            <p:cNvPr id="7262" name="Google Shape;7262;p75"/>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75"/>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4" name="Google Shape;7264;p75"/>
          <p:cNvGrpSpPr/>
          <p:nvPr/>
        </p:nvGrpSpPr>
        <p:grpSpPr>
          <a:xfrm>
            <a:off x="3072283" y="3625041"/>
            <a:ext cx="354341" cy="356205"/>
            <a:chOff x="-45673275" y="3937700"/>
            <a:chExt cx="299325" cy="300900"/>
          </a:xfrm>
        </p:grpSpPr>
        <p:sp>
          <p:nvSpPr>
            <p:cNvPr id="7265" name="Google Shape;7265;p75"/>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75"/>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75"/>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75"/>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75"/>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75"/>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1" name="Google Shape;7271;p75"/>
          <p:cNvGrpSpPr/>
          <p:nvPr/>
        </p:nvGrpSpPr>
        <p:grpSpPr>
          <a:xfrm>
            <a:off x="2186449" y="4117825"/>
            <a:ext cx="356205" cy="356205"/>
            <a:chOff x="-44512325" y="3176075"/>
            <a:chExt cx="300900" cy="300900"/>
          </a:xfrm>
        </p:grpSpPr>
        <p:sp>
          <p:nvSpPr>
            <p:cNvPr id="7272" name="Google Shape;7272;p75"/>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75"/>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75"/>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5" name="Google Shape;7275;p75"/>
          <p:cNvGrpSpPr/>
          <p:nvPr/>
        </p:nvGrpSpPr>
        <p:grpSpPr>
          <a:xfrm>
            <a:off x="2589789" y="1386849"/>
            <a:ext cx="354341" cy="354341"/>
            <a:chOff x="-49027775" y="3183175"/>
            <a:chExt cx="299325" cy="299325"/>
          </a:xfrm>
        </p:grpSpPr>
        <p:sp>
          <p:nvSpPr>
            <p:cNvPr id="7276" name="Google Shape;7276;p75"/>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75"/>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75"/>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75"/>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0" name="Google Shape;7280;p75"/>
          <p:cNvGrpSpPr/>
          <p:nvPr/>
        </p:nvGrpSpPr>
        <p:grpSpPr>
          <a:xfrm>
            <a:off x="2589330" y="1822251"/>
            <a:ext cx="355258" cy="357152"/>
            <a:chOff x="-49027775" y="3550975"/>
            <a:chExt cx="300100" cy="301700"/>
          </a:xfrm>
        </p:grpSpPr>
        <p:sp>
          <p:nvSpPr>
            <p:cNvPr id="7281" name="Google Shape;7281;p75"/>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75"/>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75"/>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75"/>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75"/>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75"/>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75"/>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75"/>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75"/>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75"/>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1" name="Google Shape;7291;p75"/>
          <p:cNvGrpSpPr/>
          <p:nvPr/>
        </p:nvGrpSpPr>
        <p:grpSpPr>
          <a:xfrm>
            <a:off x="2587406" y="2259310"/>
            <a:ext cx="359106" cy="355525"/>
            <a:chOff x="-49031025" y="3920175"/>
            <a:chExt cx="303350" cy="300325"/>
          </a:xfrm>
        </p:grpSpPr>
        <p:sp>
          <p:nvSpPr>
            <p:cNvPr id="7292" name="Google Shape;7292;p75"/>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75"/>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75"/>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75"/>
            <p:cNvSpPr/>
            <p:nvPr/>
          </p:nvSpPr>
          <p:spPr>
            <a:xfrm>
              <a:off x="-48838750" y="4078700"/>
              <a:ext cx="51225" cy="66975"/>
            </a:xfrm>
            <a:custGeom>
              <a:rect b="b" l="l" r="r" t="t"/>
              <a:pathLst>
                <a:path extrusionOk="0" h="2679" w="2049">
                  <a:moveTo>
                    <a:pt x="1" y="0"/>
                  </a:moveTo>
                  <a:lnTo>
                    <a:pt x="1734" y="2678"/>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75"/>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75"/>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8" name="Google Shape;7298;p75"/>
          <p:cNvGrpSpPr/>
          <p:nvPr/>
        </p:nvGrpSpPr>
        <p:grpSpPr>
          <a:xfrm>
            <a:off x="1303511" y="2752344"/>
            <a:ext cx="356176" cy="354341"/>
            <a:chOff x="-47155575" y="3200500"/>
            <a:chExt cx="300875" cy="299325"/>
          </a:xfrm>
        </p:grpSpPr>
        <p:sp>
          <p:nvSpPr>
            <p:cNvPr id="7299" name="Google Shape;7299;p75"/>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75"/>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75"/>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75"/>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75"/>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75"/>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5" name="Google Shape;7305;p75"/>
          <p:cNvGrpSpPr/>
          <p:nvPr/>
        </p:nvGrpSpPr>
        <p:grpSpPr>
          <a:xfrm>
            <a:off x="1303970" y="3188692"/>
            <a:ext cx="355258" cy="355258"/>
            <a:chOff x="-47154800" y="3569100"/>
            <a:chExt cx="300100" cy="300100"/>
          </a:xfrm>
        </p:grpSpPr>
        <p:sp>
          <p:nvSpPr>
            <p:cNvPr id="7306" name="Google Shape;7306;p75"/>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75"/>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75"/>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75"/>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75"/>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75"/>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2" name="Google Shape;7312;p75"/>
          <p:cNvGrpSpPr/>
          <p:nvPr/>
        </p:nvGrpSpPr>
        <p:grpSpPr>
          <a:xfrm>
            <a:off x="1304443" y="3626905"/>
            <a:ext cx="354311" cy="353423"/>
            <a:chOff x="-47154000" y="3939275"/>
            <a:chExt cx="299300" cy="298550"/>
          </a:xfrm>
        </p:grpSpPr>
        <p:sp>
          <p:nvSpPr>
            <p:cNvPr id="7313" name="Google Shape;7313;p75"/>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75"/>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75"/>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75"/>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7" name="Google Shape;7317;p75"/>
          <p:cNvGrpSpPr/>
          <p:nvPr/>
        </p:nvGrpSpPr>
        <p:grpSpPr>
          <a:xfrm>
            <a:off x="3529733" y="2752344"/>
            <a:ext cx="312375" cy="354341"/>
            <a:chOff x="-45286550" y="3200500"/>
            <a:chExt cx="263875" cy="299325"/>
          </a:xfrm>
        </p:grpSpPr>
        <p:sp>
          <p:nvSpPr>
            <p:cNvPr id="7318" name="Google Shape;7318;p75"/>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75"/>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75"/>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1" name="Google Shape;7321;p75"/>
          <p:cNvGrpSpPr/>
          <p:nvPr/>
        </p:nvGrpSpPr>
        <p:grpSpPr>
          <a:xfrm>
            <a:off x="3529733" y="3189639"/>
            <a:ext cx="312375" cy="354311"/>
            <a:chOff x="-45286550" y="3569900"/>
            <a:chExt cx="263875" cy="299300"/>
          </a:xfrm>
        </p:grpSpPr>
        <p:sp>
          <p:nvSpPr>
            <p:cNvPr id="7322" name="Google Shape;7322;p75"/>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75"/>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75"/>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75"/>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75"/>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75"/>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8" name="Google Shape;7328;p75"/>
          <p:cNvGrpSpPr/>
          <p:nvPr/>
        </p:nvGrpSpPr>
        <p:grpSpPr>
          <a:xfrm>
            <a:off x="3540920" y="3625988"/>
            <a:ext cx="290001" cy="355258"/>
            <a:chOff x="-45277900" y="3938500"/>
            <a:chExt cx="244975" cy="300100"/>
          </a:xfrm>
        </p:grpSpPr>
        <p:sp>
          <p:nvSpPr>
            <p:cNvPr id="7329" name="Google Shape;7329;p75"/>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75"/>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75"/>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75"/>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3" name="Google Shape;7333;p75"/>
          <p:cNvGrpSpPr/>
          <p:nvPr/>
        </p:nvGrpSpPr>
        <p:grpSpPr>
          <a:xfrm>
            <a:off x="2626869" y="4095090"/>
            <a:ext cx="355258" cy="355258"/>
            <a:chOff x="-44502875" y="3576975"/>
            <a:chExt cx="300100" cy="300100"/>
          </a:xfrm>
        </p:grpSpPr>
        <p:sp>
          <p:nvSpPr>
            <p:cNvPr id="7334" name="Google Shape;7334;p75"/>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75"/>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75"/>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7" name="Google Shape;7337;p75"/>
          <p:cNvGrpSpPr/>
          <p:nvPr/>
        </p:nvGrpSpPr>
        <p:grpSpPr>
          <a:xfrm>
            <a:off x="4835456" y="1828361"/>
            <a:ext cx="356196" cy="354670"/>
            <a:chOff x="-13946200" y="3647075"/>
            <a:chExt cx="353650" cy="352100"/>
          </a:xfrm>
        </p:grpSpPr>
        <p:sp>
          <p:nvSpPr>
            <p:cNvPr id="7338" name="Google Shape;7338;p75"/>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75"/>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75"/>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75"/>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75"/>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75"/>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4" name="Google Shape;7344;p75"/>
          <p:cNvGrpSpPr/>
          <p:nvPr/>
        </p:nvGrpSpPr>
        <p:grpSpPr>
          <a:xfrm>
            <a:off x="6618849" y="1387844"/>
            <a:ext cx="357002" cy="354267"/>
            <a:chOff x="-12163025" y="3214275"/>
            <a:chExt cx="354450" cy="351700"/>
          </a:xfrm>
        </p:grpSpPr>
        <p:sp>
          <p:nvSpPr>
            <p:cNvPr id="7345" name="Google Shape;7345;p75"/>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75"/>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75"/>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8" name="Google Shape;7348;p75"/>
          <p:cNvGrpSpPr/>
          <p:nvPr/>
        </p:nvGrpSpPr>
        <p:grpSpPr>
          <a:xfrm>
            <a:off x="6619629" y="1827581"/>
            <a:ext cx="355441" cy="356232"/>
            <a:chOff x="-12160675" y="3647875"/>
            <a:chExt cx="352900" cy="353650"/>
          </a:xfrm>
        </p:grpSpPr>
        <p:sp>
          <p:nvSpPr>
            <p:cNvPr id="7349" name="Google Shape;7349;p75"/>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75"/>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75"/>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75"/>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75"/>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75"/>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75"/>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6" name="Google Shape;7356;p75"/>
          <p:cNvGrpSpPr/>
          <p:nvPr/>
        </p:nvGrpSpPr>
        <p:grpSpPr>
          <a:xfrm>
            <a:off x="6630345" y="2272036"/>
            <a:ext cx="354635" cy="356232"/>
            <a:chOff x="-12160675" y="4081850"/>
            <a:chExt cx="352100" cy="353650"/>
          </a:xfrm>
        </p:grpSpPr>
        <p:sp>
          <p:nvSpPr>
            <p:cNvPr id="7357" name="Google Shape;7357;p75"/>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75"/>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75"/>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75"/>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75"/>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75"/>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3" name="Google Shape;7363;p75"/>
          <p:cNvGrpSpPr/>
          <p:nvPr/>
        </p:nvGrpSpPr>
        <p:grpSpPr>
          <a:xfrm>
            <a:off x="4835311" y="2746480"/>
            <a:ext cx="355416" cy="355652"/>
            <a:chOff x="-10391650" y="3180600"/>
            <a:chExt cx="352875" cy="353075"/>
          </a:xfrm>
        </p:grpSpPr>
        <p:sp>
          <p:nvSpPr>
            <p:cNvPr id="7364" name="Google Shape;7364;p75"/>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75"/>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75"/>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75"/>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75"/>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75"/>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0" name="Google Shape;7370;p75"/>
          <p:cNvGrpSpPr/>
          <p:nvPr/>
        </p:nvGrpSpPr>
        <p:grpSpPr>
          <a:xfrm>
            <a:off x="4835310" y="3223278"/>
            <a:ext cx="354635" cy="353890"/>
            <a:chOff x="-10390875" y="3616350"/>
            <a:chExt cx="352100" cy="351325"/>
          </a:xfrm>
        </p:grpSpPr>
        <p:sp>
          <p:nvSpPr>
            <p:cNvPr id="7371" name="Google Shape;7371;p75"/>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75"/>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75"/>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4" name="Google Shape;7374;p75"/>
          <p:cNvGrpSpPr/>
          <p:nvPr/>
        </p:nvGrpSpPr>
        <p:grpSpPr>
          <a:xfrm>
            <a:off x="7502285" y="2747943"/>
            <a:ext cx="312585" cy="354670"/>
            <a:chOff x="-10370400" y="4049550"/>
            <a:chExt cx="310350" cy="352100"/>
          </a:xfrm>
        </p:grpSpPr>
        <p:sp>
          <p:nvSpPr>
            <p:cNvPr id="7375" name="Google Shape;7375;p75"/>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75"/>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75"/>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75"/>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75"/>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0" name="Google Shape;7380;p75"/>
          <p:cNvGrpSpPr/>
          <p:nvPr/>
        </p:nvGrpSpPr>
        <p:grpSpPr>
          <a:xfrm>
            <a:off x="6606541" y="2746884"/>
            <a:ext cx="379236" cy="354847"/>
            <a:chOff x="-8674650" y="3210975"/>
            <a:chExt cx="376525" cy="352275"/>
          </a:xfrm>
        </p:grpSpPr>
        <p:sp>
          <p:nvSpPr>
            <p:cNvPr id="7381" name="Google Shape;7381;p75"/>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75"/>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75"/>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75"/>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75"/>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75"/>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7" name="Google Shape;7387;p75"/>
          <p:cNvGrpSpPr/>
          <p:nvPr/>
        </p:nvGrpSpPr>
        <p:grpSpPr>
          <a:xfrm>
            <a:off x="5278038" y="1828361"/>
            <a:ext cx="356221" cy="354670"/>
            <a:chOff x="-13512225" y="3647075"/>
            <a:chExt cx="353675" cy="352100"/>
          </a:xfrm>
        </p:grpSpPr>
        <p:sp>
          <p:nvSpPr>
            <p:cNvPr id="7388" name="Google Shape;7388;p75"/>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75"/>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75"/>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75"/>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75"/>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75"/>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75"/>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75"/>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75"/>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75"/>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8" name="Google Shape;7398;p75"/>
          <p:cNvGrpSpPr/>
          <p:nvPr/>
        </p:nvGrpSpPr>
        <p:grpSpPr>
          <a:xfrm>
            <a:off x="5288351" y="2272427"/>
            <a:ext cx="356221" cy="355451"/>
            <a:chOff x="-13512225" y="4080275"/>
            <a:chExt cx="353675" cy="352875"/>
          </a:xfrm>
        </p:grpSpPr>
        <p:sp>
          <p:nvSpPr>
            <p:cNvPr id="7399" name="Google Shape;7399;p75"/>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75"/>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75"/>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75"/>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75"/>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75"/>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75"/>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75"/>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75"/>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75"/>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75"/>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0" name="Google Shape;7410;p75"/>
          <p:cNvGrpSpPr/>
          <p:nvPr/>
        </p:nvGrpSpPr>
        <p:grpSpPr>
          <a:xfrm>
            <a:off x="7061431" y="1419788"/>
            <a:ext cx="356196" cy="290379"/>
            <a:chOff x="-11728250" y="3245400"/>
            <a:chExt cx="353650" cy="288275"/>
          </a:xfrm>
        </p:grpSpPr>
        <p:sp>
          <p:nvSpPr>
            <p:cNvPr id="7411" name="Google Shape;7411;p75"/>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75"/>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75"/>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75"/>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75"/>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6" name="Google Shape;7416;p75"/>
          <p:cNvGrpSpPr/>
          <p:nvPr/>
        </p:nvGrpSpPr>
        <p:grpSpPr>
          <a:xfrm>
            <a:off x="7093939" y="2272427"/>
            <a:ext cx="311804" cy="355451"/>
            <a:chOff x="-11703850" y="4081850"/>
            <a:chExt cx="309575" cy="352875"/>
          </a:xfrm>
        </p:grpSpPr>
        <p:sp>
          <p:nvSpPr>
            <p:cNvPr id="7417" name="Google Shape;7417;p75"/>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75"/>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75"/>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75"/>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75"/>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75"/>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75"/>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75"/>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5" name="Google Shape;7425;p75"/>
          <p:cNvGrpSpPr/>
          <p:nvPr/>
        </p:nvGrpSpPr>
        <p:grpSpPr>
          <a:xfrm>
            <a:off x="5282595" y="2746580"/>
            <a:ext cx="357002" cy="355451"/>
            <a:chOff x="-9958475" y="3180025"/>
            <a:chExt cx="354450" cy="352875"/>
          </a:xfrm>
        </p:grpSpPr>
        <p:sp>
          <p:nvSpPr>
            <p:cNvPr id="7426" name="Google Shape;7426;p75"/>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75"/>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75"/>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9" name="Google Shape;7429;p75"/>
          <p:cNvGrpSpPr/>
          <p:nvPr/>
        </p:nvGrpSpPr>
        <p:grpSpPr>
          <a:xfrm>
            <a:off x="5291722" y="3222561"/>
            <a:ext cx="337966" cy="355325"/>
            <a:chOff x="-9949025" y="3615575"/>
            <a:chExt cx="335550" cy="352750"/>
          </a:xfrm>
        </p:grpSpPr>
        <p:sp>
          <p:nvSpPr>
            <p:cNvPr id="7430" name="Google Shape;7430;p75"/>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75"/>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75"/>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3" name="Google Shape;7433;p75"/>
          <p:cNvGrpSpPr/>
          <p:nvPr/>
        </p:nvGrpSpPr>
        <p:grpSpPr>
          <a:xfrm>
            <a:off x="7926568" y="2746067"/>
            <a:ext cx="360175" cy="358423"/>
            <a:chOff x="-9961625" y="4048175"/>
            <a:chExt cx="357600" cy="355825"/>
          </a:xfrm>
        </p:grpSpPr>
        <p:sp>
          <p:nvSpPr>
            <p:cNvPr id="7434" name="Google Shape;7434;p75"/>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75"/>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75"/>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75"/>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75"/>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75"/>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0" name="Google Shape;7440;p75"/>
          <p:cNvGrpSpPr/>
          <p:nvPr/>
        </p:nvGrpSpPr>
        <p:grpSpPr>
          <a:xfrm>
            <a:off x="6613289" y="3221579"/>
            <a:ext cx="364959" cy="357289"/>
            <a:chOff x="-8680950" y="3624225"/>
            <a:chExt cx="362350" cy="354700"/>
          </a:xfrm>
        </p:grpSpPr>
        <p:sp>
          <p:nvSpPr>
            <p:cNvPr id="7441" name="Google Shape;7441;p75"/>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75"/>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75"/>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75"/>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75"/>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75"/>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7" name="Google Shape;7447;p75"/>
          <p:cNvGrpSpPr/>
          <p:nvPr/>
        </p:nvGrpSpPr>
        <p:grpSpPr>
          <a:xfrm>
            <a:off x="5749533" y="1387239"/>
            <a:ext cx="313365" cy="355476"/>
            <a:chOff x="-13056975" y="3212300"/>
            <a:chExt cx="311125" cy="352900"/>
          </a:xfrm>
        </p:grpSpPr>
        <p:sp>
          <p:nvSpPr>
            <p:cNvPr id="7448" name="Google Shape;7448;p75"/>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75"/>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75"/>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75"/>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2" name="Google Shape;7452;p75"/>
          <p:cNvGrpSpPr/>
          <p:nvPr/>
        </p:nvGrpSpPr>
        <p:grpSpPr>
          <a:xfrm>
            <a:off x="5726921" y="1828034"/>
            <a:ext cx="358588" cy="355325"/>
            <a:chOff x="-13077450" y="3647075"/>
            <a:chExt cx="356025" cy="352750"/>
          </a:xfrm>
        </p:grpSpPr>
        <p:sp>
          <p:nvSpPr>
            <p:cNvPr id="7453" name="Google Shape;7453;p75"/>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75"/>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75"/>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6" name="Google Shape;7456;p75"/>
          <p:cNvGrpSpPr/>
          <p:nvPr/>
        </p:nvGrpSpPr>
        <p:grpSpPr>
          <a:xfrm>
            <a:off x="5738027" y="2271633"/>
            <a:ext cx="357002" cy="357037"/>
            <a:chOff x="-13079025" y="4079475"/>
            <a:chExt cx="354450" cy="354450"/>
          </a:xfrm>
        </p:grpSpPr>
        <p:sp>
          <p:nvSpPr>
            <p:cNvPr id="7457" name="Google Shape;7457;p75"/>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75"/>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75"/>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75"/>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1" name="Google Shape;7461;p75"/>
          <p:cNvGrpSpPr/>
          <p:nvPr/>
        </p:nvGrpSpPr>
        <p:grpSpPr>
          <a:xfrm>
            <a:off x="7511094" y="1387642"/>
            <a:ext cx="356221" cy="354670"/>
            <a:chOff x="-11292700" y="3213875"/>
            <a:chExt cx="353675" cy="352100"/>
          </a:xfrm>
        </p:grpSpPr>
        <p:sp>
          <p:nvSpPr>
            <p:cNvPr id="7462" name="Google Shape;7462;p75"/>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75"/>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75"/>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75"/>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75"/>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75"/>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75"/>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9" name="Google Shape;7469;p75"/>
          <p:cNvGrpSpPr/>
          <p:nvPr/>
        </p:nvGrpSpPr>
        <p:grpSpPr>
          <a:xfrm>
            <a:off x="7505152" y="1827581"/>
            <a:ext cx="368106" cy="356232"/>
            <a:chOff x="-11299000" y="3647875"/>
            <a:chExt cx="365475" cy="353650"/>
          </a:xfrm>
        </p:grpSpPr>
        <p:sp>
          <p:nvSpPr>
            <p:cNvPr id="7470" name="Google Shape;7470;p75"/>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75"/>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75"/>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75"/>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75"/>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75"/>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6" name="Google Shape;7476;p75"/>
          <p:cNvGrpSpPr/>
          <p:nvPr/>
        </p:nvGrpSpPr>
        <p:grpSpPr>
          <a:xfrm>
            <a:off x="7520614" y="2283532"/>
            <a:ext cx="357808" cy="333240"/>
            <a:chOff x="-11295075" y="4092875"/>
            <a:chExt cx="355250" cy="330825"/>
          </a:xfrm>
        </p:grpSpPr>
        <p:sp>
          <p:nvSpPr>
            <p:cNvPr id="7477" name="Google Shape;7477;p75"/>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75"/>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75"/>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75"/>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75"/>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2" name="Google Shape;7482;p75"/>
          <p:cNvGrpSpPr/>
          <p:nvPr/>
        </p:nvGrpSpPr>
        <p:grpSpPr>
          <a:xfrm>
            <a:off x="5746214" y="2746580"/>
            <a:ext cx="312585" cy="355451"/>
            <a:chOff x="-9500075" y="3180800"/>
            <a:chExt cx="310350" cy="352875"/>
          </a:xfrm>
        </p:grpSpPr>
        <p:sp>
          <p:nvSpPr>
            <p:cNvPr id="7483" name="Google Shape;7483;p75"/>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75"/>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75"/>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75"/>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75"/>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75"/>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75"/>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75"/>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75"/>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2" name="Google Shape;7492;p75"/>
          <p:cNvGrpSpPr/>
          <p:nvPr/>
        </p:nvGrpSpPr>
        <p:grpSpPr>
          <a:xfrm>
            <a:off x="5724005" y="3222095"/>
            <a:ext cx="356221" cy="356257"/>
            <a:chOff x="-9523700" y="3614000"/>
            <a:chExt cx="353675" cy="353675"/>
          </a:xfrm>
        </p:grpSpPr>
        <p:sp>
          <p:nvSpPr>
            <p:cNvPr id="7493" name="Google Shape;7493;p75"/>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75"/>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75"/>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75"/>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75"/>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75"/>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75"/>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75"/>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75"/>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2" name="Google Shape;7502;p75"/>
          <p:cNvGrpSpPr/>
          <p:nvPr/>
        </p:nvGrpSpPr>
        <p:grpSpPr>
          <a:xfrm>
            <a:off x="7508956" y="3244737"/>
            <a:ext cx="356221" cy="354670"/>
            <a:chOff x="-9523700" y="4049550"/>
            <a:chExt cx="353675" cy="352100"/>
          </a:xfrm>
        </p:grpSpPr>
        <p:sp>
          <p:nvSpPr>
            <p:cNvPr id="7503" name="Google Shape;7503;p75"/>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75"/>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75"/>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75"/>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75"/>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75"/>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75"/>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0" name="Google Shape;7510;p75"/>
          <p:cNvGrpSpPr/>
          <p:nvPr/>
        </p:nvGrpSpPr>
        <p:grpSpPr>
          <a:xfrm>
            <a:off x="7065071" y="3244710"/>
            <a:ext cx="357002" cy="311029"/>
            <a:chOff x="-8209150" y="3659675"/>
            <a:chExt cx="354450" cy="308775"/>
          </a:xfrm>
        </p:grpSpPr>
        <p:sp>
          <p:nvSpPr>
            <p:cNvPr id="7511" name="Google Shape;7511;p75"/>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75"/>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75"/>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75"/>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75"/>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75"/>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7" name="Google Shape;7517;p75"/>
          <p:cNvGrpSpPr/>
          <p:nvPr/>
        </p:nvGrpSpPr>
        <p:grpSpPr>
          <a:xfrm>
            <a:off x="6178632" y="2273623"/>
            <a:ext cx="356221" cy="353059"/>
            <a:chOff x="-12643475" y="4081850"/>
            <a:chExt cx="353675" cy="350500"/>
          </a:xfrm>
        </p:grpSpPr>
        <p:sp>
          <p:nvSpPr>
            <p:cNvPr id="7518" name="Google Shape;7518;p75"/>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75"/>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75"/>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75"/>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22" name="Google Shape;7522;p75"/>
          <p:cNvSpPr/>
          <p:nvPr/>
        </p:nvSpPr>
        <p:spPr>
          <a:xfrm>
            <a:off x="7991737" y="1828263"/>
            <a:ext cx="273732" cy="354519"/>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23" name="Google Shape;7523;p75"/>
          <p:cNvGrpSpPr/>
          <p:nvPr/>
        </p:nvGrpSpPr>
        <p:grpSpPr>
          <a:xfrm>
            <a:off x="7961232" y="2283532"/>
            <a:ext cx="356221" cy="333240"/>
            <a:chOff x="-10858725" y="4092875"/>
            <a:chExt cx="353675" cy="330825"/>
          </a:xfrm>
        </p:grpSpPr>
        <p:sp>
          <p:nvSpPr>
            <p:cNvPr id="7524" name="Google Shape;7524;p75"/>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75"/>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75"/>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75"/>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75"/>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75"/>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0" name="Google Shape;7530;p75"/>
          <p:cNvGrpSpPr/>
          <p:nvPr/>
        </p:nvGrpSpPr>
        <p:grpSpPr>
          <a:xfrm>
            <a:off x="6219755" y="3222498"/>
            <a:ext cx="252278" cy="355451"/>
            <a:chOff x="-9039300" y="3614000"/>
            <a:chExt cx="250475" cy="352875"/>
          </a:xfrm>
        </p:grpSpPr>
        <p:sp>
          <p:nvSpPr>
            <p:cNvPr id="7531" name="Google Shape;7531;p75"/>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75"/>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3" name="Google Shape;7533;p75"/>
          <p:cNvGrpSpPr/>
          <p:nvPr/>
        </p:nvGrpSpPr>
        <p:grpSpPr>
          <a:xfrm>
            <a:off x="7951721" y="3244737"/>
            <a:ext cx="354635" cy="354670"/>
            <a:chOff x="-9088150" y="4049550"/>
            <a:chExt cx="352100" cy="352100"/>
          </a:xfrm>
        </p:grpSpPr>
        <p:sp>
          <p:nvSpPr>
            <p:cNvPr id="7534" name="Google Shape;7534;p75"/>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75"/>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75"/>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75"/>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75"/>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75"/>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0" name="Google Shape;7540;p75"/>
          <p:cNvGrpSpPr/>
          <p:nvPr/>
        </p:nvGrpSpPr>
        <p:grpSpPr>
          <a:xfrm>
            <a:off x="7086085" y="2746970"/>
            <a:ext cx="315757" cy="354670"/>
            <a:chOff x="-8191825" y="3174500"/>
            <a:chExt cx="313500" cy="352100"/>
          </a:xfrm>
        </p:grpSpPr>
        <p:sp>
          <p:nvSpPr>
            <p:cNvPr id="7541" name="Google Shape;7541;p75"/>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75"/>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75"/>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4" name="Google Shape;7544;p75"/>
          <p:cNvGrpSpPr/>
          <p:nvPr/>
        </p:nvGrpSpPr>
        <p:grpSpPr>
          <a:xfrm>
            <a:off x="4835443" y="1387491"/>
            <a:ext cx="356221" cy="354973"/>
            <a:chOff x="-13947000" y="3212800"/>
            <a:chExt cx="353675" cy="352400"/>
          </a:xfrm>
        </p:grpSpPr>
        <p:sp>
          <p:nvSpPr>
            <p:cNvPr id="7545" name="Google Shape;7545;p75"/>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75"/>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47" name="Google Shape;7547;p75"/>
          <p:cNvSpPr/>
          <p:nvPr/>
        </p:nvSpPr>
        <p:spPr>
          <a:xfrm>
            <a:off x="4878563" y="2273025"/>
            <a:ext cx="271340" cy="353864"/>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48" name="Google Shape;7548;p75"/>
          <p:cNvGrpSpPr/>
          <p:nvPr/>
        </p:nvGrpSpPr>
        <p:grpSpPr>
          <a:xfrm>
            <a:off x="5278038" y="1386849"/>
            <a:ext cx="356221" cy="356257"/>
            <a:chOff x="-13512225" y="3211525"/>
            <a:chExt cx="353675" cy="353675"/>
          </a:xfrm>
        </p:grpSpPr>
        <p:sp>
          <p:nvSpPr>
            <p:cNvPr id="7549" name="Google Shape;7549;p75"/>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75"/>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75"/>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75"/>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75"/>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4" name="Google Shape;7554;p75"/>
          <p:cNvGrpSpPr/>
          <p:nvPr/>
        </p:nvGrpSpPr>
        <p:grpSpPr>
          <a:xfrm>
            <a:off x="6168320" y="1387239"/>
            <a:ext cx="356221" cy="355476"/>
            <a:chOff x="-12643475" y="3212300"/>
            <a:chExt cx="353675" cy="352900"/>
          </a:xfrm>
        </p:grpSpPr>
        <p:sp>
          <p:nvSpPr>
            <p:cNvPr id="7555" name="Google Shape;7555;p75"/>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75"/>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75"/>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75"/>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75"/>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75"/>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75"/>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75"/>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75"/>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4" name="Google Shape;7564;p75"/>
          <p:cNvGrpSpPr/>
          <p:nvPr/>
        </p:nvGrpSpPr>
        <p:grpSpPr>
          <a:xfrm>
            <a:off x="6168320" y="1839013"/>
            <a:ext cx="356221" cy="333366"/>
            <a:chOff x="-12643475" y="3657325"/>
            <a:chExt cx="353675" cy="330950"/>
          </a:xfrm>
        </p:grpSpPr>
        <p:sp>
          <p:nvSpPr>
            <p:cNvPr id="7565" name="Google Shape;7565;p75"/>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75"/>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75"/>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75"/>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75"/>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75"/>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1" name="Google Shape;7571;p75"/>
          <p:cNvGrpSpPr/>
          <p:nvPr/>
        </p:nvGrpSpPr>
        <p:grpSpPr>
          <a:xfrm>
            <a:off x="7951322" y="1387642"/>
            <a:ext cx="355416" cy="354670"/>
            <a:chOff x="-10857925" y="3213875"/>
            <a:chExt cx="352875" cy="352100"/>
          </a:xfrm>
        </p:grpSpPr>
        <p:sp>
          <p:nvSpPr>
            <p:cNvPr id="7572" name="Google Shape;7572;p75"/>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75"/>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75"/>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75"/>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75"/>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75"/>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75"/>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75"/>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75"/>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75"/>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2" name="Google Shape;7582;p75"/>
          <p:cNvGrpSpPr/>
          <p:nvPr/>
        </p:nvGrpSpPr>
        <p:grpSpPr>
          <a:xfrm>
            <a:off x="6168237" y="2747071"/>
            <a:ext cx="356096" cy="354469"/>
            <a:chOff x="-9089725" y="3180200"/>
            <a:chExt cx="353550" cy="351900"/>
          </a:xfrm>
        </p:grpSpPr>
        <p:sp>
          <p:nvSpPr>
            <p:cNvPr id="7583" name="Google Shape;7583;p75"/>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75"/>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5" name="Google Shape;7585;p75"/>
          <p:cNvGrpSpPr/>
          <p:nvPr/>
        </p:nvGrpSpPr>
        <p:grpSpPr>
          <a:xfrm>
            <a:off x="7060235" y="1826875"/>
            <a:ext cx="358588" cy="357642"/>
            <a:chOff x="7083760" y="1971660"/>
            <a:chExt cx="358588" cy="357642"/>
          </a:xfrm>
        </p:grpSpPr>
        <p:sp>
          <p:nvSpPr>
            <p:cNvPr id="7586" name="Google Shape;7586;p75"/>
            <p:cNvSpPr/>
            <p:nvPr/>
          </p:nvSpPr>
          <p:spPr>
            <a:xfrm>
              <a:off x="7354268" y="1973246"/>
              <a:ext cx="87299" cy="80760"/>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75"/>
            <p:cNvSpPr/>
            <p:nvPr/>
          </p:nvSpPr>
          <p:spPr>
            <a:xfrm>
              <a:off x="7212278" y="2099990"/>
              <a:ext cx="19867" cy="19869"/>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75"/>
            <p:cNvSpPr/>
            <p:nvPr/>
          </p:nvSpPr>
          <p:spPr>
            <a:xfrm>
              <a:off x="7083760" y="1971660"/>
              <a:ext cx="356221" cy="210878"/>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75"/>
            <p:cNvSpPr/>
            <p:nvPr/>
          </p:nvSpPr>
          <p:spPr>
            <a:xfrm>
              <a:off x="7295574" y="2099990"/>
              <a:ext cx="19867" cy="19869"/>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75"/>
            <p:cNvSpPr/>
            <p:nvPr/>
          </p:nvSpPr>
          <p:spPr>
            <a:xfrm>
              <a:off x="7121131" y="2184880"/>
              <a:ext cx="68238" cy="69856"/>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75"/>
            <p:cNvSpPr/>
            <p:nvPr/>
          </p:nvSpPr>
          <p:spPr>
            <a:xfrm>
              <a:off x="7188883" y="2195985"/>
              <a:ext cx="47641" cy="55578"/>
            </a:xfrm>
            <a:custGeom>
              <a:rect b="b" l="l" r="r" t="t"/>
              <a:pathLst>
                <a:path extrusionOk="0" h="2207" w="1892">
                  <a:moveTo>
                    <a:pt x="1" y="1"/>
                  </a:moveTo>
                  <a:lnTo>
                    <a:pt x="694" y="2206"/>
                  </a:lnTo>
                  <a:lnTo>
                    <a:pt x="1891" y="221"/>
                  </a:lnTo>
                  <a:cubicBezTo>
                    <a:pt x="1229" y="190"/>
                    <a:pt x="599"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75"/>
            <p:cNvSpPr/>
            <p:nvPr/>
          </p:nvSpPr>
          <p:spPr>
            <a:xfrm>
              <a:off x="7400297" y="2129352"/>
              <a:ext cx="42051" cy="8413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75"/>
            <p:cNvSpPr/>
            <p:nvPr/>
          </p:nvSpPr>
          <p:spPr>
            <a:xfrm>
              <a:off x="7225961" y="2203137"/>
              <a:ext cx="84907" cy="62704"/>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75"/>
            <p:cNvSpPr/>
            <p:nvPr/>
          </p:nvSpPr>
          <p:spPr>
            <a:xfrm>
              <a:off x="7298289" y="2195985"/>
              <a:ext cx="47615" cy="55578"/>
            </a:xfrm>
            <a:custGeom>
              <a:rect b="b" l="l" r="r" t="t"/>
              <a:pathLst>
                <a:path extrusionOk="0" h="2207" w="1891">
                  <a:moveTo>
                    <a:pt x="1891" y="1"/>
                  </a:moveTo>
                  <a:cubicBezTo>
                    <a:pt x="1292" y="127"/>
                    <a:pt x="631" y="190"/>
                    <a:pt x="0" y="253"/>
                  </a:cubicBezTo>
                  <a:lnTo>
                    <a:pt x="1198" y="2206"/>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75"/>
            <p:cNvSpPr/>
            <p:nvPr/>
          </p:nvSpPr>
          <p:spPr>
            <a:xfrm>
              <a:off x="7086152" y="2230913"/>
              <a:ext cx="354610" cy="98388"/>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75"/>
            <p:cNvSpPr/>
            <p:nvPr/>
          </p:nvSpPr>
          <p:spPr>
            <a:xfrm>
              <a:off x="7345419" y="2186466"/>
              <a:ext cx="67457" cy="690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75"/>
            <p:cNvSpPr/>
            <p:nvPr/>
          </p:nvSpPr>
          <p:spPr>
            <a:xfrm flipH="1">
              <a:off x="7088602" y="2134638"/>
              <a:ext cx="47123" cy="84126"/>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98" name="Google Shape;7598;p75"/>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7599" name="Google Shape;7599;p75"/>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7603" name="Shape 7603"/>
        <p:cNvGrpSpPr/>
        <p:nvPr/>
      </p:nvGrpSpPr>
      <p:grpSpPr>
        <a:xfrm>
          <a:off x="0" y="0"/>
          <a:ext cx="0" cy="0"/>
          <a:chOff x="0" y="0"/>
          <a:chExt cx="0" cy="0"/>
        </a:xfrm>
      </p:grpSpPr>
      <p:sp>
        <p:nvSpPr>
          <p:cNvPr id="7604" name="Google Shape;7604;p76"/>
          <p:cNvSpPr/>
          <p:nvPr/>
        </p:nvSpPr>
        <p:spPr>
          <a:xfrm>
            <a:off x="772696" y="1691070"/>
            <a:ext cx="343404" cy="446998"/>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05" name="Google Shape;7605;p76"/>
          <p:cNvGrpSpPr/>
          <p:nvPr/>
        </p:nvGrpSpPr>
        <p:grpSpPr>
          <a:xfrm>
            <a:off x="719610" y="2243507"/>
            <a:ext cx="452798" cy="449473"/>
            <a:chOff x="-21322300" y="3693325"/>
            <a:chExt cx="306400" cy="304150"/>
          </a:xfrm>
        </p:grpSpPr>
        <p:sp>
          <p:nvSpPr>
            <p:cNvPr id="7606" name="Google Shape;7606;p76"/>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76"/>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76"/>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76"/>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0" name="Google Shape;7610;p76"/>
          <p:cNvGrpSpPr/>
          <p:nvPr/>
        </p:nvGrpSpPr>
        <p:grpSpPr>
          <a:xfrm>
            <a:off x="719019" y="2810244"/>
            <a:ext cx="453980" cy="422540"/>
            <a:chOff x="-21322300" y="4077125"/>
            <a:chExt cx="307200" cy="285925"/>
          </a:xfrm>
        </p:grpSpPr>
        <p:sp>
          <p:nvSpPr>
            <p:cNvPr id="7611" name="Google Shape;7611;p76"/>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76"/>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76"/>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76"/>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76"/>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76"/>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76"/>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76"/>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76"/>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76"/>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76"/>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76"/>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3" name="Google Shape;7623;p76"/>
          <p:cNvGrpSpPr/>
          <p:nvPr/>
        </p:nvGrpSpPr>
        <p:grpSpPr>
          <a:xfrm>
            <a:off x="3496195" y="1689128"/>
            <a:ext cx="451653" cy="450212"/>
            <a:chOff x="-19394200" y="3333800"/>
            <a:chExt cx="305625" cy="304650"/>
          </a:xfrm>
        </p:grpSpPr>
        <p:sp>
          <p:nvSpPr>
            <p:cNvPr id="7624" name="Google Shape;7624;p76"/>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76"/>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76"/>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76"/>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76"/>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76"/>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76"/>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76"/>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76"/>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3" name="Google Shape;7633;p76"/>
          <p:cNvGrpSpPr/>
          <p:nvPr/>
        </p:nvGrpSpPr>
        <p:grpSpPr>
          <a:xfrm>
            <a:off x="3495032" y="2243580"/>
            <a:ext cx="453980" cy="449325"/>
            <a:chOff x="-19396575" y="3708500"/>
            <a:chExt cx="307200" cy="304050"/>
          </a:xfrm>
        </p:grpSpPr>
        <p:sp>
          <p:nvSpPr>
            <p:cNvPr id="7634" name="Google Shape;7634;p76"/>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76"/>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76"/>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7" name="Google Shape;7637;p76"/>
          <p:cNvGrpSpPr/>
          <p:nvPr/>
        </p:nvGrpSpPr>
        <p:grpSpPr>
          <a:xfrm>
            <a:off x="3489212" y="2796461"/>
            <a:ext cx="465618" cy="450101"/>
            <a:chOff x="-19394200" y="4084200"/>
            <a:chExt cx="315075" cy="304575"/>
          </a:xfrm>
        </p:grpSpPr>
        <p:sp>
          <p:nvSpPr>
            <p:cNvPr id="7638" name="Google Shape;7638;p76"/>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76"/>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76"/>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76"/>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76"/>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76"/>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4" name="Google Shape;7644;p76"/>
          <p:cNvGrpSpPr/>
          <p:nvPr/>
        </p:nvGrpSpPr>
        <p:grpSpPr>
          <a:xfrm>
            <a:off x="6294923" y="1689001"/>
            <a:ext cx="400447" cy="450470"/>
            <a:chOff x="-17526750" y="3309200"/>
            <a:chExt cx="270975" cy="304825"/>
          </a:xfrm>
        </p:grpSpPr>
        <p:sp>
          <p:nvSpPr>
            <p:cNvPr id="7645" name="Google Shape;7645;p76"/>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76"/>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76"/>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76"/>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76"/>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0" name="Google Shape;7650;p76"/>
          <p:cNvGrpSpPr/>
          <p:nvPr/>
        </p:nvGrpSpPr>
        <p:grpSpPr>
          <a:xfrm>
            <a:off x="6271075" y="2244173"/>
            <a:ext cx="448143" cy="448143"/>
            <a:chOff x="-17542500" y="3684100"/>
            <a:chExt cx="303250" cy="303250"/>
          </a:xfrm>
        </p:grpSpPr>
        <p:sp>
          <p:nvSpPr>
            <p:cNvPr id="7651" name="Google Shape;7651;p76"/>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76"/>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76"/>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76"/>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76"/>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76"/>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76"/>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8" name="Google Shape;7658;p76"/>
          <p:cNvGrpSpPr/>
          <p:nvPr/>
        </p:nvGrpSpPr>
        <p:grpSpPr>
          <a:xfrm>
            <a:off x="6270484" y="2810817"/>
            <a:ext cx="449325" cy="421395"/>
            <a:chOff x="-17542500" y="4068450"/>
            <a:chExt cx="304050" cy="285150"/>
          </a:xfrm>
        </p:grpSpPr>
        <p:sp>
          <p:nvSpPr>
            <p:cNvPr id="7659" name="Google Shape;7659;p76"/>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76"/>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76"/>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76"/>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76"/>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76"/>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5" name="Google Shape;7665;p76"/>
          <p:cNvGrpSpPr/>
          <p:nvPr/>
        </p:nvGrpSpPr>
        <p:grpSpPr>
          <a:xfrm>
            <a:off x="3500906" y="3342211"/>
            <a:ext cx="343404" cy="449325"/>
            <a:chOff x="-15652200" y="3335975"/>
            <a:chExt cx="232375" cy="304050"/>
          </a:xfrm>
        </p:grpSpPr>
        <p:sp>
          <p:nvSpPr>
            <p:cNvPr id="7666" name="Google Shape;7666;p76"/>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76"/>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76"/>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76"/>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76"/>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76"/>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76"/>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76"/>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76"/>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5" name="Google Shape;7675;p76"/>
          <p:cNvGrpSpPr/>
          <p:nvPr/>
        </p:nvGrpSpPr>
        <p:grpSpPr>
          <a:xfrm>
            <a:off x="1274819" y="2243729"/>
            <a:ext cx="449325" cy="449030"/>
            <a:chOff x="-20945825" y="3692175"/>
            <a:chExt cx="304050" cy="303850"/>
          </a:xfrm>
        </p:grpSpPr>
        <p:sp>
          <p:nvSpPr>
            <p:cNvPr id="7676" name="Google Shape;7676;p76"/>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76"/>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76"/>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76"/>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0" name="Google Shape;7680;p76"/>
          <p:cNvGrpSpPr/>
          <p:nvPr/>
        </p:nvGrpSpPr>
        <p:grpSpPr>
          <a:xfrm>
            <a:off x="4081644" y="1689848"/>
            <a:ext cx="372516" cy="448771"/>
            <a:chOff x="-18994100" y="3334775"/>
            <a:chExt cx="252075" cy="303675"/>
          </a:xfrm>
        </p:grpSpPr>
        <p:sp>
          <p:nvSpPr>
            <p:cNvPr id="7681" name="Google Shape;7681;p76"/>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76"/>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76"/>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76"/>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5" name="Google Shape;7685;p76"/>
          <p:cNvGrpSpPr/>
          <p:nvPr/>
        </p:nvGrpSpPr>
        <p:grpSpPr>
          <a:xfrm>
            <a:off x="4096200" y="2244743"/>
            <a:ext cx="343404" cy="446998"/>
            <a:chOff x="-18983850" y="3710075"/>
            <a:chExt cx="232375" cy="302475"/>
          </a:xfrm>
        </p:grpSpPr>
        <p:sp>
          <p:nvSpPr>
            <p:cNvPr id="7686" name="Google Shape;7686;p76"/>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76"/>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76"/>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76"/>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0" name="Google Shape;7690;p76"/>
          <p:cNvGrpSpPr/>
          <p:nvPr/>
        </p:nvGrpSpPr>
        <p:grpSpPr>
          <a:xfrm>
            <a:off x="1274247" y="1689573"/>
            <a:ext cx="450470" cy="449325"/>
            <a:chOff x="-20946600" y="3317850"/>
            <a:chExt cx="304825" cy="304050"/>
          </a:xfrm>
        </p:grpSpPr>
        <p:sp>
          <p:nvSpPr>
            <p:cNvPr id="7691" name="Google Shape;7691;p76"/>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76"/>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76"/>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4" name="Google Shape;7694;p76"/>
          <p:cNvGrpSpPr/>
          <p:nvPr/>
        </p:nvGrpSpPr>
        <p:grpSpPr>
          <a:xfrm>
            <a:off x="1300422" y="2797442"/>
            <a:ext cx="398119" cy="448143"/>
            <a:chOff x="-20930075" y="4066100"/>
            <a:chExt cx="269400" cy="303250"/>
          </a:xfrm>
        </p:grpSpPr>
        <p:sp>
          <p:nvSpPr>
            <p:cNvPr id="7695" name="Google Shape;7695;p76"/>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76"/>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7" name="Google Shape;7697;p76"/>
          <p:cNvGrpSpPr/>
          <p:nvPr/>
        </p:nvGrpSpPr>
        <p:grpSpPr>
          <a:xfrm>
            <a:off x="4042667" y="2797422"/>
            <a:ext cx="450470" cy="448180"/>
            <a:chOff x="-19020075" y="4084200"/>
            <a:chExt cx="304825" cy="303275"/>
          </a:xfrm>
        </p:grpSpPr>
        <p:sp>
          <p:nvSpPr>
            <p:cNvPr id="7698" name="Google Shape;7698;p76"/>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76"/>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76"/>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76"/>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76"/>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76"/>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76"/>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76"/>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76"/>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7" name="Google Shape;7707;p76"/>
          <p:cNvGrpSpPr/>
          <p:nvPr/>
        </p:nvGrpSpPr>
        <p:grpSpPr>
          <a:xfrm>
            <a:off x="6859931" y="1689001"/>
            <a:ext cx="396937" cy="450470"/>
            <a:chOff x="-17149475" y="3309200"/>
            <a:chExt cx="268600" cy="304825"/>
          </a:xfrm>
        </p:grpSpPr>
        <p:sp>
          <p:nvSpPr>
            <p:cNvPr id="7708" name="Google Shape;7708;p76"/>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76"/>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0" name="Google Shape;7710;p76"/>
          <p:cNvGrpSpPr/>
          <p:nvPr/>
        </p:nvGrpSpPr>
        <p:grpSpPr>
          <a:xfrm>
            <a:off x="6833737" y="2258120"/>
            <a:ext cx="449325" cy="420249"/>
            <a:chOff x="-17168375" y="3692750"/>
            <a:chExt cx="304050" cy="284375"/>
          </a:xfrm>
        </p:grpSpPr>
        <p:sp>
          <p:nvSpPr>
            <p:cNvPr id="7711" name="Google Shape;7711;p76"/>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76"/>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76"/>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76"/>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76"/>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76"/>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76"/>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8" name="Google Shape;7718;p76"/>
          <p:cNvGrpSpPr/>
          <p:nvPr/>
        </p:nvGrpSpPr>
        <p:grpSpPr>
          <a:xfrm>
            <a:off x="6830246" y="2796852"/>
            <a:ext cx="456308" cy="449325"/>
            <a:chOff x="-17170750" y="4058800"/>
            <a:chExt cx="308775" cy="304050"/>
          </a:xfrm>
        </p:grpSpPr>
        <p:sp>
          <p:nvSpPr>
            <p:cNvPr id="7719" name="Google Shape;7719;p76"/>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76"/>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76"/>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76"/>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76"/>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76"/>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76"/>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76"/>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76"/>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76"/>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76"/>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76"/>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76"/>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76"/>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76"/>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76"/>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76"/>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6" name="Google Shape;7736;p76"/>
          <p:cNvGrpSpPr/>
          <p:nvPr/>
        </p:nvGrpSpPr>
        <p:grpSpPr>
          <a:xfrm>
            <a:off x="5692143" y="3343358"/>
            <a:ext cx="450470" cy="446998"/>
            <a:chOff x="-15688425" y="3707725"/>
            <a:chExt cx="304825" cy="302475"/>
          </a:xfrm>
        </p:grpSpPr>
        <p:sp>
          <p:nvSpPr>
            <p:cNvPr id="7737" name="Google Shape;7737;p76"/>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76"/>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76"/>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76"/>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76"/>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76"/>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3" name="Google Shape;7743;p76"/>
          <p:cNvGrpSpPr/>
          <p:nvPr/>
        </p:nvGrpSpPr>
        <p:grpSpPr>
          <a:xfrm>
            <a:off x="1836300" y="1690441"/>
            <a:ext cx="451653" cy="447589"/>
            <a:chOff x="-20572500" y="3319025"/>
            <a:chExt cx="305625" cy="302875"/>
          </a:xfrm>
        </p:grpSpPr>
        <p:sp>
          <p:nvSpPr>
            <p:cNvPr id="7744" name="Google Shape;7744;p76"/>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76"/>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6" name="Google Shape;7746;p76"/>
          <p:cNvGrpSpPr/>
          <p:nvPr/>
        </p:nvGrpSpPr>
        <p:grpSpPr>
          <a:xfrm>
            <a:off x="1837463" y="2305410"/>
            <a:ext cx="449325" cy="325670"/>
            <a:chOff x="-20571700" y="3722875"/>
            <a:chExt cx="304050" cy="220375"/>
          </a:xfrm>
        </p:grpSpPr>
        <p:sp>
          <p:nvSpPr>
            <p:cNvPr id="7747" name="Google Shape;7747;p76"/>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76"/>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76"/>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76"/>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76"/>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76"/>
            <p:cNvSpPr/>
            <p:nvPr/>
          </p:nvSpPr>
          <p:spPr>
            <a:xfrm>
              <a:off x="-20502400" y="3887300"/>
              <a:ext cx="1600" cy="25"/>
            </a:xfrm>
            <a:custGeom>
              <a:rect b="b" l="l" r="r" t="t"/>
              <a:pathLst>
                <a:path extrusionOk="0" h="1" w="64">
                  <a:moveTo>
                    <a:pt x="64" y="1"/>
                  </a:moveTo>
                  <a:cubicBezTo>
                    <a:pt x="1" y="1"/>
                    <a:pt x="1" y="1"/>
                    <a:pt x="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76"/>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4" name="Google Shape;7754;p76"/>
          <p:cNvGrpSpPr/>
          <p:nvPr/>
        </p:nvGrpSpPr>
        <p:grpSpPr>
          <a:xfrm>
            <a:off x="1836891" y="2796278"/>
            <a:ext cx="450470" cy="450470"/>
            <a:chOff x="-20571700" y="4066875"/>
            <a:chExt cx="304825" cy="304825"/>
          </a:xfrm>
        </p:grpSpPr>
        <p:sp>
          <p:nvSpPr>
            <p:cNvPr id="7755" name="Google Shape;7755;p76"/>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76"/>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76"/>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76"/>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76"/>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76"/>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1" name="Google Shape;7761;p76"/>
          <p:cNvGrpSpPr/>
          <p:nvPr/>
        </p:nvGrpSpPr>
        <p:grpSpPr>
          <a:xfrm>
            <a:off x="4603593" y="1688259"/>
            <a:ext cx="453980" cy="451948"/>
            <a:chOff x="-18645175" y="3334200"/>
            <a:chExt cx="307200" cy="305825"/>
          </a:xfrm>
        </p:grpSpPr>
        <p:sp>
          <p:nvSpPr>
            <p:cNvPr id="7762" name="Google Shape;7762;p76"/>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76"/>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76"/>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76"/>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76"/>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7" name="Google Shape;7767;p76"/>
          <p:cNvGrpSpPr/>
          <p:nvPr/>
        </p:nvGrpSpPr>
        <p:grpSpPr>
          <a:xfrm>
            <a:off x="4604184" y="2242989"/>
            <a:ext cx="452798" cy="450507"/>
            <a:chOff x="-18645175" y="3708500"/>
            <a:chExt cx="306400" cy="304850"/>
          </a:xfrm>
        </p:grpSpPr>
        <p:sp>
          <p:nvSpPr>
            <p:cNvPr id="7768" name="Google Shape;7768;p76"/>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76"/>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76"/>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76"/>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76"/>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76"/>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76"/>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5" name="Google Shape;7775;p76"/>
          <p:cNvGrpSpPr/>
          <p:nvPr/>
        </p:nvGrpSpPr>
        <p:grpSpPr>
          <a:xfrm>
            <a:off x="4601857" y="2795630"/>
            <a:ext cx="457453" cy="451763"/>
            <a:chOff x="-18647525" y="4082625"/>
            <a:chExt cx="309550" cy="305700"/>
          </a:xfrm>
        </p:grpSpPr>
        <p:sp>
          <p:nvSpPr>
            <p:cNvPr id="7776" name="Google Shape;7776;p76"/>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76"/>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76"/>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76"/>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0" name="Google Shape;7780;p76"/>
          <p:cNvGrpSpPr/>
          <p:nvPr/>
        </p:nvGrpSpPr>
        <p:grpSpPr>
          <a:xfrm>
            <a:off x="7412241" y="1689592"/>
            <a:ext cx="395755" cy="449288"/>
            <a:chOff x="-16775350" y="3309200"/>
            <a:chExt cx="267800" cy="304025"/>
          </a:xfrm>
        </p:grpSpPr>
        <p:sp>
          <p:nvSpPr>
            <p:cNvPr id="7781" name="Google Shape;7781;p76"/>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76"/>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76"/>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4" name="Google Shape;7784;p76"/>
          <p:cNvGrpSpPr/>
          <p:nvPr/>
        </p:nvGrpSpPr>
        <p:grpSpPr>
          <a:xfrm>
            <a:off x="7412241" y="2241827"/>
            <a:ext cx="395755" cy="452835"/>
            <a:chOff x="-16775350" y="3683300"/>
            <a:chExt cx="267800" cy="306425"/>
          </a:xfrm>
        </p:grpSpPr>
        <p:sp>
          <p:nvSpPr>
            <p:cNvPr id="7785" name="Google Shape;7785;p76"/>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76"/>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76"/>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8" name="Google Shape;7788;p76"/>
          <p:cNvGrpSpPr/>
          <p:nvPr/>
        </p:nvGrpSpPr>
        <p:grpSpPr>
          <a:xfrm>
            <a:off x="7384292" y="2796870"/>
            <a:ext cx="451653" cy="449288"/>
            <a:chOff x="-16794250" y="4058225"/>
            <a:chExt cx="305625" cy="304025"/>
          </a:xfrm>
        </p:grpSpPr>
        <p:sp>
          <p:nvSpPr>
            <p:cNvPr id="7789" name="Google Shape;7789;p76"/>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76"/>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76"/>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76"/>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76"/>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76"/>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76"/>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76"/>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76"/>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98" name="Google Shape;7798;p76"/>
          <p:cNvSpPr/>
          <p:nvPr/>
        </p:nvSpPr>
        <p:spPr>
          <a:xfrm>
            <a:off x="7962960" y="1689084"/>
            <a:ext cx="452798" cy="450470"/>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99" name="Google Shape;7799;p76"/>
          <p:cNvGrpSpPr/>
          <p:nvPr/>
        </p:nvGrpSpPr>
        <p:grpSpPr>
          <a:xfrm>
            <a:off x="2385709" y="1689573"/>
            <a:ext cx="457453" cy="449325"/>
            <a:chOff x="-20199150" y="3317850"/>
            <a:chExt cx="309550" cy="304050"/>
          </a:xfrm>
        </p:grpSpPr>
        <p:sp>
          <p:nvSpPr>
            <p:cNvPr id="7800" name="Google Shape;7800;p76"/>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76"/>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76"/>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76"/>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76"/>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76"/>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76"/>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7" name="Google Shape;7807;p76"/>
          <p:cNvGrpSpPr/>
          <p:nvPr/>
        </p:nvGrpSpPr>
        <p:grpSpPr>
          <a:xfrm>
            <a:off x="2388036" y="2242861"/>
            <a:ext cx="452798" cy="450766"/>
            <a:chOff x="-20199150" y="3693150"/>
            <a:chExt cx="306400" cy="305025"/>
          </a:xfrm>
        </p:grpSpPr>
        <p:sp>
          <p:nvSpPr>
            <p:cNvPr id="7808" name="Google Shape;7808;p76"/>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76"/>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76"/>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76"/>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76"/>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76"/>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4" name="Google Shape;7814;p76"/>
          <p:cNvGrpSpPr/>
          <p:nvPr/>
        </p:nvGrpSpPr>
        <p:grpSpPr>
          <a:xfrm>
            <a:off x="2388609" y="2795687"/>
            <a:ext cx="451653" cy="451653"/>
            <a:chOff x="-20197575" y="4066875"/>
            <a:chExt cx="305625" cy="305625"/>
          </a:xfrm>
        </p:grpSpPr>
        <p:sp>
          <p:nvSpPr>
            <p:cNvPr id="7815" name="Google Shape;7815;p76"/>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76"/>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76"/>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76"/>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76"/>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76"/>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76"/>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76"/>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3" name="Google Shape;7823;p76"/>
          <p:cNvGrpSpPr/>
          <p:nvPr/>
        </p:nvGrpSpPr>
        <p:grpSpPr>
          <a:xfrm>
            <a:off x="5170827" y="1687520"/>
            <a:ext cx="449325" cy="453426"/>
            <a:chOff x="-18271050" y="3333200"/>
            <a:chExt cx="304050" cy="306825"/>
          </a:xfrm>
        </p:grpSpPr>
        <p:sp>
          <p:nvSpPr>
            <p:cNvPr id="7824" name="Google Shape;7824;p76"/>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76"/>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76"/>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76"/>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76"/>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9" name="Google Shape;7829;p76"/>
          <p:cNvGrpSpPr/>
          <p:nvPr/>
        </p:nvGrpSpPr>
        <p:grpSpPr>
          <a:xfrm>
            <a:off x="5171399" y="2244171"/>
            <a:ext cx="448180" cy="448143"/>
            <a:chOff x="-18270275" y="3710875"/>
            <a:chExt cx="303275" cy="303250"/>
          </a:xfrm>
        </p:grpSpPr>
        <p:sp>
          <p:nvSpPr>
            <p:cNvPr id="7830" name="Google Shape;7830;p76"/>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76"/>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76"/>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76"/>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76"/>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76"/>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6" name="Google Shape;7836;p76"/>
          <p:cNvGrpSpPr/>
          <p:nvPr/>
        </p:nvGrpSpPr>
        <p:grpSpPr>
          <a:xfrm>
            <a:off x="5224951" y="2797422"/>
            <a:ext cx="341076" cy="448180"/>
            <a:chOff x="-18234025" y="4084200"/>
            <a:chExt cx="230800" cy="303275"/>
          </a:xfrm>
        </p:grpSpPr>
        <p:sp>
          <p:nvSpPr>
            <p:cNvPr id="7837" name="Google Shape;7837;p76"/>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76"/>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76"/>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0" name="Google Shape;7840;p76"/>
          <p:cNvGrpSpPr/>
          <p:nvPr/>
        </p:nvGrpSpPr>
        <p:grpSpPr>
          <a:xfrm>
            <a:off x="2337506" y="3341641"/>
            <a:ext cx="449325" cy="450470"/>
            <a:chOff x="-16419350" y="3308400"/>
            <a:chExt cx="304050" cy="304825"/>
          </a:xfrm>
        </p:grpSpPr>
        <p:sp>
          <p:nvSpPr>
            <p:cNvPr id="7841" name="Google Shape;7841;p76"/>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76"/>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76"/>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76"/>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76"/>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76"/>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76"/>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8" name="Google Shape;7848;p76"/>
          <p:cNvGrpSpPr/>
          <p:nvPr/>
        </p:nvGrpSpPr>
        <p:grpSpPr>
          <a:xfrm>
            <a:off x="4609062" y="3340423"/>
            <a:ext cx="395755" cy="452872"/>
            <a:chOff x="-16401225" y="3683275"/>
            <a:chExt cx="267800" cy="306450"/>
          </a:xfrm>
        </p:grpSpPr>
        <p:sp>
          <p:nvSpPr>
            <p:cNvPr id="7849" name="Google Shape;7849;p76"/>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76"/>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76"/>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76"/>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76"/>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76"/>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76"/>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6" name="Google Shape;7856;p76"/>
          <p:cNvGrpSpPr/>
          <p:nvPr/>
        </p:nvGrpSpPr>
        <p:grpSpPr>
          <a:xfrm>
            <a:off x="7974511" y="2797062"/>
            <a:ext cx="450470" cy="448180"/>
            <a:chOff x="-16419350" y="4058200"/>
            <a:chExt cx="304825" cy="303275"/>
          </a:xfrm>
        </p:grpSpPr>
        <p:sp>
          <p:nvSpPr>
            <p:cNvPr id="7857" name="Google Shape;7857;p76"/>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76"/>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76"/>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76"/>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76"/>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76"/>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76"/>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4" name="Google Shape;7864;p76"/>
          <p:cNvGrpSpPr/>
          <p:nvPr/>
        </p:nvGrpSpPr>
        <p:grpSpPr>
          <a:xfrm>
            <a:off x="4001398" y="3343080"/>
            <a:ext cx="450507" cy="447589"/>
            <a:chOff x="-15296200" y="3326900"/>
            <a:chExt cx="304850" cy="302875"/>
          </a:xfrm>
        </p:grpSpPr>
        <p:sp>
          <p:nvSpPr>
            <p:cNvPr id="7865" name="Google Shape;7865;p76"/>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76"/>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76"/>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76"/>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76"/>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0" name="Google Shape;7870;p76"/>
          <p:cNvGrpSpPr/>
          <p:nvPr/>
        </p:nvGrpSpPr>
        <p:grpSpPr>
          <a:xfrm>
            <a:off x="2917051" y="1706881"/>
            <a:ext cx="486566" cy="414708"/>
            <a:chOff x="-19835275" y="3330250"/>
            <a:chExt cx="329250" cy="280625"/>
          </a:xfrm>
        </p:grpSpPr>
        <p:sp>
          <p:nvSpPr>
            <p:cNvPr id="7871" name="Google Shape;7871;p76"/>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76"/>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76"/>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4" name="Google Shape;7874;p76"/>
          <p:cNvGrpSpPr/>
          <p:nvPr/>
        </p:nvGrpSpPr>
        <p:grpSpPr>
          <a:xfrm>
            <a:off x="2935080" y="2243470"/>
            <a:ext cx="450507" cy="449547"/>
            <a:chOff x="-19822675" y="3692750"/>
            <a:chExt cx="304850" cy="304200"/>
          </a:xfrm>
        </p:grpSpPr>
        <p:sp>
          <p:nvSpPr>
            <p:cNvPr id="7875" name="Google Shape;7875;p76"/>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76"/>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76"/>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76"/>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76"/>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0" name="Google Shape;7880;p76"/>
          <p:cNvGrpSpPr/>
          <p:nvPr/>
        </p:nvGrpSpPr>
        <p:grpSpPr>
          <a:xfrm>
            <a:off x="2935672" y="2796278"/>
            <a:ext cx="449325" cy="450470"/>
            <a:chOff x="-19822675" y="4066875"/>
            <a:chExt cx="304050" cy="304825"/>
          </a:xfrm>
        </p:grpSpPr>
        <p:sp>
          <p:nvSpPr>
            <p:cNvPr id="7881" name="Google Shape;7881;p76"/>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76"/>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76"/>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76"/>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76"/>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76"/>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7" name="Google Shape;7887;p76"/>
          <p:cNvGrpSpPr/>
          <p:nvPr/>
        </p:nvGrpSpPr>
        <p:grpSpPr>
          <a:xfrm>
            <a:off x="5744740" y="1689571"/>
            <a:ext cx="399302" cy="449325"/>
            <a:chOff x="-17878825" y="3334400"/>
            <a:chExt cx="270200" cy="304050"/>
          </a:xfrm>
        </p:grpSpPr>
        <p:sp>
          <p:nvSpPr>
            <p:cNvPr id="7888" name="Google Shape;7888;p76"/>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76"/>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76"/>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76"/>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76"/>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76"/>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76"/>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5" name="Google Shape;7895;p76"/>
          <p:cNvGrpSpPr/>
          <p:nvPr/>
        </p:nvGrpSpPr>
        <p:grpSpPr>
          <a:xfrm>
            <a:off x="5718565" y="2242416"/>
            <a:ext cx="451653" cy="451653"/>
            <a:chOff x="-17896150" y="3709300"/>
            <a:chExt cx="305625" cy="305625"/>
          </a:xfrm>
        </p:grpSpPr>
        <p:sp>
          <p:nvSpPr>
            <p:cNvPr id="7896" name="Google Shape;7896;p76"/>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76"/>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76"/>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76"/>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0" name="Google Shape;7900;p76"/>
          <p:cNvGrpSpPr/>
          <p:nvPr/>
        </p:nvGrpSpPr>
        <p:grpSpPr>
          <a:xfrm>
            <a:off x="5746495" y="2795686"/>
            <a:ext cx="395792" cy="451653"/>
            <a:chOff x="-17878025" y="4082625"/>
            <a:chExt cx="267825" cy="305625"/>
          </a:xfrm>
        </p:grpSpPr>
        <p:sp>
          <p:nvSpPr>
            <p:cNvPr id="7901" name="Google Shape;7901;p76"/>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76"/>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76"/>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76"/>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76"/>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76"/>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76"/>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8" name="Google Shape;7908;p76"/>
          <p:cNvGrpSpPr/>
          <p:nvPr/>
        </p:nvGrpSpPr>
        <p:grpSpPr>
          <a:xfrm>
            <a:off x="2890388" y="3355015"/>
            <a:ext cx="450507" cy="423722"/>
            <a:chOff x="-16044450" y="3317850"/>
            <a:chExt cx="304850" cy="286725"/>
          </a:xfrm>
        </p:grpSpPr>
        <p:sp>
          <p:nvSpPr>
            <p:cNvPr id="7909" name="Google Shape;7909;p76"/>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76"/>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76"/>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76"/>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13" name="Google Shape;7913;p76"/>
          <p:cNvSpPr/>
          <p:nvPr/>
        </p:nvSpPr>
        <p:spPr>
          <a:xfrm>
            <a:off x="5135108" y="3341975"/>
            <a:ext cx="448180" cy="450507"/>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14" name="Google Shape;7914;p76"/>
          <p:cNvGrpSpPr/>
          <p:nvPr/>
        </p:nvGrpSpPr>
        <p:grpSpPr>
          <a:xfrm>
            <a:off x="8012905" y="2243724"/>
            <a:ext cx="373662" cy="449030"/>
            <a:chOff x="-16018450" y="4058400"/>
            <a:chExt cx="252850" cy="303850"/>
          </a:xfrm>
        </p:grpSpPr>
        <p:sp>
          <p:nvSpPr>
            <p:cNvPr id="7915" name="Google Shape;7915;p76"/>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76"/>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76"/>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76"/>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19" name="Google Shape;7919;p76"/>
          <p:cNvSpPr/>
          <p:nvPr/>
        </p:nvSpPr>
        <p:spPr>
          <a:xfrm>
            <a:off x="6245621" y="3343157"/>
            <a:ext cx="449288" cy="448143"/>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76"/>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Nature Icons</a:t>
            </a:r>
            <a:endParaRPr/>
          </a:p>
        </p:txBody>
      </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7924" name="Shape 7924"/>
        <p:cNvGrpSpPr/>
        <p:nvPr/>
      </p:nvGrpSpPr>
      <p:grpSpPr>
        <a:xfrm>
          <a:off x="0" y="0"/>
          <a:ext cx="0" cy="0"/>
          <a:chOff x="0" y="0"/>
          <a:chExt cx="0" cy="0"/>
        </a:xfrm>
      </p:grpSpPr>
      <p:grpSp>
        <p:nvGrpSpPr>
          <p:cNvPr id="7925" name="Google Shape;7925;p77"/>
          <p:cNvGrpSpPr/>
          <p:nvPr/>
        </p:nvGrpSpPr>
        <p:grpSpPr>
          <a:xfrm>
            <a:off x="829817" y="1689241"/>
            <a:ext cx="442337" cy="419623"/>
            <a:chOff x="-6696925" y="3272575"/>
            <a:chExt cx="307200" cy="291425"/>
          </a:xfrm>
        </p:grpSpPr>
        <p:sp>
          <p:nvSpPr>
            <p:cNvPr id="7926" name="Google Shape;7926;p77"/>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77"/>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8" name="Google Shape;7928;p77"/>
          <p:cNvGrpSpPr/>
          <p:nvPr/>
        </p:nvGrpSpPr>
        <p:grpSpPr>
          <a:xfrm>
            <a:off x="829799" y="2204636"/>
            <a:ext cx="442373" cy="420775"/>
            <a:chOff x="-6690625" y="3631325"/>
            <a:chExt cx="307225" cy="292225"/>
          </a:xfrm>
        </p:grpSpPr>
        <p:sp>
          <p:nvSpPr>
            <p:cNvPr id="7929" name="Google Shape;7929;p77"/>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77"/>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77"/>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77"/>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77"/>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4" name="Google Shape;7934;p77"/>
          <p:cNvGrpSpPr/>
          <p:nvPr/>
        </p:nvGrpSpPr>
        <p:grpSpPr>
          <a:xfrm>
            <a:off x="851921" y="2756972"/>
            <a:ext cx="421927" cy="419371"/>
            <a:chOff x="-6689825" y="3992050"/>
            <a:chExt cx="293025" cy="291250"/>
          </a:xfrm>
        </p:grpSpPr>
        <p:sp>
          <p:nvSpPr>
            <p:cNvPr id="7935" name="Google Shape;7935;p77"/>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77"/>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77"/>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77"/>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77"/>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77"/>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77"/>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77"/>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77"/>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77"/>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77"/>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77"/>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47" name="Google Shape;7947;p77"/>
          <p:cNvSpPr/>
          <p:nvPr/>
        </p:nvSpPr>
        <p:spPr>
          <a:xfrm>
            <a:off x="3529770" y="1689199"/>
            <a:ext cx="434634" cy="419227"/>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48" name="Google Shape;7948;p77"/>
          <p:cNvGrpSpPr/>
          <p:nvPr/>
        </p:nvGrpSpPr>
        <p:grpSpPr>
          <a:xfrm>
            <a:off x="3535232" y="2205192"/>
            <a:ext cx="423043" cy="419659"/>
            <a:chOff x="-4837325" y="3612425"/>
            <a:chExt cx="293800" cy="291450"/>
          </a:xfrm>
        </p:grpSpPr>
        <p:sp>
          <p:nvSpPr>
            <p:cNvPr id="7949" name="Google Shape;7949;p77"/>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77"/>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77"/>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2" name="Google Shape;7952;p77"/>
          <p:cNvGrpSpPr/>
          <p:nvPr/>
        </p:nvGrpSpPr>
        <p:grpSpPr>
          <a:xfrm>
            <a:off x="3548265" y="2756826"/>
            <a:ext cx="420775" cy="419659"/>
            <a:chOff x="-4837325" y="3971575"/>
            <a:chExt cx="292225" cy="291450"/>
          </a:xfrm>
        </p:grpSpPr>
        <p:sp>
          <p:nvSpPr>
            <p:cNvPr id="7953" name="Google Shape;7953;p77"/>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77"/>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77"/>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77"/>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77"/>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77"/>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9" name="Google Shape;7959;p77"/>
          <p:cNvGrpSpPr/>
          <p:nvPr/>
        </p:nvGrpSpPr>
        <p:grpSpPr>
          <a:xfrm>
            <a:off x="6240279" y="1714185"/>
            <a:ext cx="430998" cy="369730"/>
            <a:chOff x="-3037625" y="3254850"/>
            <a:chExt cx="299325" cy="256775"/>
          </a:xfrm>
        </p:grpSpPr>
        <p:sp>
          <p:nvSpPr>
            <p:cNvPr id="7960" name="Google Shape;7960;p77"/>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77"/>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77"/>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77"/>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4" name="Google Shape;7964;p77"/>
          <p:cNvGrpSpPr/>
          <p:nvPr/>
        </p:nvGrpSpPr>
        <p:grpSpPr>
          <a:xfrm>
            <a:off x="6244239" y="2204615"/>
            <a:ext cx="423079" cy="420811"/>
            <a:chOff x="-3031325" y="3597450"/>
            <a:chExt cx="293825" cy="292250"/>
          </a:xfrm>
        </p:grpSpPr>
        <p:sp>
          <p:nvSpPr>
            <p:cNvPr id="7965" name="Google Shape;7965;p77"/>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77"/>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77"/>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77"/>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9" name="Google Shape;7969;p77"/>
          <p:cNvGrpSpPr/>
          <p:nvPr/>
        </p:nvGrpSpPr>
        <p:grpSpPr>
          <a:xfrm>
            <a:off x="6256714" y="2781214"/>
            <a:ext cx="421927" cy="370882"/>
            <a:chOff x="-3030525" y="3973150"/>
            <a:chExt cx="293025" cy="257575"/>
          </a:xfrm>
        </p:grpSpPr>
        <p:sp>
          <p:nvSpPr>
            <p:cNvPr id="7970" name="Google Shape;7970;p77"/>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77"/>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2" name="Google Shape;7972;p77"/>
          <p:cNvGrpSpPr/>
          <p:nvPr/>
        </p:nvGrpSpPr>
        <p:grpSpPr>
          <a:xfrm>
            <a:off x="1358307" y="3369426"/>
            <a:ext cx="421927" cy="297195"/>
            <a:chOff x="-1199300" y="3279250"/>
            <a:chExt cx="293025" cy="206400"/>
          </a:xfrm>
        </p:grpSpPr>
        <p:sp>
          <p:nvSpPr>
            <p:cNvPr id="7973" name="Google Shape;7973;p77"/>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77"/>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77"/>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77"/>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7" name="Google Shape;7977;p77"/>
          <p:cNvGrpSpPr/>
          <p:nvPr/>
        </p:nvGrpSpPr>
        <p:grpSpPr>
          <a:xfrm>
            <a:off x="1365393" y="1688773"/>
            <a:ext cx="444605" cy="420559"/>
            <a:chOff x="-6338550" y="3272950"/>
            <a:chExt cx="308775" cy="292075"/>
          </a:xfrm>
        </p:grpSpPr>
        <p:sp>
          <p:nvSpPr>
            <p:cNvPr id="7978" name="Google Shape;7978;p77"/>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77"/>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77"/>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1" name="Google Shape;7981;p77"/>
          <p:cNvGrpSpPr/>
          <p:nvPr/>
        </p:nvGrpSpPr>
        <p:grpSpPr>
          <a:xfrm>
            <a:off x="1376732" y="2205194"/>
            <a:ext cx="421927" cy="419659"/>
            <a:chOff x="-6329100" y="3632100"/>
            <a:chExt cx="293025" cy="291450"/>
          </a:xfrm>
        </p:grpSpPr>
        <p:sp>
          <p:nvSpPr>
            <p:cNvPr id="7982" name="Google Shape;7982;p77"/>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77"/>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77"/>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5" name="Google Shape;7985;p77"/>
          <p:cNvGrpSpPr/>
          <p:nvPr/>
        </p:nvGrpSpPr>
        <p:grpSpPr>
          <a:xfrm>
            <a:off x="1389783" y="2756828"/>
            <a:ext cx="419623" cy="419659"/>
            <a:chOff x="-6329875" y="3992050"/>
            <a:chExt cx="291425" cy="291450"/>
          </a:xfrm>
        </p:grpSpPr>
        <p:sp>
          <p:nvSpPr>
            <p:cNvPr id="7986" name="Google Shape;7986;p77"/>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77"/>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77"/>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77"/>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0" name="Google Shape;7990;p77"/>
          <p:cNvGrpSpPr/>
          <p:nvPr/>
        </p:nvGrpSpPr>
        <p:grpSpPr>
          <a:xfrm>
            <a:off x="4075920" y="1687530"/>
            <a:ext cx="423079" cy="423043"/>
            <a:chOff x="-4478975" y="3251700"/>
            <a:chExt cx="293825" cy="293800"/>
          </a:xfrm>
        </p:grpSpPr>
        <p:sp>
          <p:nvSpPr>
            <p:cNvPr id="7991" name="Google Shape;7991;p77"/>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77"/>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77"/>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4" name="Google Shape;7994;p77"/>
          <p:cNvGrpSpPr/>
          <p:nvPr/>
        </p:nvGrpSpPr>
        <p:grpSpPr>
          <a:xfrm>
            <a:off x="4075920" y="2205192"/>
            <a:ext cx="423079" cy="419659"/>
            <a:chOff x="-4475825" y="3612425"/>
            <a:chExt cx="293825" cy="291450"/>
          </a:xfrm>
        </p:grpSpPr>
        <p:sp>
          <p:nvSpPr>
            <p:cNvPr id="7995" name="Google Shape;7995;p77"/>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77"/>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77"/>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8" name="Google Shape;7998;p77"/>
          <p:cNvGrpSpPr/>
          <p:nvPr/>
        </p:nvGrpSpPr>
        <p:grpSpPr>
          <a:xfrm>
            <a:off x="4084992" y="2756844"/>
            <a:ext cx="428730" cy="419623"/>
            <a:chOff x="-4480550" y="3970800"/>
            <a:chExt cx="297750" cy="291425"/>
          </a:xfrm>
        </p:grpSpPr>
        <p:sp>
          <p:nvSpPr>
            <p:cNvPr id="7999" name="Google Shape;7999;p77"/>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77"/>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1" name="Google Shape;8001;p77"/>
          <p:cNvGrpSpPr/>
          <p:nvPr/>
        </p:nvGrpSpPr>
        <p:grpSpPr>
          <a:xfrm>
            <a:off x="6788826" y="1689221"/>
            <a:ext cx="415123" cy="419659"/>
            <a:chOff x="-2668225" y="3239075"/>
            <a:chExt cx="288300" cy="291450"/>
          </a:xfrm>
        </p:grpSpPr>
        <p:sp>
          <p:nvSpPr>
            <p:cNvPr id="8002" name="Google Shape;8002;p77"/>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77"/>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77"/>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77"/>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77"/>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7" name="Google Shape;8007;p77"/>
          <p:cNvGrpSpPr/>
          <p:nvPr/>
        </p:nvGrpSpPr>
        <p:grpSpPr>
          <a:xfrm>
            <a:off x="6785982" y="2205191"/>
            <a:ext cx="420811" cy="419659"/>
            <a:chOff x="-2671375" y="3597450"/>
            <a:chExt cx="292250" cy="291450"/>
          </a:xfrm>
        </p:grpSpPr>
        <p:sp>
          <p:nvSpPr>
            <p:cNvPr id="8008" name="Google Shape;8008;p77"/>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77"/>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0" name="Google Shape;8010;p77"/>
          <p:cNvGrpSpPr/>
          <p:nvPr/>
        </p:nvGrpSpPr>
        <p:grpSpPr>
          <a:xfrm>
            <a:off x="6796765" y="2755691"/>
            <a:ext cx="423043" cy="421927"/>
            <a:chOff x="-2670575" y="3956600"/>
            <a:chExt cx="293800" cy="293025"/>
          </a:xfrm>
        </p:grpSpPr>
        <p:sp>
          <p:nvSpPr>
            <p:cNvPr id="8011" name="Google Shape;8011;p77"/>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77"/>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77"/>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77"/>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5" name="Google Shape;8015;p77"/>
          <p:cNvGrpSpPr/>
          <p:nvPr/>
        </p:nvGrpSpPr>
        <p:grpSpPr>
          <a:xfrm>
            <a:off x="3054285" y="3311947"/>
            <a:ext cx="426462" cy="418363"/>
            <a:chOff x="-1183550" y="3586525"/>
            <a:chExt cx="296175" cy="290550"/>
          </a:xfrm>
        </p:grpSpPr>
        <p:sp>
          <p:nvSpPr>
            <p:cNvPr id="8016" name="Google Shape;8016;p77"/>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77"/>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77"/>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77"/>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77"/>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77"/>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77"/>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77"/>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77"/>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5" name="Google Shape;8025;p77"/>
          <p:cNvGrpSpPr/>
          <p:nvPr/>
        </p:nvGrpSpPr>
        <p:grpSpPr>
          <a:xfrm>
            <a:off x="1917896" y="1689799"/>
            <a:ext cx="420811" cy="418507"/>
            <a:chOff x="-5971525" y="3273750"/>
            <a:chExt cx="292250" cy="290650"/>
          </a:xfrm>
        </p:grpSpPr>
        <p:sp>
          <p:nvSpPr>
            <p:cNvPr id="8026" name="Google Shape;8026;p77"/>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77"/>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8" name="Google Shape;8028;p77"/>
          <p:cNvGrpSpPr/>
          <p:nvPr/>
        </p:nvGrpSpPr>
        <p:grpSpPr>
          <a:xfrm>
            <a:off x="1912226" y="2203826"/>
            <a:ext cx="432150" cy="422395"/>
            <a:chOff x="-5974675" y="3632100"/>
            <a:chExt cx="300125" cy="293350"/>
          </a:xfrm>
        </p:grpSpPr>
        <p:sp>
          <p:nvSpPr>
            <p:cNvPr id="8029" name="Google Shape;8029;p77"/>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77"/>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77"/>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2" name="Google Shape;8032;p77"/>
          <p:cNvGrpSpPr/>
          <p:nvPr/>
        </p:nvGrpSpPr>
        <p:grpSpPr>
          <a:xfrm>
            <a:off x="1942267" y="2755694"/>
            <a:ext cx="395865" cy="421927"/>
            <a:chOff x="-5971525" y="3990475"/>
            <a:chExt cx="274925" cy="293025"/>
          </a:xfrm>
        </p:grpSpPr>
        <p:sp>
          <p:nvSpPr>
            <p:cNvPr id="8033" name="Google Shape;8033;p77"/>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77"/>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77"/>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77"/>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7" name="Google Shape;8037;p77"/>
          <p:cNvGrpSpPr/>
          <p:nvPr/>
        </p:nvGrpSpPr>
        <p:grpSpPr>
          <a:xfrm>
            <a:off x="4615473" y="1689798"/>
            <a:ext cx="420775" cy="418507"/>
            <a:chOff x="-4118225" y="3253275"/>
            <a:chExt cx="292225" cy="290650"/>
          </a:xfrm>
        </p:grpSpPr>
        <p:sp>
          <p:nvSpPr>
            <p:cNvPr id="8038" name="Google Shape;8038;p77"/>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77"/>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0" name="Google Shape;8040;p77"/>
          <p:cNvGrpSpPr/>
          <p:nvPr/>
        </p:nvGrpSpPr>
        <p:grpSpPr>
          <a:xfrm>
            <a:off x="4665924" y="2204922"/>
            <a:ext cx="319874" cy="420199"/>
            <a:chOff x="-4082800" y="3612425"/>
            <a:chExt cx="222150" cy="291825"/>
          </a:xfrm>
        </p:grpSpPr>
        <p:sp>
          <p:nvSpPr>
            <p:cNvPr id="8041" name="Google Shape;8041;p77"/>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77"/>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77"/>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4" name="Google Shape;8044;p77"/>
          <p:cNvGrpSpPr/>
          <p:nvPr/>
        </p:nvGrpSpPr>
        <p:grpSpPr>
          <a:xfrm>
            <a:off x="4627372" y="2769876"/>
            <a:ext cx="420775" cy="393561"/>
            <a:chOff x="-4118225" y="3990475"/>
            <a:chExt cx="292225" cy="273325"/>
          </a:xfrm>
        </p:grpSpPr>
        <p:sp>
          <p:nvSpPr>
            <p:cNvPr id="8045" name="Google Shape;8045;p77"/>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77"/>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77"/>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77"/>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9" name="Google Shape;8049;p77"/>
          <p:cNvGrpSpPr/>
          <p:nvPr/>
        </p:nvGrpSpPr>
        <p:grpSpPr>
          <a:xfrm>
            <a:off x="7338026" y="1688087"/>
            <a:ext cx="394713" cy="421927"/>
            <a:chOff x="-2312225" y="3238300"/>
            <a:chExt cx="274125" cy="293025"/>
          </a:xfrm>
        </p:grpSpPr>
        <p:sp>
          <p:nvSpPr>
            <p:cNvPr id="8050" name="Google Shape;8050;p77"/>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77"/>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2" name="Google Shape;8052;p77"/>
          <p:cNvGrpSpPr/>
          <p:nvPr/>
        </p:nvGrpSpPr>
        <p:grpSpPr>
          <a:xfrm>
            <a:off x="7335742" y="2756825"/>
            <a:ext cx="423079" cy="419659"/>
            <a:chOff x="-2310650" y="3958175"/>
            <a:chExt cx="293825" cy="291450"/>
          </a:xfrm>
        </p:grpSpPr>
        <p:sp>
          <p:nvSpPr>
            <p:cNvPr id="8053" name="Google Shape;8053;p77"/>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77"/>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5" name="Google Shape;8055;p77"/>
          <p:cNvGrpSpPr/>
          <p:nvPr/>
        </p:nvGrpSpPr>
        <p:grpSpPr>
          <a:xfrm>
            <a:off x="4702603" y="3308459"/>
            <a:ext cx="424159" cy="419659"/>
            <a:chOff x="-1182750" y="3962900"/>
            <a:chExt cx="294575" cy="291450"/>
          </a:xfrm>
        </p:grpSpPr>
        <p:sp>
          <p:nvSpPr>
            <p:cNvPr id="8056" name="Google Shape;8056;p77"/>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77"/>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77"/>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77"/>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77"/>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77"/>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77"/>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3" name="Google Shape;8063;p77"/>
          <p:cNvGrpSpPr/>
          <p:nvPr/>
        </p:nvGrpSpPr>
        <p:grpSpPr>
          <a:xfrm>
            <a:off x="2455739" y="1689223"/>
            <a:ext cx="424195" cy="419659"/>
            <a:chOff x="-5611575" y="3272950"/>
            <a:chExt cx="294600" cy="291450"/>
          </a:xfrm>
        </p:grpSpPr>
        <p:sp>
          <p:nvSpPr>
            <p:cNvPr id="8064" name="Google Shape;8064;p77"/>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77"/>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77"/>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77"/>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77"/>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9" name="Google Shape;8069;p77"/>
          <p:cNvGrpSpPr/>
          <p:nvPr/>
        </p:nvGrpSpPr>
        <p:grpSpPr>
          <a:xfrm>
            <a:off x="2455739" y="2205770"/>
            <a:ext cx="424195" cy="418507"/>
            <a:chOff x="-5613150" y="3632900"/>
            <a:chExt cx="294600" cy="290650"/>
          </a:xfrm>
        </p:grpSpPr>
        <p:sp>
          <p:nvSpPr>
            <p:cNvPr id="8070" name="Google Shape;8070;p77"/>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77"/>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2" name="Google Shape;8072;p77"/>
          <p:cNvGrpSpPr/>
          <p:nvPr/>
        </p:nvGrpSpPr>
        <p:grpSpPr>
          <a:xfrm>
            <a:off x="7324977" y="2153586"/>
            <a:ext cx="420811" cy="522864"/>
            <a:chOff x="-2310650" y="3525775"/>
            <a:chExt cx="292250" cy="363125"/>
          </a:xfrm>
        </p:grpSpPr>
        <p:sp>
          <p:nvSpPr>
            <p:cNvPr id="8073" name="Google Shape;8073;p77"/>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77"/>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77"/>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77"/>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7" name="Google Shape;8077;p77"/>
          <p:cNvGrpSpPr/>
          <p:nvPr/>
        </p:nvGrpSpPr>
        <p:grpSpPr>
          <a:xfrm>
            <a:off x="2467638" y="2756270"/>
            <a:ext cx="424195" cy="420775"/>
            <a:chOff x="-5613150" y="3991275"/>
            <a:chExt cx="294600" cy="292225"/>
          </a:xfrm>
        </p:grpSpPr>
        <p:sp>
          <p:nvSpPr>
            <p:cNvPr id="8078" name="Google Shape;8078;p77"/>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77"/>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77"/>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77"/>
            <p:cNvSpPr/>
            <p:nvPr/>
          </p:nvSpPr>
          <p:spPr>
            <a:xfrm>
              <a:off x="-5487925" y="4077125"/>
              <a:ext cx="43350" cy="54375"/>
            </a:xfrm>
            <a:custGeom>
              <a:rect b="b" l="l" r="r" t="t"/>
              <a:pathLst>
                <a:path extrusionOk="0" h="2175" w="1734">
                  <a:moveTo>
                    <a:pt x="1" y="0"/>
                  </a:moveTo>
                  <a:lnTo>
                    <a:pt x="852" y="2174"/>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77"/>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77"/>
            <p:cNvSpPr/>
            <p:nvPr/>
          </p:nvSpPr>
          <p:spPr>
            <a:xfrm>
              <a:off x="-5531225" y="4077125"/>
              <a:ext cx="41750" cy="40975"/>
            </a:xfrm>
            <a:custGeom>
              <a:rect b="b" l="l" r="r" t="t"/>
              <a:pathLst>
                <a:path extrusionOk="0" h="1639" w="1670">
                  <a:moveTo>
                    <a:pt x="0" y="0"/>
                  </a:moveTo>
                  <a:lnTo>
                    <a:pt x="1670" y="1638"/>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77"/>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77"/>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77"/>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7" name="Google Shape;8087;p77"/>
          <p:cNvGrpSpPr/>
          <p:nvPr/>
        </p:nvGrpSpPr>
        <p:grpSpPr>
          <a:xfrm>
            <a:off x="5139126" y="1689438"/>
            <a:ext cx="434634" cy="419227"/>
            <a:chOff x="-3768700" y="3253275"/>
            <a:chExt cx="301850" cy="291150"/>
          </a:xfrm>
        </p:grpSpPr>
        <p:sp>
          <p:nvSpPr>
            <p:cNvPr id="8088" name="Google Shape;8088;p77"/>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77"/>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77"/>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1" name="Google Shape;8091;p77"/>
          <p:cNvGrpSpPr/>
          <p:nvPr/>
        </p:nvGrpSpPr>
        <p:grpSpPr>
          <a:xfrm>
            <a:off x="5143209" y="2217090"/>
            <a:ext cx="426462" cy="395865"/>
            <a:chOff x="-3808700" y="3628950"/>
            <a:chExt cx="296175" cy="274925"/>
          </a:xfrm>
        </p:grpSpPr>
        <p:sp>
          <p:nvSpPr>
            <p:cNvPr id="8092" name="Google Shape;8092;p77"/>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77"/>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77"/>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5" name="Google Shape;8095;p77"/>
          <p:cNvGrpSpPr/>
          <p:nvPr/>
        </p:nvGrpSpPr>
        <p:grpSpPr>
          <a:xfrm>
            <a:off x="5208420" y="2756412"/>
            <a:ext cx="419443" cy="420487"/>
            <a:chOff x="-3771675" y="3971775"/>
            <a:chExt cx="291300" cy="292025"/>
          </a:xfrm>
        </p:grpSpPr>
        <p:sp>
          <p:nvSpPr>
            <p:cNvPr id="8096" name="Google Shape;8096;p77"/>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77"/>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77"/>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77"/>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77"/>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1" name="Google Shape;8101;p77"/>
          <p:cNvGrpSpPr/>
          <p:nvPr/>
        </p:nvGrpSpPr>
        <p:grpSpPr>
          <a:xfrm>
            <a:off x="7869864" y="1716461"/>
            <a:ext cx="420271" cy="320774"/>
            <a:chOff x="-1951475" y="3273100"/>
            <a:chExt cx="291875" cy="222775"/>
          </a:xfrm>
        </p:grpSpPr>
        <p:sp>
          <p:nvSpPr>
            <p:cNvPr id="8102" name="Google Shape;8102;p77"/>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77"/>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77"/>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5" name="Google Shape;8105;p77"/>
          <p:cNvGrpSpPr/>
          <p:nvPr/>
        </p:nvGrpSpPr>
        <p:grpSpPr>
          <a:xfrm>
            <a:off x="7867344" y="2205191"/>
            <a:ext cx="425310" cy="419659"/>
            <a:chOff x="-1951475" y="3597450"/>
            <a:chExt cx="295375" cy="291450"/>
          </a:xfrm>
        </p:grpSpPr>
        <p:sp>
          <p:nvSpPr>
            <p:cNvPr id="8106" name="Google Shape;8106;p77"/>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77"/>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77"/>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77"/>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0" name="Google Shape;8110;p77"/>
          <p:cNvGrpSpPr/>
          <p:nvPr/>
        </p:nvGrpSpPr>
        <p:grpSpPr>
          <a:xfrm>
            <a:off x="7869595" y="2756825"/>
            <a:ext cx="444605" cy="419659"/>
            <a:chOff x="-1960150" y="3956600"/>
            <a:chExt cx="308775" cy="291450"/>
          </a:xfrm>
        </p:grpSpPr>
        <p:sp>
          <p:nvSpPr>
            <p:cNvPr id="8111" name="Google Shape;8111;p77"/>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77"/>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3" name="Google Shape;8113;p77"/>
          <p:cNvGrpSpPr/>
          <p:nvPr/>
        </p:nvGrpSpPr>
        <p:grpSpPr>
          <a:xfrm>
            <a:off x="1923633" y="3307636"/>
            <a:ext cx="420775" cy="420775"/>
            <a:chOff x="-804700" y="3226500"/>
            <a:chExt cx="292225" cy="292225"/>
          </a:xfrm>
        </p:grpSpPr>
        <p:sp>
          <p:nvSpPr>
            <p:cNvPr id="8114" name="Google Shape;8114;p77"/>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77"/>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77"/>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77"/>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77"/>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77"/>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77"/>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1" name="Google Shape;8121;p77"/>
          <p:cNvGrpSpPr/>
          <p:nvPr/>
        </p:nvGrpSpPr>
        <p:grpSpPr>
          <a:xfrm>
            <a:off x="3003724" y="1688647"/>
            <a:ext cx="420775" cy="420811"/>
            <a:chOff x="-5251625" y="3272950"/>
            <a:chExt cx="292225" cy="292250"/>
          </a:xfrm>
        </p:grpSpPr>
        <p:sp>
          <p:nvSpPr>
            <p:cNvPr id="8122" name="Google Shape;8122;p77"/>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77"/>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77"/>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5" name="Google Shape;8125;p77"/>
          <p:cNvGrpSpPr/>
          <p:nvPr/>
        </p:nvGrpSpPr>
        <p:grpSpPr>
          <a:xfrm>
            <a:off x="3000322" y="2204348"/>
            <a:ext cx="427578" cy="421351"/>
            <a:chOff x="-5254775" y="3631325"/>
            <a:chExt cx="296950" cy="292625"/>
          </a:xfrm>
        </p:grpSpPr>
        <p:sp>
          <p:nvSpPr>
            <p:cNvPr id="8126" name="Google Shape;8126;p77"/>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77"/>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77"/>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77"/>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77"/>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77"/>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77"/>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3" name="Google Shape;8133;p77"/>
          <p:cNvGrpSpPr/>
          <p:nvPr/>
        </p:nvGrpSpPr>
        <p:grpSpPr>
          <a:xfrm>
            <a:off x="3016181" y="2756270"/>
            <a:ext cx="419659" cy="420775"/>
            <a:chOff x="-5251625" y="3991275"/>
            <a:chExt cx="291450" cy="292225"/>
          </a:xfrm>
        </p:grpSpPr>
        <p:sp>
          <p:nvSpPr>
            <p:cNvPr id="8134" name="Google Shape;8134;p77"/>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77"/>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77"/>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77"/>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77"/>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9" name="Google Shape;8139;p77"/>
          <p:cNvGrpSpPr/>
          <p:nvPr/>
        </p:nvGrpSpPr>
        <p:grpSpPr>
          <a:xfrm>
            <a:off x="5756763" y="1689240"/>
            <a:ext cx="319874" cy="419623"/>
            <a:chOff x="-3365275" y="3253275"/>
            <a:chExt cx="222150" cy="291425"/>
          </a:xfrm>
        </p:grpSpPr>
        <p:sp>
          <p:nvSpPr>
            <p:cNvPr id="8140" name="Google Shape;8140;p77"/>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77"/>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2" name="Google Shape;8142;p77"/>
          <p:cNvGrpSpPr/>
          <p:nvPr/>
        </p:nvGrpSpPr>
        <p:grpSpPr>
          <a:xfrm>
            <a:off x="5730701" y="2204058"/>
            <a:ext cx="371998" cy="421927"/>
            <a:chOff x="-3383375" y="3611625"/>
            <a:chExt cx="258350" cy="293025"/>
          </a:xfrm>
        </p:grpSpPr>
        <p:sp>
          <p:nvSpPr>
            <p:cNvPr id="8143" name="Google Shape;8143;p77"/>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77"/>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5" name="Google Shape;8145;p77"/>
          <p:cNvGrpSpPr/>
          <p:nvPr/>
        </p:nvGrpSpPr>
        <p:grpSpPr>
          <a:xfrm>
            <a:off x="5793050" y="2756826"/>
            <a:ext cx="271097" cy="419659"/>
            <a:chOff x="-3347950" y="3971575"/>
            <a:chExt cx="188275" cy="291450"/>
          </a:xfrm>
        </p:grpSpPr>
        <p:sp>
          <p:nvSpPr>
            <p:cNvPr id="8146" name="Google Shape;8146;p77"/>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77"/>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77"/>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9" name="Google Shape;8149;p77"/>
          <p:cNvGrpSpPr/>
          <p:nvPr/>
        </p:nvGrpSpPr>
        <p:grpSpPr>
          <a:xfrm>
            <a:off x="842909" y="3307061"/>
            <a:ext cx="371998" cy="421927"/>
            <a:chOff x="-1575775" y="3238300"/>
            <a:chExt cx="258350" cy="293025"/>
          </a:xfrm>
        </p:grpSpPr>
        <p:sp>
          <p:nvSpPr>
            <p:cNvPr id="8150" name="Google Shape;8150;p77"/>
            <p:cNvSpPr/>
            <p:nvPr/>
          </p:nvSpPr>
          <p:spPr>
            <a:xfrm>
              <a:off x="-1489150" y="3306825"/>
              <a:ext cx="85875" cy="33100"/>
            </a:xfrm>
            <a:custGeom>
              <a:rect b="b" l="l" r="r" t="t"/>
              <a:pathLst>
                <a:path extrusionOk="0" h="1324" w="3435">
                  <a:moveTo>
                    <a:pt x="1" y="0"/>
                  </a:moveTo>
                  <a:lnTo>
                    <a:pt x="1702" y="1324"/>
                  </a:ln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77"/>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77"/>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77"/>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77"/>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5" name="Google Shape;8155;p77"/>
          <p:cNvGrpSpPr/>
          <p:nvPr/>
        </p:nvGrpSpPr>
        <p:grpSpPr>
          <a:xfrm>
            <a:off x="2487807" y="3309051"/>
            <a:ext cx="423079" cy="424159"/>
            <a:chOff x="-1591550" y="3597475"/>
            <a:chExt cx="293825" cy="294575"/>
          </a:xfrm>
        </p:grpSpPr>
        <p:sp>
          <p:nvSpPr>
            <p:cNvPr id="8156" name="Google Shape;8156;p77"/>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77"/>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77"/>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9" name="Google Shape;8159;p77"/>
          <p:cNvGrpSpPr/>
          <p:nvPr/>
        </p:nvGrpSpPr>
        <p:grpSpPr>
          <a:xfrm>
            <a:off x="4137277" y="3318663"/>
            <a:ext cx="421927" cy="399248"/>
            <a:chOff x="-1592325" y="3957400"/>
            <a:chExt cx="293025" cy="277275"/>
          </a:xfrm>
        </p:grpSpPr>
        <p:sp>
          <p:nvSpPr>
            <p:cNvPr id="8160" name="Google Shape;8160;p77"/>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77"/>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77"/>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77"/>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4" name="Google Shape;8164;p77"/>
          <p:cNvGrpSpPr/>
          <p:nvPr/>
        </p:nvGrpSpPr>
        <p:grpSpPr>
          <a:xfrm>
            <a:off x="3624147" y="3310744"/>
            <a:ext cx="369730" cy="420775"/>
            <a:chOff x="-778700" y="3612425"/>
            <a:chExt cx="256775" cy="292225"/>
          </a:xfrm>
        </p:grpSpPr>
        <p:sp>
          <p:nvSpPr>
            <p:cNvPr id="8165" name="Google Shape;8165;p77"/>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77"/>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77"/>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77"/>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77"/>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77"/>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1" name="Google Shape;8171;p77"/>
          <p:cNvGrpSpPr/>
          <p:nvPr/>
        </p:nvGrpSpPr>
        <p:grpSpPr>
          <a:xfrm>
            <a:off x="6095649" y="3828305"/>
            <a:ext cx="340731" cy="387641"/>
            <a:chOff x="7728464" y="1561258"/>
            <a:chExt cx="349719" cy="397866"/>
          </a:xfrm>
        </p:grpSpPr>
        <p:sp>
          <p:nvSpPr>
            <p:cNvPr id="8172" name="Google Shape;8172;p77"/>
            <p:cNvSpPr/>
            <p:nvPr/>
          </p:nvSpPr>
          <p:spPr>
            <a:xfrm>
              <a:off x="7891642" y="1678585"/>
              <a:ext cx="23354" cy="23333"/>
            </a:xfrm>
            <a:custGeom>
              <a:rect b="b" l="l" r="r" t="t"/>
              <a:pathLst>
                <a:path extrusionOk="0" h="1118" w="1119">
                  <a:moveTo>
                    <a:pt x="0" y="1"/>
                  </a:moveTo>
                  <a:lnTo>
                    <a:pt x="0" y="1117"/>
                  </a:lnTo>
                  <a:lnTo>
                    <a:pt x="1118" y="1117"/>
                  </a:lnTo>
                  <a:lnTo>
                    <a:pt x="11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77"/>
            <p:cNvSpPr/>
            <p:nvPr/>
          </p:nvSpPr>
          <p:spPr>
            <a:xfrm>
              <a:off x="7728464" y="1561258"/>
              <a:ext cx="349719" cy="397866"/>
            </a:xfrm>
            <a:custGeom>
              <a:rect b="b" l="l" r="r" t="t"/>
              <a:pathLst>
                <a:path extrusionOk="0" h="19064" w="16757">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4" name="Google Shape;8174;p77"/>
          <p:cNvGrpSpPr/>
          <p:nvPr/>
        </p:nvGrpSpPr>
        <p:grpSpPr>
          <a:xfrm>
            <a:off x="4018617" y="3828305"/>
            <a:ext cx="387681" cy="387641"/>
            <a:chOff x="5611350" y="1561258"/>
            <a:chExt cx="397907" cy="397866"/>
          </a:xfrm>
        </p:grpSpPr>
        <p:sp>
          <p:nvSpPr>
            <p:cNvPr id="8175" name="Google Shape;8175;p77"/>
            <p:cNvSpPr/>
            <p:nvPr/>
          </p:nvSpPr>
          <p:spPr>
            <a:xfrm>
              <a:off x="5713589" y="1812337"/>
              <a:ext cx="38443" cy="39653"/>
            </a:xfrm>
            <a:custGeom>
              <a:rect b="b" l="l" r="r" t="t"/>
              <a:pathLst>
                <a:path extrusionOk="0" h="1900" w="1842">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77"/>
            <p:cNvSpPr/>
            <p:nvPr/>
          </p:nvSpPr>
          <p:spPr>
            <a:xfrm>
              <a:off x="5830124" y="1789047"/>
              <a:ext cx="38505" cy="39653"/>
            </a:xfrm>
            <a:custGeom>
              <a:rect b="b" l="l" r="r" t="t"/>
              <a:pathLst>
                <a:path extrusionOk="0" h="1900" w="1845">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77"/>
            <p:cNvSpPr/>
            <p:nvPr/>
          </p:nvSpPr>
          <p:spPr>
            <a:xfrm>
              <a:off x="5611350" y="1561258"/>
              <a:ext cx="397907" cy="397866"/>
            </a:xfrm>
            <a:custGeom>
              <a:rect b="b" l="l" r="r" t="t"/>
              <a:pathLst>
                <a:path extrusionOk="0" h="19064" w="19066">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77"/>
            <p:cNvSpPr/>
            <p:nvPr/>
          </p:nvSpPr>
          <p:spPr>
            <a:xfrm>
              <a:off x="5775341" y="1669507"/>
              <a:ext cx="93247" cy="41531"/>
            </a:xfrm>
            <a:custGeom>
              <a:rect b="b" l="l" r="r" t="t"/>
              <a:pathLst>
                <a:path extrusionOk="0" h="1990" w="4468">
                  <a:moveTo>
                    <a:pt x="4467" y="1"/>
                  </a:moveTo>
                  <a:lnTo>
                    <a:pt x="1" y="894"/>
                  </a:lnTo>
                  <a:lnTo>
                    <a:pt x="1" y="1989"/>
                  </a:lnTo>
                  <a:lnTo>
                    <a:pt x="4467" y="1096"/>
                  </a:lnTo>
                  <a:lnTo>
                    <a:pt x="4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9" name="Google Shape;8179;p77"/>
          <p:cNvGrpSpPr/>
          <p:nvPr/>
        </p:nvGrpSpPr>
        <p:grpSpPr>
          <a:xfrm>
            <a:off x="4537903" y="3925571"/>
            <a:ext cx="387610" cy="193109"/>
            <a:chOff x="6140660" y="1661097"/>
            <a:chExt cx="397835" cy="198202"/>
          </a:xfrm>
        </p:grpSpPr>
        <p:sp>
          <p:nvSpPr>
            <p:cNvPr id="8180" name="Google Shape;8180;p77"/>
            <p:cNvSpPr/>
            <p:nvPr/>
          </p:nvSpPr>
          <p:spPr>
            <a:xfrm>
              <a:off x="6281298" y="1707719"/>
              <a:ext cx="58290" cy="151579"/>
            </a:xfrm>
            <a:custGeom>
              <a:rect b="b" l="l" r="r" t="t"/>
              <a:pathLst>
                <a:path extrusionOk="0" h="7263" w="2793">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77"/>
            <p:cNvSpPr/>
            <p:nvPr/>
          </p:nvSpPr>
          <p:spPr>
            <a:xfrm>
              <a:off x="6480225" y="1742675"/>
              <a:ext cx="58269" cy="58332"/>
            </a:xfrm>
            <a:custGeom>
              <a:rect b="b" l="l" r="r" t="t"/>
              <a:pathLst>
                <a:path extrusionOk="0" h="2795" w="2792">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77"/>
            <p:cNvSpPr/>
            <p:nvPr/>
          </p:nvSpPr>
          <p:spPr>
            <a:xfrm>
              <a:off x="6352004" y="1661097"/>
              <a:ext cx="129206" cy="198202"/>
            </a:xfrm>
            <a:custGeom>
              <a:rect b="b" l="l" r="r" t="t"/>
              <a:pathLst>
                <a:path extrusionOk="0" h="9497" w="6191">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77"/>
            <p:cNvSpPr/>
            <p:nvPr/>
          </p:nvSpPr>
          <p:spPr>
            <a:xfrm>
              <a:off x="6140660" y="1661097"/>
              <a:ext cx="129185" cy="198202"/>
            </a:xfrm>
            <a:custGeom>
              <a:rect b="b" l="l" r="r" t="t"/>
              <a:pathLst>
                <a:path extrusionOk="0" h="9497" w="619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4" name="Google Shape;8184;p77"/>
          <p:cNvGrpSpPr/>
          <p:nvPr/>
        </p:nvGrpSpPr>
        <p:grpSpPr>
          <a:xfrm>
            <a:off x="5057118" y="3828305"/>
            <a:ext cx="387681" cy="387641"/>
            <a:chOff x="6669907" y="1561258"/>
            <a:chExt cx="397907" cy="397866"/>
          </a:xfrm>
        </p:grpSpPr>
        <p:sp>
          <p:nvSpPr>
            <p:cNvPr id="8185" name="Google Shape;8185;p77"/>
            <p:cNvSpPr/>
            <p:nvPr/>
          </p:nvSpPr>
          <p:spPr>
            <a:xfrm>
              <a:off x="6950454" y="1655253"/>
              <a:ext cx="23312" cy="23354"/>
            </a:xfrm>
            <a:custGeom>
              <a:rect b="b" l="l" r="r" t="t"/>
              <a:pathLst>
                <a:path extrusionOk="0" h="1119" w="1117">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77"/>
            <p:cNvSpPr/>
            <p:nvPr/>
          </p:nvSpPr>
          <p:spPr>
            <a:xfrm>
              <a:off x="6740633" y="1725228"/>
              <a:ext cx="36919" cy="39632"/>
            </a:xfrm>
            <a:custGeom>
              <a:rect b="b" l="l" r="r" t="t"/>
              <a:pathLst>
                <a:path extrusionOk="0" h="1899" w="1769">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77"/>
            <p:cNvSpPr/>
            <p:nvPr/>
          </p:nvSpPr>
          <p:spPr>
            <a:xfrm>
              <a:off x="6763944" y="1725228"/>
              <a:ext cx="209827" cy="139892"/>
            </a:xfrm>
            <a:custGeom>
              <a:rect b="b" l="l" r="r" t="t"/>
              <a:pathLst>
                <a:path extrusionOk="0" h="6703" w="10054">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77"/>
            <p:cNvSpPr/>
            <p:nvPr/>
          </p:nvSpPr>
          <p:spPr>
            <a:xfrm>
              <a:off x="6669907" y="1561258"/>
              <a:ext cx="397907" cy="397866"/>
            </a:xfrm>
            <a:custGeom>
              <a:rect b="b" l="l" r="r" t="t"/>
              <a:pathLst>
                <a:path extrusionOk="0" h="19064" w="19066">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77"/>
            <p:cNvSpPr/>
            <p:nvPr/>
          </p:nvSpPr>
          <p:spPr>
            <a:xfrm>
              <a:off x="6960158" y="1725228"/>
              <a:ext cx="36940" cy="39632"/>
            </a:xfrm>
            <a:custGeom>
              <a:rect b="b" l="l" r="r" t="t"/>
              <a:pathLst>
                <a:path extrusionOk="0" h="1899" w="177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0" name="Google Shape;8190;p77"/>
          <p:cNvGrpSpPr/>
          <p:nvPr/>
        </p:nvGrpSpPr>
        <p:grpSpPr>
          <a:xfrm>
            <a:off x="1942348" y="3885842"/>
            <a:ext cx="387681" cy="272572"/>
            <a:chOff x="3386036" y="1746339"/>
            <a:chExt cx="397907" cy="279762"/>
          </a:xfrm>
        </p:grpSpPr>
        <p:sp>
          <p:nvSpPr>
            <p:cNvPr id="8191" name="Google Shape;8191;p77"/>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77"/>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3" name="Google Shape;8193;p77"/>
          <p:cNvGrpSpPr/>
          <p:nvPr/>
        </p:nvGrpSpPr>
        <p:grpSpPr>
          <a:xfrm>
            <a:off x="2980045" y="3828288"/>
            <a:ext cx="387681" cy="387681"/>
            <a:chOff x="4417380" y="1687279"/>
            <a:chExt cx="397907" cy="397907"/>
          </a:xfrm>
        </p:grpSpPr>
        <p:sp>
          <p:nvSpPr>
            <p:cNvPr id="8194" name="Google Shape;8194;p77"/>
            <p:cNvSpPr/>
            <p:nvPr/>
          </p:nvSpPr>
          <p:spPr>
            <a:xfrm>
              <a:off x="4417380" y="1687279"/>
              <a:ext cx="397907" cy="397907"/>
            </a:xfrm>
            <a:custGeom>
              <a:rect b="b" l="l" r="r" t="t"/>
              <a:pathLst>
                <a:path extrusionOk="0" h="19066" w="19066">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77"/>
            <p:cNvSpPr/>
            <p:nvPr/>
          </p:nvSpPr>
          <p:spPr>
            <a:xfrm>
              <a:off x="4492363" y="1768878"/>
              <a:ext cx="248270" cy="234704"/>
            </a:xfrm>
            <a:custGeom>
              <a:rect b="b" l="l" r="r" t="t"/>
              <a:pathLst>
                <a:path extrusionOk="0" h="11246" w="11896">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6" name="Google Shape;8196;p77"/>
          <p:cNvGrpSpPr/>
          <p:nvPr/>
        </p:nvGrpSpPr>
        <p:grpSpPr>
          <a:xfrm>
            <a:off x="7926526" y="3308537"/>
            <a:ext cx="387661" cy="387661"/>
            <a:chOff x="2869999" y="1687279"/>
            <a:chExt cx="397887" cy="397887"/>
          </a:xfrm>
        </p:grpSpPr>
        <p:sp>
          <p:nvSpPr>
            <p:cNvPr id="8197" name="Google Shape;8197;p77"/>
            <p:cNvSpPr/>
            <p:nvPr/>
          </p:nvSpPr>
          <p:spPr>
            <a:xfrm>
              <a:off x="2994590" y="1833740"/>
              <a:ext cx="148657" cy="81685"/>
            </a:xfrm>
            <a:custGeom>
              <a:rect b="b" l="l" r="r" t="t"/>
              <a:pathLst>
                <a:path extrusionOk="0" h="3914" w="7123">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77"/>
            <p:cNvSpPr/>
            <p:nvPr/>
          </p:nvSpPr>
          <p:spPr>
            <a:xfrm>
              <a:off x="2869999" y="1687279"/>
              <a:ext cx="397887" cy="397887"/>
            </a:xfrm>
            <a:custGeom>
              <a:rect b="b" l="l" r="r" t="t"/>
              <a:pathLst>
                <a:path extrusionOk="0" h="19065" w="19065">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9" name="Google Shape;8199;p77"/>
          <p:cNvGrpSpPr/>
          <p:nvPr/>
        </p:nvGrpSpPr>
        <p:grpSpPr>
          <a:xfrm>
            <a:off x="2461634" y="3828664"/>
            <a:ext cx="386807" cy="386929"/>
            <a:chOff x="3902887" y="1687655"/>
            <a:chExt cx="397010" cy="397135"/>
          </a:xfrm>
        </p:grpSpPr>
        <p:sp>
          <p:nvSpPr>
            <p:cNvPr id="8200" name="Google Shape;8200;p77"/>
            <p:cNvSpPr/>
            <p:nvPr/>
          </p:nvSpPr>
          <p:spPr>
            <a:xfrm>
              <a:off x="4023345" y="1785845"/>
              <a:ext cx="156275" cy="200269"/>
            </a:xfrm>
            <a:custGeom>
              <a:rect b="b" l="l" r="r" t="t"/>
              <a:pathLst>
                <a:path extrusionOk="0" h="9596" w="7488">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77"/>
            <p:cNvSpPr/>
            <p:nvPr/>
          </p:nvSpPr>
          <p:spPr>
            <a:xfrm>
              <a:off x="3902887" y="1687655"/>
              <a:ext cx="397010" cy="397135"/>
            </a:xfrm>
            <a:custGeom>
              <a:rect b="b" l="l" r="r" t="t"/>
              <a:pathLst>
                <a:path extrusionOk="0" h="19029" w="19023">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2" name="Google Shape;8202;p77"/>
          <p:cNvGrpSpPr/>
          <p:nvPr/>
        </p:nvGrpSpPr>
        <p:grpSpPr>
          <a:xfrm>
            <a:off x="3499331" y="3828344"/>
            <a:ext cx="387681" cy="387681"/>
            <a:chOff x="4933458" y="1687279"/>
            <a:chExt cx="397907" cy="397907"/>
          </a:xfrm>
        </p:grpSpPr>
        <p:sp>
          <p:nvSpPr>
            <p:cNvPr id="8203" name="Google Shape;8203;p77"/>
            <p:cNvSpPr/>
            <p:nvPr/>
          </p:nvSpPr>
          <p:spPr>
            <a:xfrm>
              <a:off x="5071801" y="1766541"/>
              <a:ext cx="125867" cy="241215"/>
            </a:xfrm>
            <a:custGeom>
              <a:rect b="b" l="l" r="r" t="t"/>
              <a:pathLst>
                <a:path extrusionOk="0" h="11558" w="6031">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77"/>
            <p:cNvSpPr/>
            <p:nvPr/>
          </p:nvSpPr>
          <p:spPr>
            <a:xfrm>
              <a:off x="4933458" y="1687279"/>
              <a:ext cx="397907" cy="397907"/>
            </a:xfrm>
            <a:custGeom>
              <a:rect b="b" l="l" r="r" t="t"/>
              <a:pathLst>
                <a:path extrusionOk="0" h="19066" w="19066">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5" name="Google Shape;8205;p77"/>
          <p:cNvGrpSpPr/>
          <p:nvPr/>
        </p:nvGrpSpPr>
        <p:grpSpPr>
          <a:xfrm>
            <a:off x="5273586" y="3308775"/>
            <a:ext cx="387681" cy="387661"/>
            <a:chOff x="266768" y="1721375"/>
            <a:chExt cx="397907" cy="397887"/>
          </a:xfrm>
        </p:grpSpPr>
        <p:sp>
          <p:nvSpPr>
            <p:cNvPr id="8206" name="Google Shape;8206;p77"/>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77"/>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8" name="Google Shape;8208;p77"/>
          <p:cNvGrpSpPr/>
          <p:nvPr/>
        </p:nvGrpSpPr>
        <p:grpSpPr>
          <a:xfrm>
            <a:off x="7395588" y="3308924"/>
            <a:ext cx="387539" cy="386888"/>
            <a:chOff x="2408992" y="1722875"/>
            <a:chExt cx="397761" cy="397093"/>
          </a:xfrm>
        </p:grpSpPr>
        <p:sp>
          <p:nvSpPr>
            <p:cNvPr id="8209" name="Google Shape;8209;p77"/>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77"/>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1" name="Google Shape;8211;p77"/>
          <p:cNvGrpSpPr/>
          <p:nvPr/>
        </p:nvGrpSpPr>
        <p:grpSpPr>
          <a:xfrm>
            <a:off x="5576404" y="3828305"/>
            <a:ext cx="387641" cy="387641"/>
            <a:chOff x="7199196" y="1561258"/>
            <a:chExt cx="397866" cy="397866"/>
          </a:xfrm>
        </p:grpSpPr>
        <p:sp>
          <p:nvSpPr>
            <p:cNvPr id="8212" name="Google Shape;8212;p77"/>
            <p:cNvSpPr/>
            <p:nvPr/>
          </p:nvSpPr>
          <p:spPr>
            <a:xfrm>
              <a:off x="7316523" y="1655253"/>
              <a:ext cx="163203" cy="209869"/>
            </a:xfrm>
            <a:custGeom>
              <a:rect b="b" l="l" r="r" t="t"/>
              <a:pathLst>
                <a:path extrusionOk="0" h="10056" w="782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77"/>
            <p:cNvSpPr/>
            <p:nvPr/>
          </p:nvSpPr>
          <p:spPr>
            <a:xfrm>
              <a:off x="7199196" y="1561258"/>
              <a:ext cx="397866" cy="397866"/>
            </a:xfrm>
            <a:custGeom>
              <a:rect b="b" l="l" r="r" t="t"/>
              <a:pathLst>
                <a:path extrusionOk="0" h="19064" w="19064">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77"/>
            <p:cNvSpPr/>
            <p:nvPr/>
          </p:nvSpPr>
          <p:spPr>
            <a:xfrm>
              <a:off x="7363167" y="1701896"/>
              <a:ext cx="69935" cy="69977"/>
            </a:xfrm>
            <a:custGeom>
              <a:rect b="b" l="l" r="r" t="t"/>
              <a:pathLst>
                <a:path extrusionOk="0" h="3353" w="3351">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5" name="Google Shape;8215;p77"/>
          <p:cNvGrpSpPr/>
          <p:nvPr/>
        </p:nvGrpSpPr>
        <p:grpSpPr>
          <a:xfrm>
            <a:off x="6332282" y="3308537"/>
            <a:ext cx="387661" cy="387661"/>
            <a:chOff x="1379798" y="1723250"/>
            <a:chExt cx="397887" cy="397887"/>
          </a:xfrm>
        </p:grpSpPr>
        <p:sp>
          <p:nvSpPr>
            <p:cNvPr id="8216" name="Google Shape;8216;p77"/>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77"/>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77"/>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77"/>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0" name="Google Shape;8220;p77"/>
          <p:cNvGrpSpPr/>
          <p:nvPr/>
        </p:nvGrpSpPr>
        <p:grpSpPr>
          <a:xfrm>
            <a:off x="5801242" y="3308537"/>
            <a:ext cx="387641" cy="387661"/>
            <a:chOff x="864491" y="1723250"/>
            <a:chExt cx="397866" cy="397887"/>
          </a:xfrm>
        </p:grpSpPr>
        <p:sp>
          <p:nvSpPr>
            <p:cNvPr id="8221" name="Google Shape;8221;p77"/>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77"/>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77"/>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24" name="Google Shape;8224;p77"/>
          <p:cNvSpPr/>
          <p:nvPr/>
        </p:nvSpPr>
        <p:spPr>
          <a:xfrm>
            <a:off x="6863342" y="3343765"/>
            <a:ext cx="388846" cy="317145"/>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25" name="Google Shape;8225;p77"/>
          <p:cNvGrpSpPr/>
          <p:nvPr/>
        </p:nvGrpSpPr>
        <p:grpSpPr>
          <a:xfrm>
            <a:off x="6568070" y="3827060"/>
            <a:ext cx="388966" cy="388966"/>
            <a:chOff x="1190625" y="238125"/>
            <a:chExt cx="5235075" cy="5235075"/>
          </a:xfrm>
        </p:grpSpPr>
        <p:sp>
          <p:nvSpPr>
            <p:cNvPr id="8226" name="Google Shape;8226;p77"/>
            <p:cNvSpPr/>
            <p:nvPr/>
          </p:nvSpPr>
          <p:spPr>
            <a:xfrm>
              <a:off x="2315100" y="1168900"/>
              <a:ext cx="2952100" cy="3373700"/>
            </a:xfrm>
            <a:custGeom>
              <a:rect b="b" l="l" r="r" t="t"/>
              <a:pathLst>
                <a:path extrusionOk="0" h="134948" w="118084">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77"/>
            <p:cNvSpPr/>
            <p:nvPr/>
          </p:nvSpPr>
          <p:spPr>
            <a:xfrm>
              <a:off x="1190625" y="238125"/>
              <a:ext cx="5235075" cy="5235075"/>
            </a:xfrm>
            <a:custGeom>
              <a:rect b="b" l="l" r="r" t="t"/>
              <a:pathLst>
                <a:path extrusionOk="0" h="209403" w="209403">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28" name="Google Shape;8228;p77"/>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SEO &amp; Marketing Icons</a:t>
            </a:r>
            <a:endParaRPr/>
          </a:p>
        </p:txBody>
      </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8232" name="Shape 8232"/>
        <p:cNvGrpSpPr/>
        <p:nvPr/>
      </p:nvGrpSpPr>
      <p:grpSpPr>
        <a:xfrm>
          <a:off x="0" y="0"/>
          <a:ext cx="0" cy="0"/>
          <a:chOff x="0" y="0"/>
          <a:chExt cx="0" cy="0"/>
        </a:xfrm>
      </p:grpSpPr>
      <p:pic>
        <p:nvPicPr>
          <p:cNvPr id="8233" name="Google Shape;8233;p78">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Health, Safety, and Security Center by Slidesgo">
  <a:themeElements>
    <a:clrScheme name="Simple Light">
      <a:dk1>
        <a:srgbClr val="315F6A"/>
      </a:dk1>
      <a:lt1>
        <a:srgbClr val="FFFFFF"/>
      </a:lt1>
      <a:dk2>
        <a:srgbClr val="0F343D"/>
      </a:dk2>
      <a:lt2>
        <a:srgbClr val="D9FFFF"/>
      </a:lt2>
      <a:accent1>
        <a:srgbClr val="95E7D3"/>
      </a:accent1>
      <a:accent2>
        <a:srgbClr val="80E5E1"/>
      </a:accent2>
      <a:accent3>
        <a:srgbClr val="5FCAC2"/>
      </a:accent3>
      <a:accent4>
        <a:srgbClr val="5DC9A7"/>
      </a:accent4>
      <a:accent5>
        <a:srgbClr val="A0D4FC"/>
      </a:accent5>
      <a:accent6>
        <a:srgbClr val="107C8E"/>
      </a:accent6>
      <a:hlink>
        <a:srgbClr val="0F343D"/>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